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12192000"/>
  <p:embeddedFontLst>
    <p:embeddedFont>
      <p:font typeface="MiSans" pitchFamily="2" charset="-122"/>
      <p:regular r:id="rId14"/>
    </p:embeddedFont>
    <p:embeddedFont>
      <p:font typeface="Noto Sans SC" panose="020B0200000000000000" pitchFamily="34" charset="-128"/>
      <p:regular r:id="rId15"/>
    </p:embeddedFont>
    <p:embeddedFont>
      <p:font typeface="Alimama ShuHeiTi"/>
      <p:regular r:id="rId16"/>
    </p:embeddedFont>
    <p:embeddedFont>
      <p:font typeface="Liter" panose="02000503030000020004" pitchFamily="2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8"/>
    <p:restoredTop sz="94614"/>
  </p:normalViewPr>
  <p:slideViewPr>
    <p:cSldViewPr snapToGrid="0" snapToObjects="1">
      <p:cViewPr varScale="1">
        <p:scale>
          <a:sx n="124" d="100"/>
          <a:sy n="124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434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848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2141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1260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626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0279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5104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3081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56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772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440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8131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65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0cd0b124f06e1d280f786aae5ea2da05208347f.jpg"/>
          <p:cNvPicPr>
            <a:picLocks noChangeAspect="1"/>
          </p:cNvPicPr>
          <p:nvPr/>
        </p:nvPicPr>
        <p:blipFill>
          <a:blip r:embed="rId3">
            <a:alphaModFix amt="6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12C85">
                  <a:alpha val="90000"/>
                </a:srgbClr>
              </a:gs>
              <a:gs pos="50000">
                <a:srgbClr val="59168B">
                  <a:alpha val="85000"/>
                </a:srgbClr>
              </a:gs>
              <a:gs pos="100000">
                <a:srgbClr val="0F172B">
                  <a:alpha val="9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85763" y="385763"/>
            <a:ext cx="2228850" cy="390525"/>
          </a:xfrm>
          <a:custGeom>
            <a:avLst/>
            <a:gdLst/>
            <a:ahLst/>
            <a:cxnLst/>
            <a:rect l="l" t="t" r="r" b="b"/>
            <a:pathLst>
              <a:path w="2228850" h="390525">
                <a:moveTo>
                  <a:pt x="76199" y="0"/>
                </a:moveTo>
                <a:lnTo>
                  <a:pt x="2152651" y="0"/>
                </a:lnTo>
                <a:cubicBezTo>
                  <a:pt x="2194734" y="0"/>
                  <a:pt x="2228850" y="34116"/>
                  <a:pt x="2228850" y="76199"/>
                </a:cubicBezTo>
                <a:lnTo>
                  <a:pt x="2228850" y="314326"/>
                </a:lnTo>
                <a:cubicBezTo>
                  <a:pt x="2228850" y="356409"/>
                  <a:pt x="2194734" y="390525"/>
                  <a:pt x="21526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 w="12700">
            <a:solidFill>
              <a:srgbClr val="00D3F2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81025" y="476250"/>
            <a:ext cx="19108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CS6290 Course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3538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Wallet RPC Privacy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Leakage Measurement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33888"/>
            <a:ext cx="8648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45" dirty="0">
                <a:solidFill>
                  <a:srgbClr val="A2F4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Quantifying Privacy Risks in Blockchain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5114925"/>
            <a:ext cx="2124075" cy="504825"/>
          </a:xfrm>
          <a:custGeom>
            <a:avLst/>
            <a:gdLst/>
            <a:ahLst/>
            <a:cxnLst/>
            <a:rect l="l" t="t" r="r" b="b"/>
            <a:pathLst>
              <a:path w="2124075" h="504825">
                <a:moveTo>
                  <a:pt x="114302" y="0"/>
                </a:moveTo>
                <a:lnTo>
                  <a:pt x="2009773" y="0"/>
                </a:lnTo>
                <a:cubicBezTo>
                  <a:pt x="2072900" y="0"/>
                  <a:pt x="2124075" y="51175"/>
                  <a:pt x="2124075" y="114302"/>
                </a:cubicBezTo>
                <a:lnTo>
                  <a:pt x="2124075" y="390523"/>
                </a:lnTo>
                <a:cubicBezTo>
                  <a:pt x="2124075" y="453650"/>
                  <a:pt x="2072900" y="504825"/>
                  <a:pt x="20097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04838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33450" y="5233988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Protection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7665" y="5114925"/>
            <a:ext cx="2162175" cy="504825"/>
          </a:xfrm>
          <a:custGeom>
            <a:avLst/>
            <a:gdLst/>
            <a:ahLst/>
            <a:cxnLst/>
            <a:rect l="l" t="t" r="r" b="b"/>
            <a:pathLst>
              <a:path w="2162175" h="504825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390523"/>
                </a:lnTo>
                <a:cubicBezTo>
                  <a:pt x="2162175" y="453650"/>
                  <a:pt x="2111000" y="504825"/>
                  <a:pt x="2047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96674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295352" y="5233988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Quantification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49155" y="5114925"/>
            <a:ext cx="2562225" cy="504825"/>
          </a:xfrm>
          <a:custGeom>
            <a:avLst/>
            <a:gdLst/>
            <a:ahLst/>
            <a:cxnLst/>
            <a:rect l="l" t="t" r="r" b="b"/>
            <a:pathLst>
              <a:path w="2562225" h="504825">
                <a:moveTo>
                  <a:pt x="114302" y="0"/>
                </a:moveTo>
                <a:lnTo>
                  <a:pt x="2447923" y="0"/>
                </a:lnTo>
                <a:cubicBezTo>
                  <a:pt x="2511050" y="0"/>
                  <a:pt x="2562225" y="51175"/>
                  <a:pt x="2562225" y="114302"/>
                </a:cubicBezTo>
                <a:lnTo>
                  <a:pt x="2562225" y="390523"/>
                </a:lnTo>
                <a:cubicBezTo>
                  <a:pt x="2562225" y="453650"/>
                  <a:pt x="2511050" y="504825"/>
                  <a:pt x="244792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36823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696843" y="523398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Measurement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2886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591175" cy="3076575"/>
          </a:xfrm>
          <a:custGeom>
            <a:avLst/>
            <a:gdLst/>
            <a:ahLst/>
            <a:cxnLst/>
            <a:rect l="l" t="t" r="r" b="b"/>
            <a:pathLst>
              <a:path w="5591175" h="3076575">
                <a:moveTo>
                  <a:pt x="152414" y="0"/>
                </a:moveTo>
                <a:lnTo>
                  <a:pt x="5438761" y="0"/>
                </a:lnTo>
                <a:cubicBezTo>
                  <a:pt x="5522937" y="0"/>
                  <a:pt x="5591175" y="68238"/>
                  <a:pt x="5591175" y="152414"/>
                </a:cubicBezTo>
                <a:lnTo>
                  <a:pt x="5591175" y="2924161"/>
                </a:lnTo>
                <a:cubicBezTo>
                  <a:pt x="5591175" y="3008337"/>
                  <a:pt x="5522937" y="3076575"/>
                  <a:pt x="5438761" y="3076575"/>
                </a:cubicBezTo>
                <a:lnTo>
                  <a:pt x="152414" y="3076575"/>
                </a:lnTo>
                <a:cubicBezTo>
                  <a:pt x="68238" y="3076575"/>
                  <a:pt x="0" y="3008337"/>
                  <a:pt x="0" y="2924161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191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2475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90625" y="1652588"/>
            <a:ext cx="1809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81225"/>
            <a:ext cx="52006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 privacy leakage risks in blockchain wallet-RPC node communication, establish standardized measurement methodology. Through real-time traffic capture, rule-based detection, and risk assessment, transform abstract privacy threats into quantifiable, actionable insights.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4614863"/>
            <a:ext cx="5591175" cy="1857375"/>
          </a:xfrm>
          <a:custGeom>
            <a:avLst/>
            <a:gdLst/>
            <a:ahLst/>
            <a:cxnLst/>
            <a:rect l="l" t="t" r="r" b="b"/>
            <a:pathLst>
              <a:path w="5591175" h="18573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704977"/>
                </a:lnTo>
                <a:cubicBezTo>
                  <a:pt x="5591175" y="1789144"/>
                  <a:pt x="5522944" y="1857375"/>
                  <a:pt x="5438777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9125" y="4848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40569" y="4981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90625" y="4929188"/>
            <a:ext cx="17716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Highlights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2013" y="545782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Empirical Method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013" y="5648325"/>
            <a:ext cx="1752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network traffic measurement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57550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81388" y="5457825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81388" y="5648325"/>
            <a:ext cx="1838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pattern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2013" y="590550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 Metrics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2013" y="6096000"/>
            <a:ext cx="1762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scoring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7550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81388" y="59055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Advice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81388" y="6096000"/>
            <a:ext cx="1809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Evidence-based recommendations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338263"/>
            <a:ext cx="5591175" cy="1819275"/>
          </a:xfrm>
          <a:custGeom>
            <a:avLst/>
            <a:gdLst/>
            <a:ahLst/>
            <a:cxnLst/>
            <a:rect l="l" t="t" r="r" b="b"/>
            <a:pathLst>
              <a:path w="5591175" h="181927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1666874"/>
                </a:lnTo>
                <a:cubicBezTo>
                  <a:pt x="5591175" y="1751043"/>
                  <a:pt x="5522943" y="1819275"/>
                  <a:pt x="5438774" y="1819275"/>
                </a:cubicBezTo>
                <a:lnTo>
                  <a:pt x="152401" y="1819275"/>
                </a:lnTo>
                <a:cubicBezTo>
                  <a:pt x="68232" y="1819275"/>
                  <a:pt x="0" y="1751043"/>
                  <a:pt x="0" y="16668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484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57963" y="1704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019925" y="1652588"/>
            <a:ext cx="18764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8425" y="2181225"/>
            <a:ext cx="5200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developers, RPC providers, end users, academic researchers, regulatory agencies. Provide targeted privacy protection recommendations and assessment tools for different roles.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50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24600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2225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698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71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42250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89875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463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Size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503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159901" y="3552825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5000+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07526" y="4010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12288" y="42767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Samples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10225" cy="3514725"/>
          </a:xfrm>
          <a:custGeom>
            <a:avLst/>
            <a:gdLst/>
            <a:ahLst/>
            <a:cxnLst/>
            <a:rect l="l" t="t" r="r" b="b"/>
            <a:pathLst>
              <a:path w="5610225" h="3514725">
                <a:moveTo>
                  <a:pt x="152398" y="0"/>
                </a:moveTo>
                <a:lnTo>
                  <a:pt x="5457827" y="0"/>
                </a:lnTo>
                <a:cubicBezTo>
                  <a:pt x="5541994" y="0"/>
                  <a:pt x="5610225" y="68231"/>
                  <a:pt x="5610225" y="152398"/>
                </a:cubicBezTo>
                <a:lnTo>
                  <a:pt x="5610225" y="3362327"/>
                </a:lnTo>
                <a:cubicBezTo>
                  <a:pt x="5610225" y="3446494"/>
                  <a:pt x="5541994" y="3514725"/>
                  <a:pt x="5457827" y="3514725"/>
                </a:cubicBezTo>
                <a:lnTo>
                  <a:pt x="152398" y="3514725"/>
                </a:lnTo>
                <a:cubicBezTo>
                  <a:pt x="68231" y="3514725"/>
                  <a:pt x="0" y="3446494"/>
                  <a:pt x="0" y="33623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810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4375" y="1590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52525" y="1538288"/>
            <a:ext cx="2324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Risk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 with encryption protection intact, RPC providers can infer user behavior and identity through metadata: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0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52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0125" y="28289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30956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frequency, method types expose user activity intensity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7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67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19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67125" y="282892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00425" y="30956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patterns can identify users across sessions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0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2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0125" y="3819525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Association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425" y="4086225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addresses belong to same user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7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67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409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67125" y="3819525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Identity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00425" y="4086225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address, session ID infer location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49387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40000"/>
                </a:srgbClr>
              </a:gs>
              <a:gs pos="100000">
                <a:srgbClr val="7E2A0C">
                  <a:alpha val="40000"/>
                </a:srgbClr>
              </a:gs>
            </a:gsLst>
            <a:lin ang="0" scaled="1"/>
          </a:gra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35781" y="5133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05458" y="5095875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458" y="5438775"/>
            <a:ext cx="5105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A2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Honest-but-curious RPC provider:</a:t>
            </a:r>
            <a:r>
              <a:rPr lang="en-US" sz="12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Correctly executes all RPC requests and returns valid responses, but passively observes and records communication metadata for analysis. Can link user addresses, infer behavior patterns, conduct long-term tracking.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6013" y="1262063"/>
            <a:ext cx="5610225" cy="5324475"/>
          </a:xfrm>
          <a:custGeom>
            <a:avLst/>
            <a:gdLst/>
            <a:ahLst/>
            <a:cxnLst/>
            <a:rect l="l" t="t" r="r" b="b"/>
            <a:pathLst>
              <a:path w="5610225" h="5324475">
                <a:moveTo>
                  <a:pt x="152386" y="0"/>
                </a:moveTo>
                <a:lnTo>
                  <a:pt x="5457839" y="0"/>
                </a:lnTo>
                <a:cubicBezTo>
                  <a:pt x="5541999" y="0"/>
                  <a:pt x="5610225" y="68226"/>
                  <a:pt x="5610225" y="152386"/>
                </a:cubicBezTo>
                <a:lnTo>
                  <a:pt x="5610225" y="5172089"/>
                </a:lnTo>
                <a:cubicBezTo>
                  <a:pt x="5610225" y="5256249"/>
                  <a:pt x="5541999" y="5324475"/>
                  <a:pt x="5457839" y="5324475"/>
                </a:cubicBezTo>
                <a:lnTo>
                  <a:pt x="152386" y="5324475"/>
                </a:lnTo>
                <a:cubicBezTo>
                  <a:pt x="68226" y="5324475"/>
                  <a:pt x="0" y="5256249"/>
                  <a:pt x="0" y="51720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9127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548438" y="1590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62775" y="1538288"/>
            <a:ext cx="1704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20669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543675" y="2219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97414" y="2276475"/>
            <a:ext cx="16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075" y="2219325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Standardized Methods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7075" y="2486025"/>
            <a:ext cx="420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studies use different metrics, difficult to compare horizontally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1275" y="29432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543675" y="309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681936" y="31527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77075" y="309562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Empirical Analysis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77075" y="3362325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theoretical assumptions, less real data validation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38195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543675" y="3971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681192" y="40290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77075" y="3971925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Actionable Assessment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77075" y="4238625"/>
            <a:ext cx="425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results difficult to translate into actual improvement measures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1275" y="46958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543675" y="4848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681192" y="49053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075" y="4848225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Real Environment Validation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77075" y="5114925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Insufficient controlled experiments, difficult to reproduce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6038" y="561498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657224"/>
                </a:lnTo>
                <a:cubicBezTo>
                  <a:pt x="5210175" y="720351"/>
                  <a:pt x="5159001" y="771525"/>
                  <a:pt x="50958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617252" y="577215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Solution: Complete measurement, detection, and assessment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254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245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9606" y="157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9650" y="142875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650" y="169545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TypeScript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140744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690688" y="22550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5313" y="2445544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069431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681163" y="31837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5313" y="3374231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Panel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998119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690688" y="41124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5313" y="4302919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 UI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450" y="4926806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681163" y="504110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5313" y="5231606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Export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7660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254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43852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524250" y="15716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895725" y="142875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95725" y="16954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AB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Services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38525" y="2093119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525441" y="219789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757613" y="2169319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14725" y="2397919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 capture, parse packets, extract JSON-RPC, standardize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38525" y="3021806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533775" y="31265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757613" y="3098006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14725" y="3326606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rules, classify leakage, calculate confidence, real-time &amp; batch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38525" y="3950494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533775" y="405526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757613" y="4026694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14725" y="4255294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metrics, aggregate scores, generate reports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38525" y="4879181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533775" y="49839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757613" y="4955381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14725" y="5183981"/>
            <a:ext cx="233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analysis, trend detection, visualization datasets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67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2540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32460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42472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81800" y="14287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1800" y="169545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- Python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2102644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466409" y="22359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05563" y="2445544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Endpoints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600" y="3031331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455694" y="31646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05563" y="3374231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600" y="3960019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477125" y="409336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05563" y="4302919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Formatting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4888706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55694" y="50220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405563" y="5231606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4875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40000"/>
                </a:srgbClr>
              </a:gs>
              <a:gs pos="100000">
                <a:srgbClr val="82181A">
                  <a:alpha val="40000"/>
                </a:srgbClr>
              </a:gs>
            </a:gsLst>
            <a:lin ang="2700000" scaled="1"/>
          </a:gradFill>
          <a:ln w="254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921067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328547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9667875" y="1428750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667875" y="16954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&amp; Engines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210675" y="2031206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0352484" y="216455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9291638" y="2374106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296400" y="2564606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210675" y="2959894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0363200" y="30932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1431" y="24110"/>
                </a:moveTo>
                <a:cubicBezTo>
                  <a:pt x="21431" y="28564"/>
                  <a:pt x="25014" y="32147"/>
                  <a:pt x="29468" y="32147"/>
                </a:cubicBezTo>
                <a:lnTo>
                  <a:pt x="45541" y="32147"/>
                </a:lnTo>
                <a:cubicBezTo>
                  <a:pt x="49995" y="32147"/>
                  <a:pt x="53578" y="28564"/>
                  <a:pt x="53578" y="24110"/>
                </a:cubicBezTo>
                <a:cubicBezTo>
                  <a:pt x="53578" y="19656"/>
                  <a:pt x="49995" y="16073"/>
                  <a:pt x="45541" y="16073"/>
                </a:cubicBezTo>
                <a:lnTo>
                  <a:pt x="29468" y="16073"/>
                </a:lnTo>
                <a:cubicBezTo>
                  <a:pt x="25014" y="16073"/>
                  <a:pt x="21431" y="19656"/>
                  <a:pt x="21431" y="24110"/>
                </a:cubicBezTo>
                <a:close/>
                <a:moveTo>
                  <a:pt x="21431" y="56257"/>
                </a:moveTo>
                <a:cubicBezTo>
                  <a:pt x="21431" y="60711"/>
                  <a:pt x="25014" y="64294"/>
                  <a:pt x="29468" y="64294"/>
                </a:cubicBezTo>
                <a:lnTo>
                  <a:pt x="45541" y="64294"/>
                </a:lnTo>
                <a:cubicBezTo>
                  <a:pt x="49995" y="64294"/>
                  <a:pt x="53578" y="60711"/>
                  <a:pt x="53578" y="56257"/>
                </a:cubicBezTo>
                <a:cubicBezTo>
                  <a:pt x="53578" y="51803"/>
                  <a:pt x="49995" y="48220"/>
                  <a:pt x="45541" y="48220"/>
                </a:cubicBezTo>
                <a:lnTo>
                  <a:pt x="29468" y="48220"/>
                </a:lnTo>
                <a:cubicBezTo>
                  <a:pt x="25014" y="48220"/>
                  <a:pt x="21431" y="51803"/>
                  <a:pt x="21431" y="56257"/>
                </a:cubicBezTo>
                <a:close/>
                <a:moveTo>
                  <a:pt x="42863" y="80367"/>
                </a:moveTo>
                <a:lnTo>
                  <a:pt x="32147" y="80367"/>
                </a:lnTo>
                <a:cubicBezTo>
                  <a:pt x="26220" y="80367"/>
                  <a:pt x="21431" y="85156"/>
                  <a:pt x="21431" y="91083"/>
                </a:cubicBezTo>
                <a:lnTo>
                  <a:pt x="21431" y="107156"/>
                </a:lnTo>
                <a:cubicBezTo>
                  <a:pt x="21431" y="116030"/>
                  <a:pt x="28631" y="123230"/>
                  <a:pt x="37505" y="123230"/>
                </a:cubicBezTo>
                <a:cubicBezTo>
                  <a:pt x="46379" y="123230"/>
                  <a:pt x="53578" y="116030"/>
                  <a:pt x="53578" y="107156"/>
                </a:cubicBezTo>
                <a:lnTo>
                  <a:pt x="53578" y="91083"/>
                </a:lnTo>
                <a:cubicBezTo>
                  <a:pt x="53578" y="85156"/>
                  <a:pt x="48790" y="80367"/>
                  <a:pt x="42863" y="80367"/>
                </a:cubicBezTo>
                <a:close/>
                <a:moveTo>
                  <a:pt x="37505" y="101798"/>
                </a:moveTo>
                <a:cubicBezTo>
                  <a:pt x="40462" y="101798"/>
                  <a:pt x="42863" y="104199"/>
                  <a:pt x="42863" y="107156"/>
                </a:cubicBezTo>
                <a:cubicBezTo>
                  <a:pt x="42863" y="110113"/>
                  <a:pt x="40462" y="112514"/>
                  <a:pt x="37505" y="112514"/>
                </a:cubicBezTo>
                <a:cubicBezTo>
                  <a:pt x="34548" y="112514"/>
                  <a:pt x="32147" y="110113"/>
                  <a:pt x="32147" y="107156"/>
                </a:cubicBezTo>
                <a:cubicBezTo>
                  <a:pt x="32147" y="104199"/>
                  <a:pt x="34548" y="101798"/>
                  <a:pt x="37505" y="101798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9291638" y="3302794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296400" y="3493294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PCAP Files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10675" y="3888581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10341769" y="40219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9291638" y="4231481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296400" y="4421981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YAML Rules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10675" y="4817269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  <a:ln/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10363200" y="495061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9291638" y="5160169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 Engine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96400" y="5350669"/>
            <a:ext cx="2257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Scoring Algorithms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2045940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2312640" y="608647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Responsibilities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05928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4397425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664125" y="608647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015186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635332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6620024" y="608647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Scalability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96840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830654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573244" y="6086475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Interfaces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465278"/>
            <a:ext cx="51698" cy="344650"/>
          </a:xfrm>
          <a:custGeom>
            <a:avLst/>
            <a:gdLst/>
            <a:ahLst/>
            <a:cxnLst/>
            <a:rect l="l" t="t" r="r" b="b"/>
            <a:pathLst>
              <a:path w="51698" h="344650">
                <a:moveTo>
                  <a:pt x="25849" y="0"/>
                </a:moveTo>
                <a:lnTo>
                  <a:pt x="25849" y="0"/>
                </a:lnTo>
                <a:cubicBezTo>
                  <a:pt x="40115" y="0"/>
                  <a:pt x="51698" y="11582"/>
                  <a:pt x="51698" y="25849"/>
                </a:cubicBezTo>
                <a:lnTo>
                  <a:pt x="51698" y="318801"/>
                </a:lnTo>
                <a:cubicBezTo>
                  <a:pt x="51698" y="333077"/>
                  <a:pt x="40125" y="344650"/>
                  <a:pt x="25849" y="344650"/>
                </a:cubicBezTo>
                <a:lnTo>
                  <a:pt x="25849" y="344650"/>
                </a:lnTo>
                <a:cubicBezTo>
                  <a:pt x="11573" y="344650"/>
                  <a:pt x="0" y="333077"/>
                  <a:pt x="0" y="318801"/>
                </a:cubicBezTo>
                <a:lnTo>
                  <a:pt x="0" y="25849"/>
                </a:lnTo>
                <a:cubicBezTo>
                  <a:pt x="0" y="11582"/>
                  <a:pt x="11582" y="0"/>
                  <a:pt x="2584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99743" y="344650"/>
            <a:ext cx="342926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kern="0" spc="54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743" y="585905"/>
            <a:ext cx="351543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958" y="1141654"/>
            <a:ext cx="4506301" cy="2317772"/>
          </a:xfrm>
          <a:custGeom>
            <a:avLst/>
            <a:gdLst/>
            <a:ahLst/>
            <a:cxnLst/>
            <a:rect l="l" t="t" r="r" b="b"/>
            <a:pathLst>
              <a:path w="4506301" h="2317772">
                <a:moveTo>
                  <a:pt x="137861" y="0"/>
                </a:moveTo>
                <a:lnTo>
                  <a:pt x="4368440" y="0"/>
                </a:lnTo>
                <a:cubicBezTo>
                  <a:pt x="4444579" y="0"/>
                  <a:pt x="4506301" y="61723"/>
                  <a:pt x="4506301" y="137861"/>
                </a:cubicBezTo>
                <a:lnTo>
                  <a:pt x="4506301" y="2179911"/>
                </a:lnTo>
                <a:cubicBezTo>
                  <a:pt x="4506301" y="2256050"/>
                  <a:pt x="4444579" y="2317772"/>
                  <a:pt x="4368440" y="2317772"/>
                </a:cubicBezTo>
                <a:lnTo>
                  <a:pt x="137861" y="2317772"/>
                </a:lnTo>
                <a:cubicBezTo>
                  <a:pt x="61723" y="2317772"/>
                  <a:pt x="0" y="2256050"/>
                  <a:pt x="0" y="2179911"/>
                </a:cubicBezTo>
                <a:lnTo>
                  <a:pt x="0" y="137861"/>
                </a:lnTo>
                <a:cubicBezTo>
                  <a:pt x="0" y="61773"/>
                  <a:pt x="61773" y="0"/>
                  <a:pt x="1378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25592" y="131828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35449" y="1438914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1435" y="404"/>
                </a:moveTo>
                <a:cubicBezTo>
                  <a:pt x="115714" y="-1245"/>
                  <a:pt x="109756" y="2087"/>
                  <a:pt x="108107" y="7808"/>
                </a:cubicBezTo>
                <a:lnTo>
                  <a:pt x="65026" y="158593"/>
                </a:lnTo>
                <a:cubicBezTo>
                  <a:pt x="63377" y="164315"/>
                  <a:pt x="66709" y="170272"/>
                  <a:pt x="72430" y="171921"/>
                </a:cubicBezTo>
                <a:cubicBezTo>
                  <a:pt x="78152" y="173570"/>
                  <a:pt x="84109" y="170238"/>
                  <a:pt x="85759" y="164517"/>
                </a:cubicBezTo>
                <a:lnTo>
                  <a:pt x="128840" y="13732"/>
                </a:lnTo>
                <a:cubicBezTo>
                  <a:pt x="130489" y="8010"/>
                  <a:pt x="127157" y="2053"/>
                  <a:pt x="121435" y="404"/>
                </a:cubicBezTo>
                <a:close/>
                <a:moveTo>
                  <a:pt x="143178" y="46211"/>
                </a:moveTo>
                <a:cubicBezTo>
                  <a:pt x="138971" y="50419"/>
                  <a:pt x="138971" y="57251"/>
                  <a:pt x="143178" y="61458"/>
                </a:cubicBezTo>
                <a:lnTo>
                  <a:pt x="167882" y="86163"/>
                </a:lnTo>
                <a:lnTo>
                  <a:pt x="143178" y="110867"/>
                </a:lnTo>
                <a:cubicBezTo>
                  <a:pt x="138971" y="115074"/>
                  <a:pt x="138971" y="121907"/>
                  <a:pt x="143178" y="126114"/>
                </a:cubicBezTo>
                <a:cubicBezTo>
                  <a:pt x="147385" y="130321"/>
                  <a:pt x="154217" y="130321"/>
                  <a:pt x="158425" y="126114"/>
                </a:cubicBezTo>
                <a:lnTo>
                  <a:pt x="190736" y="93803"/>
                </a:lnTo>
                <a:cubicBezTo>
                  <a:pt x="194943" y="89596"/>
                  <a:pt x="194943" y="82763"/>
                  <a:pt x="190736" y="78556"/>
                </a:cubicBezTo>
                <a:lnTo>
                  <a:pt x="158425" y="46245"/>
                </a:lnTo>
                <a:cubicBezTo>
                  <a:pt x="154217" y="42038"/>
                  <a:pt x="147385" y="42038"/>
                  <a:pt x="143178" y="46245"/>
                </a:cubicBezTo>
                <a:close/>
                <a:moveTo>
                  <a:pt x="50721" y="46211"/>
                </a:moveTo>
                <a:cubicBezTo>
                  <a:pt x="46514" y="42004"/>
                  <a:pt x="39682" y="42004"/>
                  <a:pt x="35475" y="46211"/>
                </a:cubicBezTo>
                <a:lnTo>
                  <a:pt x="3164" y="78522"/>
                </a:lnTo>
                <a:cubicBezTo>
                  <a:pt x="-1043" y="82730"/>
                  <a:pt x="-1043" y="89562"/>
                  <a:pt x="3164" y="93769"/>
                </a:cubicBezTo>
                <a:lnTo>
                  <a:pt x="35475" y="126080"/>
                </a:lnTo>
                <a:cubicBezTo>
                  <a:pt x="39682" y="130287"/>
                  <a:pt x="46514" y="130287"/>
                  <a:pt x="50721" y="126080"/>
                </a:cubicBezTo>
                <a:cubicBezTo>
                  <a:pt x="54929" y="121873"/>
                  <a:pt x="54929" y="115040"/>
                  <a:pt x="50721" y="110833"/>
                </a:cubicBezTo>
                <a:lnTo>
                  <a:pt x="26017" y="86163"/>
                </a:lnTo>
                <a:lnTo>
                  <a:pt x="50688" y="61458"/>
                </a:lnTo>
                <a:cubicBezTo>
                  <a:pt x="54895" y="57251"/>
                  <a:pt x="54895" y="50419"/>
                  <a:pt x="50688" y="462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2567" y="1391525"/>
            <a:ext cx="260210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592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448473" y="1973122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77629" y="80979"/>
                </a:moveTo>
                <a:cubicBezTo>
                  <a:pt x="174520" y="68499"/>
                  <a:pt x="168623" y="59089"/>
                  <a:pt x="156062" y="59089"/>
                </a:cubicBezTo>
                <a:lnTo>
                  <a:pt x="139866" y="59089"/>
                </a:lnTo>
                <a:lnTo>
                  <a:pt x="139866" y="78233"/>
                </a:lnTo>
                <a:cubicBezTo>
                  <a:pt x="139866" y="93096"/>
                  <a:pt x="127265" y="105616"/>
                  <a:pt x="112886" y="105616"/>
                </a:cubicBezTo>
                <a:lnTo>
                  <a:pt x="69751" y="105616"/>
                </a:lnTo>
                <a:cubicBezTo>
                  <a:pt x="57958" y="105616"/>
                  <a:pt x="48184" y="115714"/>
                  <a:pt x="48184" y="127547"/>
                </a:cubicBezTo>
                <a:lnTo>
                  <a:pt x="48184" y="168663"/>
                </a:lnTo>
                <a:cubicBezTo>
                  <a:pt x="48184" y="180376"/>
                  <a:pt x="58362" y="187242"/>
                  <a:pt x="69751" y="190594"/>
                </a:cubicBezTo>
                <a:cubicBezTo>
                  <a:pt x="83403" y="194593"/>
                  <a:pt x="96529" y="195320"/>
                  <a:pt x="112886" y="190594"/>
                </a:cubicBezTo>
                <a:cubicBezTo>
                  <a:pt x="123751" y="187444"/>
                  <a:pt x="134454" y="181103"/>
                  <a:pt x="134454" y="168663"/>
                </a:cubicBezTo>
                <a:lnTo>
                  <a:pt x="134454" y="152225"/>
                </a:lnTo>
                <a:lnTo>
                  <a:pt x="91359" y="152225"/>
                </a:lnTo>
                <a:lnTo>
                  <a:pt x="91359" y="146732"/>
                </a:lnTo>
                <a:lnTo>
                  <a:pt x="156062" y="146732"/>
                </a:lnTo>
                <a:cubicBezTo>
                  <a:pt x="168623" y="146732"/>
                  <a:pt x="173267" y="137968"/>
                  <a:pt x="177629" y="124841"/>
                </a:cubicBezTo>
                <a:cubicBezTo>
                  <a:pt x="182153" y="111311"/>
                  <a:pt x="181951" y="98306"/>
                  <a:pt x="177629" y="80979"/>
                </a:cubicBezTo>
                <a:close/>
                <a:moveTo>
                  <a:pt x="115592" y="179609"/>
                </a:moveTo>
                <a:cubicBezTo>
                  <a:pt x="112519" y="179824"/>
                  <a:pt x="109581" y="178306"/>
                  <a:pt x="107979" y="175674"/>
                </a:cubicBezTo>
                <a:cubicBezTo>
                  <a:pt x="106376" y="173043"/>
                  <a:pt x="106376" y="169736"/>
                  <a:pt x="107979" y="167104"/>
                </a:cubicBezTo>
                <a:cubicBezTo>
                  <a:pt x="109581" y="164472"/>
                  <a:pt x="112519" y="162955"/>
                  <a:pt x="115592" y="163170"/>
                </a:cubicBezTo>
                <a:cubicBezTo>
                  <a:pt x="118666" y="162955"/>
                  <a:pt x="121604" y="164472"/>
                  <a:pt x="123206" y="167104"/>
                </a:cubicBezTo>
                <a:cubicBezTo>
                  <a:pt x="124809" y="169736"/>
                  <a:pt x="124809" y="173043"/>
                  <a:pt x="123206" y="175674"/>
                </a:cubicBezTo>
                <a:cubicBezTo>
                  <a:pt x="121604" y="178306"/>
                  <a:pt x="118666" y="179824"/>
                  <a:pt x="115592" y="179609"/>
                </a:cubicBezTo>
                <a:close/>
                <a:moveTo>
                  <a:pt x="67772" y="100204"/>
                </a:moveTo>
                <a:lnTo>
                  <a:pt x="110907" y="100204"/>
                </a:lnTo>
                <a:cubicBezTo>
                  <a:pt x="122903" y="100204"/>
                  <a:pt x="132475" y="90309"/>
                  <a:pt x="132475" y="78273"/>
                </a:cubicBezTo>
                <a:lnTo>
                  <a:pt x="132475" y="37117"/>
                </a:lnTo>
                <a:cubicBezTo>
                  <a:pt x="132475" y="25404"/>
                  <a:pt x="122620" y="16640"/>
                  <a:pt x="110907" y="14661"/>
                </a:cubicBezTo>
                <a:cubicBezTo>
                  <a:pt x="96448" y="12278"/>
                  <a:pt x="80737" y="12399"/>
                  <a:pt x="67772" y="14701"/>
                </a:cubicBezTo>
                <a:cubicBezTo>
                  <a:pt x="49517" y="17933"/>
                  <a:pt x="46205" y="24677"/>
                  <a:pt x="46205" y="37158"/>
                </a:cubicBezTo>
                <a:lnTo>
                  <a:pt x="46205" y="53596"/>
                </a:lnTo>
                <a:lnTo>
                  <a:pt x="89380" y="53596"/>
                </a:lnTo>
                <a:lnTo>
                  <a:pt x="89380" y="59089"/>
                </a:lnTo>
                <a:lnTo>
                  <a:pt x="30009" y="59089"/>
                </a:lnTo>
                <a:cubicBezTo>
                  <a:pt x="17448" y="59089"/>
                  <a:pt x="6462" y="66641"/>
                  <a:pt x="3029" y="80979"/>
                </a:cubicBezTo>
                <a:cubicBezTo>
                  <a:pt x="-929" y="97418"/>
                  <a:pt x="-1090" y="107676"/>
                  <a:pt x="3029" y="124841"/>
                </a:cubicBezTo>
                <a:cubicBezTo>
                  <a:pt x="6099" y="137604"/>
                  <a:pt x="13409" y="146732"/>
                  <a:pt x="25970" y="146732"/>
                </a:cubicBezTo>
                <a:lnTo>
                  <a:pt x="40793" y="146732"/>
                </a:lnTo>
                <a:lnTo>
                  <a:pt x="40793" y="127022"/>
                </a:lnTo>
                <a:cubicBezTo>
                  <a:pt x="40793" y="112765"/>
                  <a:pt x="53111" y="100204"/>
                  <a:pt x="67772" y="100204"/>
                </a:cubicBezTo>
                <a:close/>
                <a:moveTo>
                  <a:pt x="65107" y="26131"/>
                </a:moveTo>
                <a:cubicBezTo>
                  <a:pt x="69654" y="26131"/>
                  <a:pt x="73346" y="29823"/>
                  <a:pt x="73346" y="34371"/>
                </a:cubicBezTo>
                <a:cubicBezTo>
                  <a:pt x="73346" y="38918"/>
                  <a:pt x="69654" y="42610"/>
                  <a:pt x="65107" y="42610"/>
                </a:cubicBezTo>
                <a:cubicBezTo>
                  <a:pt x="60559" y="42610"/>
                  <a:pt x="56867" y="38918"/>
                  <a:pt x="56867" y="34371"/>
                </a:cubicBezTo>
                <a:cubicBezTo>
                  <a:pt x="56867" y="29823"/>
                  <a:pt x="60559" y="26131"/>
                  <a:pt x="65107" y="261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8830" y="2248842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55691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52724" y="1973122"/>
            <a:ext cx="232639" cy="206790"/>
          </a:xfrm>
          <a:custGeom>
            <a:avLst/>
            <a:gdLst/>
            <a:ahLst/>
            <a:cxnLst/>
            <a:rect l="l" t="t" r="r" b="b"/>
            <a:pathLst>
              <a:path w="232639" h="206790">
                <a:moveTo>
                  <a:pt x="100164" y="35542"/>
                </a:moveTo>
                <a:lnTo>
                  <a:pt x="132475" y="35542"/>
                </a:lnTo>
                <a:lnTo>
                  <a:pt x="132475" y="54929"/>
                </a:lnTo>
                <a:lnTo>
                  <a:pt x="100164" y="54929"/>
                </a:lnTo>
                <a:lnTo>
                  <a:pt x="100164" y="35542"/>
                </a:lnTo>
                <a:close/>
                <a:moveTo>
                  <a:pt x="96933" y="12924"/>
                </a:moveTo>
                <a:cubicBezTo>
                  <a:pt x="86230" y="12924"/>
                  <a:pt x="77546" y="21608"/>
                  <a:pt x="77546" y="32311"/>
                </a:cubicBezTo>
                <a:lnTo>
                  <a:pt x="77546" y="58160"/>
                </a:lnTo>
                <a:cubicBezTo>
                  <a:pt x="77546" y="68863"/>
                  <a:pt x="86230" y="77546"/>
                  <a:pt x="96933" y="77546"/>
                </a:cubicBezTo>
                <a:lnTo>
                  <a:pt x="103395" y="77546"/>
                </a:lnTo>
                <a:lnTo>
                  <a:pt x="10339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51698" y="116319"/>
                </a:lnTo>
                <a:lnTo>
                  <a:pt x="51698" y="129244"/>
                </a:lnTo>
                <a:lnTo>
                  <a:pt x="45235" y="129244"/>
                </a:lnTo>
                <a:cubicBezTo>
                  <a:pt x="34532" y="129244"/>
                  <a:pt x="25849" y="137927"/>
                  <a:pt x="25849" y="148630"/>
                </a:cubicBezTo>
                <a:lnTo>
                  <a:pt x="25849" y="174479"/>
                </a:lnTo>
                <a:cubicBezTo>
                  <a:pt x="25849" y="185182"/>
                  <a:pt x="34532" y="193866"/>
                  <a:pt x="45235" y="193866"/>
                </a:cubicBezTo>
                <a:lnTo>
                  <a:pt x="84008" y="193866"/>
                </a:lnTo>
                <a:cubicBezTo>
                  <a:pt x="94711" y="193866"/>
                  <a:pt x="103395" y="185182"/>
                  <a:pt x="103395" y="174479"/>
                </a:cubicBezTo>
                <a:lnTo>
                  <a:pt x="103395" y="148630"/>
                </a:lnTo>
                <a:cubicBezTo>
                  <a:pt x="103395" y="137927"/>
                  <a:pt x="94711" y="129244"/>
                  <a:pt x="84008" y="129244"/>
                </a:cubicBezTo>
                <a:lnTo>
                  <a:pt x="77546" y="129244"/>
                </a:lnTo>
                <a:lnTo>
                  <a:pt x="77546" y="116319"/>
                </a:lnTo>
                <a:lnTo>
                  <a:pt x="155093" y="116319"/>
                </a:lnTo>
                <a:lnTo>
                  <a:pt x="155093" y="129244"/>
                </a:lnTo>
                <a:lnTo>
                  <a:pt x="148630" y="129244"/>
                </a:lnTo>
                <a:cubicBezTo>
                  <a:pt x="137927" y="129244"/>
                  <a:pt x="129244" y="137927"/>
                  <a:pt x="129244" y="148630"/>
                </a:cubicBezTo>
                <a:lnTo>
                  <a:pt x="129244" y="174479"/>
                </a:lnTo>
                <a:cubicBezTo>
                  <a:pt x="129244" y="185182"/>
                  <a:pt x="137927" y="193866"/>
                  <a:pt x="148630" y="193866"/>
                </a:cubicBezTo>
                <a:lnTo>
                  <a:pt x="187404" y="193866"/>
                </a:lnTo>
                <a:cubicBezTo>
                  <a:pt x="198107" y="193866"/>
                  <a:pt x="206790" y="185182"/>
                  <a:pt x="206790" y="174479"/>
                </a:cubicBezTo>
                <a:lnTo>
                  <a:pt x="206790" y="148630"/>
                </a:lnTo>
                <a:cubicBezTo>
                  <a:pt x="206790" y="137927"/>
                  <a:pt x="198107" y="129244"/>
                  <a:pt x="187404" y="129244"/>
                </a:cubicBezTo>
                <a:lnTo>
                  <a:pt x="180941" y="129244"/>
                </a:lnTo>
                <a:lnTo>
                  <a:pt x="180941" y="116319"/>
                </a:lnTo>
                <a:lnTo>
                  <a:pt x="219714" y="116319"/>
                </a:lnTo>
                <a:cubicBezTo>
                  <a:pt x="226863" y="116319"/>
                  <a:pt x="232639" y="110544"/>
                  <a:pt x="232639" y="103395"/>
                </a:cubicBezTo>
                <a:cubicBezTo>
                  <a:pt x="232639" y="96246"/>
                  <a:pt x="226863" y="90471"/>
                  <a:pt x="219714" y="90471"/>
                </a:cubicBezTo>
                <a:lnTo>
                  <a:pt x="129244" y="90471"/>
                </a:lnTo>
                <a:lnTo>
                  <a:pt x="129244" y="77546"/>
                </a:lnTo>
                <a:lnTo>
                  <a:pt x="135706" y="77546"/>
                </a:lnTo>
                <a:cubicBezTo>
                  <a:pt x="146409" y="77546"/>
                  <a:pt x="155093" y="68863"/>
                  <a:pt x="155093" y="58160"/>
                </a:cubicBezTo>
                <a:lnTo>
                  <a:pt x="155093" y="32311"/>
                </a:lnTo>
                <a:cubicBezTo>
                  <a:pt x="155093" y="21608"/>
                  <a:pt x="146409" y="12924"/>
                  <a:pt x="135706" y="12924"/>
                </a:cubicBezTo>
                <a:lnTo>
                  <a:pt x="96933" y="12924"/>
                </a:lnTo>
                <a:close/>
                <a:moveTo>
                  <a:pt x="180941" y="151861"/>
                </a:moveTo>
                <a:lnTo>
                  <a:pt x="184172" y="151861"/>
                </a:lnTo>
                <a:lnTo>
                  <a:pt x="184172" y="171248"/>
                </a:lnTo>
                <a:lnTo>
                  <a:pt x="151861" y="171248"/>
                </a:lnTo>
                <a:lnTo>
                  <a:pt x="151861" y="151861"/>
                </a:lnTo>
                <a:lnTo>
                  <a:pt x="180941" y="151861"/>
                </a:lnTo>
                <a:close/>
                <a:moveTo>
                  <a:pt x="77546" y="151861"/>
                </a:moveTo>
                <a:lnTo>
                  <a:pt x="80777" y="151861"/>
                </a:lnTo>
                <a:lnTo>
                  <a:pt x="80777" y="171248"/>
                </a:lnTo>
                <a:lnTo>
                  <a:pt x="48466" y="171248"/>
                </a:lnTo>
                <a:lnTo>
                  <a:pt x="48466" y="151861"/>
                </a:lnTo>
                <a:lnTo>
                  <a:pt x="77546" y="151861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28929" y="2248842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mitmproxy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5592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435549" y="2731353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05253" y="0"/>
                  <a:pt x="107111" y="404"/>
                  <a:pt x="108807" y="1171"/>
                </a:cubicBezTo>
                <a:lnTo>
                  <a:pt x="184899" y="33442"/>
                </a:lnTo>
                <a:cubicBezTo>
                  <a:pt x="193785" y="37198"/>
                  <a:pt x="200409" y="45962"/>
                  <a:pt x="200368" y="56544"/>
                </a:cubicBezTo>
                <a:cubicBezTo>
                  <a:pt x="200166" y="96610"/>
                  <a:pt x="183688" y="169915"/>
                  <a:pt x="114098" y="203236"/>
                </a:cubicBezTo>
                <a:cubicBezTo>
                  <a:pt x="107353" y="206467"/>
                  <a:pt x="99518" y="206467"/>
                  <a:pt x="92773" y="203236"/>
                </a:cubicBezTo>
                <a:cubicBezTo>
                  <a:pt x="23143" y="169915"/>
                  <a:pt x="6705" y="96610"/>
                  <a:pt x="6503" y="56544"/>
                </a:cubicBezTo>
                <a:cubicBezTo>
                  <a:pt x="6462" y="45962"/>
                  <a:pt x="13086" y="37198"/>
                  <a:pt x="21971" y="33442"/>
                </a:cubicBezTo>
                <a:lnTo>
                  <a:pt x="98023" y="1171"/>
                </a:lnTo>
                <a:cubicBezTo>
                  <a:pt x="99720" y="404"/>
                  <a:pt x="101537" y="0"/>
                  <a:pt x="103395" y="0"/>
                </a:cubicBezTo>
                <a:close/>
                <a:moveTo>
                  <a:pt x="103395" y="26980"/>
                </a:moveTo>
                <a:lnTo>
                  <a:pt x="103395" y="179689"/>
                </a:lnTo>
                <a:cubicBezTo>
                  <a:pt x="159131" y="152710"/>
                  <a:pt x="174116" y="92934"/>
                  <a:pt x="174479" y="57150"/>
                </a:cubicBezTo>
                <a:lnTo>
                  <a:pt x="103395" y="27020"/>
                </a:lnTo>
                <a:lnTo>
                  <a:pt x="103395" y="27020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8830" y="3007073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scapy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5691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78573" y="2731353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80941" y="83120"/>
                </a:moveTo>
                <a:cubicBezTo>
                  <a:pt x="174964" y="87078"/>
                  <a:pt x="168098" y="90269"/>
                  <a:pt x="160949" y="92813"/>
                </a:cubicBezTo>
                <a:cubicBezTo>
                  <a:pt x="141966" y="99599"/>
                  <a:pt x="117046" y="103395"/>
                  <a:pt x="90471" y="103395"/>
                </a:cubicBezTo>
                <a:cubicBezTo>
                  <a:pt x="63895" y="103395"/>
                  <a:pt x="38935" y="99558"/>
                  <a:pt x="19992" y="92813"/>
                </a:cubicBezTo>
                <a:cubicBezTo>
                  <a:pt x="12884" y="90269"/>
                  <a:pt x="5978" y="87078"/>
                  <a:pt x="0" y="83120"/>
                </a:cubicBezTo>
                <a:lnTo>
                  <a:pt x="0" y="116319"/>
                </a:lnTo>
                <a:cubicBezTo>
                  <a:pt x="0" y="134171"/>
                  <a:pt x="40510" y="148630"/>
                  <a:pt x="90471" y="148630"/>
                </a:cubicBezTo>
                <a:cubicBezTo>
                  <a:pt x="140431" y="148630"/>
                  <a:pt x="180941" y="134171"/>
                  <a:pt x="180941" y="116319"/>
                </a:cubicBezTo>
                <a:lnTo>
                  <a:pt x="180941" y="83120"/>
                </a:lnTo>
                <a:close/>
                <a:moveTo>
                  <a:pt x="180941" y="51698"/>
                </a:moveTo>
                <a:lnTo>
                  <a:pt x="180941" y="32311"/>
                </a:lnTo>
                <a:cubicBezTo>
                  <a:pt x="180941" y="14459"/>
                  <a:pt x="140431" y="0"/>
                  <a:pt x="90471" y="0"/>
                </a:cubicBezTo>
                <a:cubicBezTo>
                  <a:pt x="40510" y="0"/>
                  <a:pt x="0" y="14459"/>
                  <a:pt x="0" y="32311"/>
                </a:cubicBezTo>
                <a:lnTo>
                  <a:pt x="0" y="51698"/>
                </a:lnTo>
                <a:cubicBezTo>
                  <a:pt x="0" y="69549"/>
                  <a:pt x="40510" y="84008"/>
                  <a:pt x="90471" y="84008"/>
                </a:cubicBezTo>
                <a:cubicBezTo>
                  <a:pt x="140431" y="84008"/>
                  <a:pt x="180941" y="69549"/>
                  <a:pt x="180941" y="51698"/>
                </a:cubicBezTo>
                <a:close/>
                <a:moveTo>
                  <a:pt x="160949" y="157435"/>
                </a:moveTo>
                <a:cubicBezTo>
                  <a:pt x="142007" y="164180"/>
                  <a:pt x="117087" y="168017"/>
                  <a:pt x="90471" y="168017"/>
                </a:cubicBezTo>
                <a:cubicBezTo>
                  <a:pt x="63855" y="168017"/>
                  <a:pt x="38935" y="164180"/>
                  <a:pt x="19992" y="157435"/>
                </a:cubicBezTo>
                <a:cubicBezTo>
                  <a:pt x="12884" y="154891"/>
                  <a:pt x="5978" y="151700"/>
                  <a:pt x="0" y="147742"/>
                </a:cubicBezTo>
                <a:lnTo>
                  <a:pt x="0" y="174479"/>
                </a:lnTo>
                <a:cubicBezTo>
                  <a:pt x="0" y="192331"/>
                  <a:pt x="40510" y="206790"/>
                  <a:pt x="90471" y="206790"/>
                </a:cubicBezTo>
                <a:cubicBezTo>
                  <a:pt x="140431" y="206790"/>
                  <a:pt x="180941" y="192331"/>
                  <a:pt x="180941" y="174479"/>
                </a:cubicBezTo>
                <a:lnTo>
                  <a:pt x="180941" y="147742"/>
                </a:lnTo>
                <a:cubicBezTo>
                  <a:pt x="174964" y="151700"/>
                  <a:pt x="168098" y="154891"/>
                  <a:pt x="160949" y="15743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28929" y="3007073"/>
            <a:ext cx="187834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8958" y="3605902"/>
            <a:ext cx="4506301" cy="3076003"/>
          </a:xfrm>
          <a:custGeom>
            <a:avLst/>
            <a:gdLst/>
            <a:ahLst/>
            <a:cxnLst/>
            <a:rect l="l" t="t" r="r" b="b"/>
            <a:pathLst>
              <a:path w="4506301" h="3076003">
                <a:moveTo>
                  <a:pt x="137866" y="0"/>
                </a:moveTo>
                <a:lnTo>
                  <a:pt x="4368435" y="0"/>
                </a:lnTo>
                <a:cubicBezTo>
                  <a:pt x="4444576" y="0"/>
                  <a:pt x="4506301" y="61725"/>
                  <a:pt x="4506301" y="137866"/>
                </a:cubicBezTo>
                <a:lnTo>
                  <a:pt x="4506301" y="2938136"/>
                </a:lnTo>
                <a:cubicBezTo>
                  <a:pt x="4506301" y="3014227"/>
                  <a:pt x="4444525" y="3076003"/>
                  <a:pt x="4368435" y="3076003"/>
                </a:cubicBezTo>
                <a:lnTo>
                  <a:pt x="137866" y="3076003"/>
                </a:lnTo>
                <a:cubicBezTo>
                  <a:pt x="61725" y="3076003"/>
                  <a:pt x="0" y="3014278"/>
                  <a:pt x="0" y="2938136"/>
                </a:cubicBezTo>
                <a:lnTo>
                  <a:pt x="0" y="137866"/>
                </a:lnTo>
                <a:cubicBezTo>
                  <a:pt x="0" y="61776"/>
                  <a:pt x="61776" y="0"/>
                  <a:pt x="1378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25592" y="3782536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4678" y="3903163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39980" y="70848"/>
                </a:moveTo>
                <a:cubicBezTo>
                  <a:pt x="144087" y="69738"/>
                  <a:pt x="148395" y="71690"/>
                  <a:pt x="150246" y="75493"/>
                </a:cubicBezTo>
                <a:lnTo>
                  <a:pt x="156506" y="88148"/>
                </a:lnTo>
                <a:cubicBezTo>
                  <a:pt x="159973" y="88620"/>
                  <a:pt x="163372" y="89562"/>
                  <a:pt x="166570" y="90875"/>
                </a:cubicBezTo>
                <a:lnTo>
                  <a:pt x="178350" y="83032"/>
                </a:lnTo>
                <a:cubicBezTo>
                  <a:pt x="181884" y="80676"/>
                  <a:pt x="186562" y="81148"/>
                  <a:pt x="189558" y="84143"/>
                </a:cubicBezTo>
                <a:lnTo>
                  <a:pt x="196020" y="90605"/>
                </a:lnTo>
                <a:cubicBezTo>
                  <a:pt x="199015" y="93601"/>
                  <a:pt x="199486" y="98313"/>
                  <a:pt x="197130" y="101813"/>
                </a:cubicBezTo>
                <a:lnTo>
                  <a:pt x="189288" y="113560"/>
                </a:lnTo>
                <a:cubicBezTo>
                  <a:pt x="189928" y="115141"/>
                  <a:pt x="190500" y="116791"/>
                  <a:pt x="190971" y="118507"/>
                </a:cubicBezTo>
                <a:cubicBezTo>
                  <a:pt x="191442" y="120224"/>
                  <a:pt x="191745" y="121907"/>
                  <a:pt x="191981" y="123623"/>
                </a:cubicBezTo>
                <a:lnTo>
                  <a:pt x="204670" y="129883"/>
                </a:lnTo>
                <a:cubicBezTo>
                  <a:pt x="208473" y="131768"/>
                  <a:pt x="210425" y="136076"/>
                  <a:pt x="209314" y="140149"/>
                </a:cubicBezTo>
                <a:lnTo>
                  <a:pt x="206958" y="148967"/>
                </a:lnTo>
                <a:cubicBezTo>
                  <a:pt x="205848" y="153039"/>
                  <a:pt x="202044" y="155799"/>
                  <a:pt x="197804" y="155530"/>
                </a:cubicBezTo>
                <a:lnTo>
                  <a:pt x="183668" y="154621"/>
                </a:lnTo>
                <a:cubicBezTo>
                  <a:pt x="181547" y="157348"/>
                  <a:pt x="179090" y="159872"/>
                  <a:pt x="176297" y="162026"/>
                </a:cubicBezTo>
                <a:lnTo>
                  <a:pt x="177205" y="176128"/>
                </a:lnTo>
                <a:cubicBezTo>
                  <a:pt x="177475" y="180369"/>
                  <a:pt x="174715" y="184206"/>
                  <a:pt x="170642" y="185283"/>
                </a:cubicBezTo>
                <a:lnTo>
                  <a:pt x="161824" y="187639"/>
                </a:lnTo>
                <a:cubicBezTo>
                  <a:pt x="157718" y="188750"/>
                  <a:pt x="153443" y="186798"/>
                  <a:pt x="151559" y="182994"/>
                </a:cubicBezTo>
                <a:lnTo>
                  <a:pt x="145298" y="170339"/>
                </a:lnTo>
                <a:cubicBezTo>
                  <a:pt x="141832" y="169868"/>
                  <a:pt x="138432" y="168926"/>
                  <a:pt x="135235" y="167613"/>
                </a:cubicBezTo>
                <a:lnTo>
                  <a:pt x="123455" y="175455"/>
                </a:lnTo>
                <a:cubicBezTo>
                  <a:pt x="119921" y="177811"/>
                  <a:pt x="115242" y="177340"/>
                  <a:pt x="112247" y="174345"/>
                </a:cubicBezTo>
                <a:lnTo>
                  <a:pt x="105785" y="167882"/>
                </a:lnTo>
                <a:cubicBezTo>
                  <a:pt x="102789" y="164887"/>
                  <a:pt x="102318" y="160208"/>
                  <a:pt x="104674" y="156674"/>
                </a:cubicBezTo>
                <a:lnTo>
                  <a:pt x="112516" y="144894"/>
                </a:lnTo>
                <a:cubicBezTo>
                  <a:pt x="111877" y="143313"/>
                  <a:pt x="111305" y="141663"/>
                  <a:pt x="110833" y="139947"/>
                </a:cubicBezTo>
                <a:cubicBezTo>
                  <a:pt x="110362" y="138230"/>
                  <a:pt x="110059" y="136514"/>
                  <a:pt x="109824" y="134831"/>
                </a:cubicBezTo>
                <a:lnTo>
                  <a:pt x="97135" y="128571"/>
                </a:lnTo>
                <a:cubicBezTo>
                  <a:pt x="93332" y="126686"/>
                  <a:pt x="91413" y="122378"/>
                  <a:pt x="92490" y="118305"/>
                </a:cubicBezTo>
                <a:lnTo>
                  <a:pt x="94846" y="109487"/>
                </a:lnTo>
                <a:cubicBezTo>
                  <a:pt x="95957" y="105414"/>
                  <a:pt x="99760" y="102655"/>
                  <a:pt x="104001" y="102924"/>
                </a:cubicBezTo>
                <a:lnTo>
                  <a:pt x="118103" y="103833"/>
                </a:lnTo>
                <a:cubicBezTo>
                  <a:pt x="120224" y="101106"/>
                  <a:pt x="122681" y="98582"/>
                  <a:pt x="125474" y="96428"/>
                </a:cubicBezTo>
                <a:lnTo>
                  <a:pt x="124565" y="82359"/>
                </a:lnTo>
                <a:cubicBezTo>
                  <a:pt x="124296" y="78118"/>
                  <a:pt x="127056" y="74282"/>
                  <a:pt x="131129" y="73205"/>
                </a:cubicBezTo>
                <a:lnTo>
                  <a:pt x="139947" y="70848"/>
                </a:lnTo>
                <a:close/>
                <a:moveTo>
                  <a:pt x="150919" y="114435"/>
                </a:moveTo>
                <a:cubicBezTo>
                  <a:pt x="142746" y="114444"/>
                  <a:pt x="136117" y="121087"/>
                  <a:pt x="136127" y="129261"/>
                </a:cubicBezTo>
                <a:cubicBezTo>
                  <a:pt x="136136" y="137434"/>
                  <a:pt x="142779" y="144062"/>
                  <a:pt x="150953" y="144053"/>
                </a:cubicBezTo>
                <a:cubicBezTo>
                  <a:pt x="159126" y="144044"/>
                  <a:pt x="165754" y="137400"/>
                  <a:pt x="165745" y="129227"/>
                </a:cubicBezTo>
                <a:cubicBezTo>
                  <a:pt x="165736" y="121054"/>
                  <a:pt x="159092" y="114425"/>
                  <a:pt x="150919" y="114435"/>
                </a:cubicBezTo>
                <a:close/>
                <a:moveTo>
                  <a:pt x="75695" y="-15314"/>
                </a:moveTo>
                <a:lnTo>
                  <a:pt x="84513" y="-12958"/>
                </a:lnTo>
                <a:cubicBezTo>
                  <a:pt x="88586" y="-11847"/>
                  <a:pt x="91346" y="-8010"/>
                  <a:pt x="91077" y="-3803"/>
                </a:cubicBezTo>
                <a:lnTo>
                  <a:pt x="90168" y="10265"/>
                </a:lnTo>
                <a:cubicBezTo>
                  <a:pt x="92961" y="12420"/>
                  <a:pt x="95418" y="14910"/>
                  <a:pt x="97539" y="17670"/>
                </a:cubicBezTo>
                <a:lnTo>
                  <a:pt x="111675" y="16761"/>
                </a:lnTo>
                <a:cubicBezTo>
                  <a:pt x="115882" y="16492"/>
                  <a:pt x="119719" y="19252"/>
                  <a:pt x="120830" y="23324"/>
                </a:cubicBezTo>
                <a:lnTo>
                  <a:pt x="123186" y="32143"/>
                </a:lnTo>
                <a:cubicBezTo>
                  <a:pt x="124263" y="36215"/>
                  <a:pt x="122344" y="40523"/>
                  <a:pt x="118541" y="42408"/>
                </a:cubicBezTo>
                <a:lnTo>
                  <a:pt x="105852" y="48668"/>
                </a:lnTo>
                <a:cubicBezTo>
                  <a:pt x="105616" y="50385"/>
                  <a:pt x="105280" y="52101"/>
                  <a:pt x="104842" y="53784"/>
                </a:cubicBezTo>
                <a:cubicBezTo>
                  <a:pt x="104405" y="55467"/>
                  <a:pt x="103799" y="57150"/>
                  <a:pt x="103159" y="58732"/>
                </a:cubicBezTo>
                <a:lnTo>
                  <a:pt x="111002" y="70512"/>
                </a:lnTo>
                <a:cubicBezTo>
                  <a:pt x="113358" y="74046"/>
                  <a:pt x="112886" y="78724"/>
                  <a:pt x="109891" y="81720"/>
                </a:cubicBezTo>
                <a:lnTo>
                  <a:pt x="103429" y="88182"/>
                </a:lnTo>
                <a:cubicBezTo>
                  <a:pt x="100433" y="91177"/>
                  <a:pt x="95755" y="91649"/>
                  <a:pt x="92221" y="89293"/>
                </a:cubicBezTo>
                <a:lnTo>
                  <a:pt x="80441" y="81451"/>
                </a:lnTo>
                <a:cubicBezTo>
                  <a:pt x="77243" y="82763"/>
                  <a:pt x="73844" y="83706"/>
                  <a:pt x="70377" y="84177"/>
                </a:cubicBezTo>
                <a:lnTo>
                  <a:pt x="64117" y="96832"/>
                </a:lnTo>
                <a:cubicBezTo>
                  <a:pt x="62232" y="100635"/>
                  <a:pt x="57924" y="102554"/>
                  <a:pt x="53852" y="101477"/>
                </a:cubicBezTo>
                <a:lnTo>
                  <a:pt x="45033" y="99121"/>
                </a:lnTo>
                <a:cubicBezTo>
                  <a:pt x="40927" y="98010"/>
                  <a:pt x="38201" y="94173"/>
                  <a:pt x="38470" y="89966"/>
                </a:cubicBezTo>
                <a:lnTo>
                  <a:pt x="39379" y="75863"/>
                </a:lnTo>
                <a:cubicBezTo>
                  <a:pt x="36585" y="73709"/>
                  <a:pt x="34128" y="71219"/>
                  <a:pt x="32008" y="68459"/>
                </a:cubicBezTo>
                <a:lnTo>
                  <a:pt x="17872" y="69368"/>
                </a:lnTo>
                <a:cubicBezTo>
                  <a:pt x="13665" y="69637"/>
                  <a:pt x="9828" y="66877"/>
                  <a:pt x="8717" y="62804"/>
                </a:cubicBezTo>
                <a:lnTo>
                  <a:pt x="6361" y="53986"/>
                </a:lnTo>
                <a:cubicBezTo>
                  <a:pt x="5284" y="49914"/>
                  <a:pt x="7203" y="45606"/>
                  <a:pt x="11006" y="43721"/>
                </a:cubicBezTo>
                <a:lnTo>
                  <a:pt x="23695" y="37461"/>
                </a:lnTo>
                <a:cubicBezTo>
                  <a:pt x="23930" y="35744"/>
                  <a:pt x="24267" y="34061"/>
                  <a:pt x="24704" y="32345"/>
                </a:cubicBezTo>
                <a:cubicBezTo>
                  <a:pt x="25176" y="30628"/>
                  <a:pt x="25714" y="28979"/>
                  <a:pt x="26387" y="27397"/>
                </a:cubicBezTo>
                <a:lnTo>
                  <a:pt x="18545" y="15651"/>
                </a:lnTo>
                <a:cubicBezTo>
                  <a:pt x="16189" y="12117"/>
                  <a:pt x="16660" y="7438"/>
                  <a:pt x="19656" y="4443"/>
                </a:cubicBezTo>
                <a:lnTo>
                  <a:pt x="26118" y="-2019"/>
                </a:lnTo>
                <a:cubicBezTo>
                  <a:pt x="29114" y="-5015"/>
                  <a:pt x="33792" y="-5486"/>
                  <a:pt x="37326" y="-3130"/>
                </a:cubicBezTo>
                <a:lnTo>
                  <a:pt x="49106" y="4712"/>
                </a:lnTo>
                <a:cubicBezTo>
                  <a:pt x="52303" y="3399"/>
                  <a:pt x="55703" y="2457"/>
                  <a:pt x="59169" y="1986"/>
                </a:cubicBezTo>
                <a:lnTo>
                  <a:pt x="65430" y="-10669"/>
                </a:lnTo>
                <a:cubicBezTo>
                  <a:pt x="67314" y="-14473"/>
                  <a:pt x="71589" y="-16391"/>
                  <a:pt x="75695" y="-15314"/>
                </a:cubicBezTo>
                <a:close/>
                <a:moveTo>
                  <a:pt x="64757" y="28272"/>
                </a:moveTo>
                <a:cubicBezTo>
                  <a:pt x="56583" y="28272"/>
                  <a:pt x="49947" y="34908"/>
                  <a:pt x="49947" y="43081"/>
                </a:cubicBezTo>
                <a:cubicBezTo>
                  <a:pt x="49947" y="51255"/>
                  <a:pt x="56583" y="57890"/>
                  <a:pt x="64757" y="57890"/>
                </a:cubicBezTo>
                <a:cubicBezTo>
                  <a:pt x="72930" y="57890"/>
                  <a:pt x="79566" y="51255"/>
                  <a:pt x="79566" y="43081"/>
                </a:cubicBezTo>
                <a:cubicBezTo>
                  <a:pt x="79566" y="34908"/>
                  <a:pt x="72930" y="28272"/>
                  <a:pt x="64757" y="282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2567" y="3855774"/>
            <a:ext cx="1568158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6975" y="4368441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25849"/>
                </a:moveTo>
                <a:cubicBezTo>
                  <a:pt x="103395" y="16344"/>
                  <a:pt x="111123" y="8616"/>
                  <a:pt x="120628" y="8616"/>
                </a:cubicBezTo>
                <a:cubicBezTo>
                  <a:pt x="130132" y="8616"/>
                  <a:pt x="137860" y="16344"/>
                  <a:pt x="137860" y="25849"/>
                </a:cubicBezTo>
                <a:lnTo>
                  <a:pt x="137860" y="34465"/>
                </a:lnTo>
                <a:cubicBezTo>
                  <a:pt x="137860" y="39231"/>
                  <a:pt x="141710" y="43081"/>
                  <a:pt x="146476" y="43081"/>
                </a:cubicBezTo>
                <a:cubicBezTo>
                  <a:pt x="151242" y="43081"/>
                  <a:pt x="155093" y="39231"/>
                  <a:pt x="155093" y="34465"/>
                </a:cubicBezTo>
                <a:lnTo>
                  <a:pt x="155093" y="25849"/>
                </a:lnTo>
                <a:cubicBezTo>
                  <a:pt x="155093" y="6812"/>
                  <a:pt x="139664" y="-8616"/>
                  <a:pt x="120628" y="-8616"/>
                </a:cubicBezTo>
                <a:cubicBezTo>
                  <a:pt x="101591" y="-8616"/>
                  <a:pt x="86163" y="6812"/>
                  <a:pt x="86163" y="25849"/>
                </a:cubicBezTo>
                <a:lnTo>
                  <a:pt x="86163" y="43081"/>
                </a:lnTo>
                <a:lnTo>
                  <a:pt x="43081" y="43081"/>
                </a:lnTo>
                <a:cubicBezTo>
                  <a:pt x="33576" y="43081"/>
                  <a:pt x="25849" y="50809"/>
                  <a:pt x="25849" y="60314"/>
                </a:cubicBezTo>
                <a:lnTo>
                  <a:pt x="25849" y="120628"/>
                </a:lnTo>
                <a:cubicBezTo>
                  <a:pt x="25849" y="130132"/>
                  <a:pt x="33576" y="137860"/>
                  <a:pt x="43081" y="137860"/>
                </a:cubicBezTo>
                <a:lnTo>
                  <a:pt x="112011" y="137860"/>
                </a:lnTo>
                <a:cubicBezTo>
                  <a:pt x="121516" y="137860"/>
                  <a:pt x="129244" y="130132"/>
                  <a:pt x="129244" y="120628"/>
                </a:cubicBezTo>
                <a:lnTo>
                  <a:pt x="129244" y="60314"/>
                </a:lnTo>
                <a:cubicBezTo>
                  <a:pt x="129244" y="50809"/>
                  <a:pt x="121516" y="43081"/>
                  <a:pt x="112011" y="43081"/>
                </a:cubicBezTo>
                <a:lnTo>
                  <a:pt x="103395" y="43081"/>
                </a:lnTo>
                <a:lnTo>
                  <a:pt x="103395" y="25849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0886" y="4333976"/>
            <a:ext cx="398071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HTTPS/TLS Decryption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886" y="4540766"/>
            <a:ext cx="3972093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mitmproxy as man-in-the-middle proxy to intercept and decrypt TLS encrypted traffic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5592" y="5023276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38773"/>
                </a:moveTo>
                <a:cubicBezTo>
                  <a:pt x="103395" y="64945"/>
                  <a:pt x="80239" y="86163"/>
                  <a:pt x="51698" y="86163"/>
                </a:cubicBezTo>
                <a:cubicBezTo>
                  <a:pt x="44508" y="86163"/>
                  <a:pt x="37669" y="84816"/>
                  <a:pt x="31449" y="82393"/>
                </a:cubicBezTo>
                <a:lnTo>
                  <a:pt x="9478" y="94025"/>
                </a:lnTo>
                <a:cubicBezTo>
                  <a:pt x="6974" y="95344"/>
                  <a:pt x="3904" y="94887"/>
                  <a:pt x="1885" y="92894"/>
                </a:cubicBezTo>
                <a:cubicBezTo>
                  <a:pt x="-135" y="90901"/>
                  <a:pt x="-592" y="87805"/>
                  <a:pt x="754" y="85301"/>
                </a:cubicBezTo>
                <a:lnTo>
                  <a:pt x="10340" y="67207"/>
                </a:lnTo>
                <a:cubicBezTo>
                  <a:pt x="3850" y="59291"/>
                  <a:pt x="0" y="49436"/>
                  <a:pt x="0" y="38773"/>
                </a:cubicBezTo>
                <a:cubicBezTo>
                  <a:pt x="0" y="12601"/>
                  <a:pt x="23156" y="-8616"/>
                  <a:pt x="51698" y="-8616"/>
                </a:cubicBezTo>
                <a:cubicBezTo>
                  <a:pt x="80239" y="-8616"/>
                  <a:pt x="103395" y="12601"/>
                  <a:pt x="103395" y="38773"/>
                </a:cubicBezTo>
                <a:close/>
                <a:moveTo>
                  <a:pt x="103395" y="137860"/>
                </a:moveTo>
                <a:cubicBezTo>
                  <a:pt x="78058" y="137860"/>
                  <a:pt x="56975" y="121139"/>
                  <a:pt x="52559" y="99087"/>
                </a:cubicBezTo>
                <a:cubicBezTo>
                  <a:pt x="84870" y="98683"/>
                  <a:pt x="112954" y="75688"/>
                  <a:pt x="116050" y="44508"/>
                </a:cubicBezTo>
                <a:cubicBezTo>
                  <a:pt x="138479" y="49678"/>
                  <a:pt x="155093" y="68284"/>
                  <a:pt x="155093" y="90471"/>
                </a:cubicBezTo>
                <a:cubicBezTo>
                  <a:pt x="155093" y="101133"/>
                  <a:pt x="151242" y="110988"/>
                  <a:pt x="144753" y="118904"/>
                </a:cubicBezTo>
                <a:lnTo>
                  <a:pt x="154339" y="136998"/>
                </a:lnTo>
                <a:cubicBezTo>
                  <a:pt x="155658" y="139503"/>
                  <a:pt x="155200" y="142572"/>
                  <a:pt x="153208" y="144592"/>
                </a:cubicBezTo>
                <a:cubicBezTo>
                  <a:pt x="151215" y="146611"/>
                  <a:pt x="148119" y="147069"/>
                  <a:pt x="145615" y="145722"/>
                </a:cubicBezTo>
                <a:lnTo>
                  <a:pt x="123643" y="134090"/>
                </a:lnTo>
                <a:cubicBezTo>
                  <a:pt x="117423" y="136514"/>
                  <a:pt x="110584" y="137860"/>
                  <a:pt x="103395" y="13786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81656" y="4988811"/>
            <a:ext cx="397209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1656" y="5195601"/>
            <a:ext cx="3963477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WebSocket real-time communication, support multi-protocol identification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208" y="5678112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97148" y="323"/>
                </a:moveTo>
                <a:cubicBezTo>
                  <a:pt x="92571" y="-996"/>
                  <a:pt x="87805" y="1669"/>
                  <a:pt x="86486" y="6247"/>
                </a:cubicBezTo>
                <a:lnTo>
                  <a:pt x="52021" y="126874"/>
                </a:lnTo>
                <a:cubicBezTo>
                  <a:pt x="50701" y="131452"/>
                  <a:pt x="53367" y="136218"/>
                  <a:pt x="57944" y="137537"/>
                </a:cubicBezTo>
                <a:cubicBezTo>
                  <a:pt x="62522" y="138856"/>
                  <a:pt x="67288" y="136191"/>
                  <a:pt x="68607" y="131613"/>
                </a:cubicBezTo>
                <a:lnTo>
                  <a:pt x="103072" y="10986"/>
                </a:lnTo>
                <a:cubicBezTo>
                  <a:pt x="104391" y="6408"/>
                  <a:pt x="101726" y="1642"/>
                  <a:pt x="97148" y="323"/>
                </a:cubicBezTo>
                <a:close/>
                <a:moveTo>
                  <a:pt x="114542" y="36969"/>
                </a:moveTo>
                <a:cubicBezTo>
                  <a:pt x="111177" y="40335"/>
                  <a:pt x="111177" y="45801"/>
                  <a:pt x="114542" y="49167"/>
                </a:cubicBezTo>
                <a:lnTo>
                  <a:pt x="134306" y="68930"/>
                </a:lnTo>
                <a:lnTo>
                  <a:pt x="114542" y="88694"/>
                </a:lnTo>
                <a:cubicBezTo>
                  <a:pt x="111177" y="92059"/>
                  <a:pt x="111177" y="97525"/>
                  <a:pt x="114542" y="100891"/>
                </a:cubicBezTo>
                <a:cubicBezTo>
                  <a:pt x="117908" y="104257"/>
                  <a:pt x="123374" y="104257"/>
                  <a:pt x="126740" y="100891"/>
                </a:cubicBezTo>
                <a:lnTo>
                  <a:pt x="152588" y="75042"/>
                </a:lnTo>
                <a:cubicBezTo>
                  <a:pt x="155954" y="71676"/>
                  <a:pt x="155954" y="66211"/>
                  <a:pt x="152588" y="62845"/>
                </a:cubicBezTo>
                <a:lnTo>
                  <a:pt x="126740" y="36996"/>
                </a:lnTo>
                <a:cubicBezTo>
                  <a:pt x="123374" y="33630"/>
                  <a:pt x="117908" y="33630"/>
                  <a:pt x="114542" y="36996"/>
                </a:cubicBezTo>
                <a:close/>
                <a:moveTo>
                  <a:pt x="40577" y="36969"/>
                </a:moveTo>
                <a:cubicBezTo>
                  <a:pt x="37211" y="33603"/>
                  <a:pt x="31746" y="33603"/>
                  <a:pt x="28380" y="36969"/>
                </a:cubicBezTo>
                <a:lnTo>
                  <a:pt x="2531" y="62818"/>
                </a:lnTo>
                <a:cubicBezTo>
                  <a:pt x="-835" y="66184"/>
                  <a:pt x="-835" y="71650"/>
                  <a:pt x="2531" y="75015"/>
                </a:cubicBezTo>
                <a:lnTo>
                  <a:pt x="28380" y="100864"/>
                </a:lnTo>
                <a:cubicBezTo>
                  <a:pt x="31746" y="104230"/>
                  <a:pt x="37211" y="104230"/>
                  <a:pt x="40577" y="100864"/>
                </a:cubicBezTo>
                <a:cubicBezTo>
                  <a:pt x="43943" y="97498"/>
                  <a:pt x="43943" y="92032"/>
                  <a:pt x="40577" y="88667"/>
                </a:cubicBezTo>
                <a:lnTo>
                  <a:pt x="20814" y="68930"/>
                </a:lnTo>
                <a:lnTo>
                  <a:pt x="40550" y="49167"/>
                </a:lnTo>
                <a:cubicBezTo>
                  <a:pt x="43916" y="45801"/>
                  <a:pt x="43916" y="40335"/>
                  <a:pt x="40550" y="36969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01312" y="5643647"/>
            <a:ext cx="386869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JSON-RPC Parsing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1312" y="5850437"/>
            <a:ext cx="38600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method names, parameters, timestamps and other key metadata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440" y="6160622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55413"/>
                </a:moveTo>
                <a:cubicBezTo>
                  <a:pt x="116643" y="58052"/>
                  <a:pt x="112065" y="60179"/>
                  <a:pt x="107299" y="61875"/>
                </a:cubicBezTo>
                <a:cubicBezTo>
                  <a:pt x="94644" y="66399"/>
                  <a:pt x="78031" y="68930"/>
                  <a:pt x="60314" y="68930"/>
                </a:cubicBezTo>
                <a:cubicBezTo>
                  <a:pt x="42597" y="68930"/>
                  <a:pt x="25956" y="66372"/>
                  <a:pt x="13328" y="61875"/>
                </a:cubicBezTo>
                <a:cubicBezTo>
                  <a:pt x="8589" y="60179"/>
                  <a:pt x="3985" y="58052"/>
                  <a:pt x="0" y="55413"/>
                </a:cubicBezTo>
                <a:lnTo>
                  <a:pt x="0" y="77546"/>
                </a:lnTo>
                <a:cubicBezTo>
                  <a:pt x="0" y="89447"/>
                  <a:pt x="27007" y="99087"/>
                  <a:pt x="60314" y="99087"/>
                </a:cubicBezTo>
                <a:cubicBezTo>
                  <a:pt x="93621" y="99087"/>
                  <a:pt x="120628" y="89447"/>
                  <a:pt x="120628" y="77546"/>
                </a:cubicBezTo>
                <a:lnTo>
                  <a:pt x="120628" y="55413"/>
                </a:lnTo>
                <a:close/>
                <a:moveTo>
                  <a:pt x="120628" y="34465"/>
                </a:moveTo>
                <a:lnTo>
                  <a:pt x="120628" y="21541"/>
                </a:lnTo>
                <a:cubicBezTo>
                  <a:pt x="120628" y="9639"/>
                  <a:pt x="93621" y="0"/>
                  <a:pt x="60314" y="0"/>
                </a:cubicBezTo>
                <a:cubicBezTo>
                  <a:pt x="27007" y="0"/>
                  <a:pt x="0" y="9639"/>
                  <a:pt x="0" y="21541"/>
                </a:cubicBezTo>
                <a:lnTo>
                  <a:pt x="0" y="34465"/>
                </a:lnTo>
                <a:cubicBezTo>
                  <a:pt x="0" y="46366"/>
                  <a:pt x="27007" y="56006"/>
                  <a:pt x="60314" y="56006"/>
                </a:cubicBezTo>
                <a:cubicBezTo>
                  <a:pt x="93621" y="56006"/>
                  <a:pt x="120628" y="46366"/>
                  <a:pt x="120628" y="34465"/>
                </a:cubicBezTo>
                <a:close/>
                <a:moveTo>
                  <a:pt x="107299" y="104957"/>
                </a:moveTo>
                <a:cubicBezTo>
                  <a:pt x="94671" y="109453"/>
                  <a:pt x="78058" y="112011"/>
                  <a:pt x="60314" y="112011"/>
                </a:cubicBezTo>
                <a:cubicBezTo>
                  <a:pt x="42570" y="112011"/>
                  <a:pt x="25956" y="109453"/>
                  <a:pt x="13328" y="104957"/>
                </a:cubicBezTo>
                <a:cubicBezTo>
                  <a:pt x="8589" y="103260"/>
                  <a:pt x="3985" y="101133"/>
                  <a:pt x="0" y="98495"/>
                </a:cubicBezTo>
                <a:lnTo>
                  <a:pt x="0" y="116319"/>
                </a:lnTo>
                <a:cubicBezTo>
                  <a:pt x="0" y="128221"/>
                  <a:pt x="27007" y="137860"/>
                  <a:pt x="60314" y="137860"/>
                </a:cubicBezTo>
                <a:cubicBezTo>
                  <a:pt x="93621" y="137860"/>
                  <a:pt x="120628" y="128221"/>
                  <a:pt x="120628" y="116319"/>
                </a:cubicBezTo>
                <a:lnTo>
                  <a:pt x="120628" y="98495"/>
                </a:lnTo>
                <a:cubicBezTo>
                  <a:pt x="116643" y="101133"/>
                  <a:pt x="112065" y="103260"/>
                  <a:pt x="107299" y="104957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01312" y="6126157"/>
            <a:ext cx="253317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1312" y="6332947"/>
            <a:ext cx="252456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 parsing and organized data persistence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05505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70127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13208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17517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3779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98401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41482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Latency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45790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62052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726674" y="1283822"/>
            <a:ext cx="20506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2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69755" y="1697402"/>
            <a:ext cx="196450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74064" y="1938657"/>
            <a:ext cx="195589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05505" y="2399627"/>
            <a:ext cx="6841306" cy="1800797"/>
          </a:xfrm>
          <a:custGeom>
            <a:avLst/>
            <a:gdLst/>
            <a:ahLst/>
            <a:cxnLst/>
            <a:rect l="l" t="t" r="r" b="b"/>
            <a:pathLst>
              <a:path w="6841306" h="1800797">
                <a:moveTo>
                  <a:pt x="137869" y="0"/>
                </a:moveTo>
                <a:lnTo>
                  <a:pt x="6703437" y="0"/>
                </a:lnTo>
                <a:cubicBezTo>
                  <a:pt x="6779580" y="0"/>
                  <a:pt x="6841306" y="61726"/>
                  <a:pt x="6841306" y="137869"/>
                </a:cubicBezTo>
                <a:lnTo>
                  <a:pt x="6841306" y="1662928"/>
                </a:lnTo>
                <a:cubicBezTo>
                  <a:pt x="6841306" y="1739020"/>
                  <a:pt x="6779529" y="1800797"/>
                  <a:pt x="6703437" y="1800797"/>
                </a:cubicBezTo>
                <a:lnTo>
                  <a:pt x="137869" y="1800797"/>
                </a:lnTo>
                <a:cubicBezTo>
                  <a:pt x="61726" y="1800797"/>
                  <a:pt x="0" y="1739071"/>
                  <a:pt x="0" y="1662928"/>
                </a:cubicBezTo>
                <a:lnTo>
                  <a:pt x="0" y="137869"/>
                </a:lnTo>
                <a:cubicBezTo>
                  <a:pt x="0" y="61777"/>
                  <a:pt x="61777" y="0"/>
                  <a:pt x="13786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182139" y="2576260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291996" y="2696888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75392" y="83470"/>
                </a:moveTo>
                <a:cubicBezTo>
                  <a:pt x="97683" y="83470"/>
                  <a:pt x="115781" y="65372"/>
                  <a:pt x="115781" y="43081"/>
                </a:cubicBezTo>
                <a:cubicBezTo>
                  <a:pt x="115781" y="20790"/>
                  <a:pt x="97683" y="2693"/>
                  <a:pt x="75392" y="2693"/>
                </a:cubicBezTo>
                <a:cubicBezTo>
                  <a:pt x="53101" y="2693"/>
                  <a:pt x="35004" y="20790"/>
                  <a:pt x="35004" y="43081"/>
                </a:cubicBezTo>
                <a:cubicBezTo>
                  <a:pt x="35004" y="65372"/>
                  <a:pt x="53101" y="83470"/>
                  <a:pt x="75392" y="83470"/>
                </a:cubicBezTo>
                <a:close/>
                <a:moveTo>
                  <a:pt x="65396" y="102318"/>
                </a:moveTo>
                <a:cubicBezTo>
                  <a:pt x="32244" y="102318"/>
                  <a:pt x="5385" y="129177"/>
                  <a:pt x="5385" y="162329"/>
                </a:cubicBezTo>
                <a:cubicBezTo>
                  <a:pt x="5385" y="167849"/>
                  <a:pt x="9862" y="172325"/>
                  <a:pt x="15381" y="172325"/>
                </a:cubicBezTo>
                <a:lnTo>
                  <a:pt x="100029" y="172325"/>
                </a:lnTo>
                <a:cubicBezTo>
                  <a:pt x="87845" y="157987"/>
                  <a:pt x="80777" y="139509"/>
                  <a:pt x="80777" y="119954"/>
                </a:cubicBezTo>
                <a:lnTo>
                  <a:pt x="80777" y="109487"/>
                </a:lnTo>
                <a:cubicBezTo>
                  <a:pt x="80777" y="107030"/>
                  <a:pt x="81114" y="104607"/>
                  <a:pt x="81753" y="102318"/>
                </a:cubicBezTo>
                <a:lnTo>
                  <a:pt x="65396" y="102318"/>
                </a:lnTo>
                <a:close/>
                <a:moveTo>
                  <a:pt x="149876" y="164416"/>
                </a:moveTo>
                <a:lnTo>
                  <a:pt x="145399" y="166536"/>
                </a:lnTo>
                <a:lnTo>
                  <a:pt x="145399" y="103227"/>
                </a:lnTo>
                <a:lnTo>
                  <a:pt x="177710" y="113997"/>
                </a:lnTo>
                <a:lnTo>
                  <a:pt x="177710" y="120594"/>
                </a:lnTo>
                <a:cubicBezTo>
                  <a:pt x="177710" y="139375"/>
                  <a:pt x="166873" y="156439"/>
                  <a:pt x="149876" y="164449"/>
                </a:cubicBezTo>
                <a:close/>
                <a:moveTo>
                  <a:pt x="142000" y="87341"/>
                </a:moveTo>
                <a:lnTo>
                  <a:pt x="104304" y="99895"/>
                </a:lnTo>
                <a:cubicBezTo>
                  <a:pt x="99895" y="101376"/>
                  <a:pt x="96933" y="105482"/>
                  <a:pt x="96933" y="110127"/>
                </a:cubicBezTo>
                <a:lnTo>
                  <a:pt x="96933" y="120594"/>
                </a:lnTo>
                <a:cubicBezTo>
                  <a:pt x="96933" y="145635"/>
                  <a:pt x="111405" y="168421"/>
                  <a:pt x="134023" y="179057"/>
                </a:cubicBezTo>
                <a:lnTo>
                  <a:pt x="140250" y="181985"/>
                </a:lnTo>
                <a:cubicBezTo>
                  <a:pt x="141865" y="182725"/>
                  <a:pt x="143615" y="183129"/>
                  <a:pt x="145366" y="183129"/>
                </a:cubicBezTo>
                <a:cubicBezTo>
                  <a:pt x="147116" y="183129"/>
                  <a:pt x="148900" y="182725"/>
                  <a:pt x="150482" y="181985"/>
                </a:cubicBezTo>
                <a:lnTo>
                  <a:pt x="156708" y="179057"/>
                </a:lnTo>
                <a:cubicBezTo>
                  <a:pt x="179393" y="168387"/>
                  <a:pt x="193866" y="145601"/>
                  <a:pt x="193866" y="120560"/>
                </a:cubicBezTo>
                <a:lnTo>
                  <a:pt x="193866" y="110093"/>
                </a:lnTo>
                <a:cubicBezTo>
                  <a:pt x="193866" y="105448"/>
                  <a:pt x="190904" y="101342"/>
                  <a:pt x="186495" y="99861"/>
                </a:cubicBezTo>
                <a:lnTo>
                  <a:pt x="148799" y="87307"/>
                </a:lnTo>
                <a:cubicBezTo>
                  <a:pt x="146577" y="86566"/>
                  <a:pt x="144188" y="86566"/>
                  <a:pt x="142000" y="873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699114" y="2649498"/>
            <a:ext cx="3144933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Protection Mechanisms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82139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5337231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924" y="68930"/>
                </a:moveTo>
                <a:cubicBezTo>
                  <a:pt x="12924" y="37992"/>
                  <a:pt x="37992" y="12924"/>
                  <a:pt x="68930" y="12924"/>
                </a:cubicBezTo>
                <a:cubicBezTo>
                  <a:pt x="85920" y="12924"/>
                  <a:pt x="101133" y="20491"/>
                  <a:pt x="111419" y="32446"/>
                </a:cubicBezTo>
                <a:cubicBezTo>
                  <a:pt x="113735" y="35165"/>
                  <a:pt x="117827" y="35461"/>
                  <a:pt x="120520" y="33146"/>
                </a:cubicBezTo>
                <a:cubicBezTo>
                  <a:pt x="123212" y="30830"/>
                  <a:pt x="123536" y="26737"/>
                  <a:pt x="121220" y="24045"/>
                </a:cubicBezTo>
                <a:cubicBezTo>
                  <a:pt x="108592" y="9316"/>
                  <a:pt x="89851" y="0"/>
                  <a:pt x="68930" y="0"/>
                </a:cubicBezTo>
                <a:cubicBezTo>
                  <a:pt x="30857" y="0"/>
                  <a:pt x="0" y="30857"/>
                  <a:pt x="0" y="68930"/>
                </a:cubicBezTo>
                <a:lnTo>
                  <a:pt x="0" y="79700"/>
                </a:lnTo>
                <a:cubicBezTo>
                  <a:pt x="0" y="83281"/>
                  <a:pt x="2881" y="86163"/>
                  <a:pt x="6462" y="86163"/>
                </a:cubicBezTo>
                <a:cubicBezTo>
                  <a:pt x="10043" y="86163"/>
                  <a:pt x="12924" y="83281"/>
                  <a:pt x="12924" y="79700"/>
                </a:cubicBezTo>
                <a:lnTo>
                  <a:pt x="12924" y="68930"/>
                </a:lnTo>
                <a:close/>
                <a:moveTo>
                  <a:pt x="136379" y="54686"/>
                </a:moveTo>
                <a:cubicBezTo>
                  <a:pt x="135652" y="51186"/>
                  <a:pt x="132206" y="48951"/>
                  <a:pt x="128732" y="49705"/>
                </a:cubicBezTo>
                <a:cubicBezTo>
                  <a:pt x="125259" y="50459"/>
                  <a:pt x="122997" y="53879"/>
                  <a:pt x="123751" y="57352"/>
                </a:cubicBezTo>
                <a:cubicBezTo>
                  <a:pt x="124532" y="61095"/>
                  <a:pt x="124963" y="64972"/>
                  <a:pt x="124963" y="68957"/>
                </a:cubicBezTo>
                <a:lnTo>
                  <a:pt x="124963" y="79727"/>
                </a:lnTo>
                <a:cubicBezTo>
                  <a:pt x="124963" y="83308"/>
                  <a:pt x="127844" y="86189"/>
                  <a:pt x="131425" y="86189"/>
                </a:cubicBezTo>
                <a:cubicBezTo>
                  <a:pt x="135006" y="86189"/>
                  <a:pt x="137887" y="83308"/>
                  <a:pt x="137887" y="79727"/>
                </a:cubicBezTo>
                <a:lnTo>
                  <a:pt x="137887" y="68957"/>
                </a:lnTo>
                <a:cubicBezTo>
                  <a:pt x="137887" y="64083"/>
                  <a:pt x="137375" y="59318"/>
                  <a:pt x="136406" y="54713"/>
                </a:cubicBezTo>
                <a:close/>
                <a:moveTo>
                  <a:pt x="68930" y="21541"/>
                </a:moveTo>
                <a:cubicBezTo>
                  <a:pt x="63814" y="21541"/>
                  <a:pt x="58860" y="22348"/>
                  <a:pt x="54255" y="23856"/>
                </a:cubicBezTo>
                <a:cubicBezTo>
                  <a:pt x="50163" y="25203"/>
                  <a:pt x="49220" y="30238"/>
                  <a:pt x="52021" y="33523"/>
                </a:cubicBezTo>
                <a:cubicBezTo>
                  <a:pt x="53932" y="35757"/>
                  <a:pt x="57083" y="36431"/>
                  <a:pt x="59937" y="35650"/>
                </a:cubicBezTo>
                <a:cubicBezTo>
                  <a:pt x="62791" y="34869"/>
                  <a:pt x="65807" y="34465"/>
                  <a:pt x="68930" y="34465"/>
                </a:cubicBezTo>
                <a:cubicBezTo>
                  <a:pt x="87967" y="34465"/>
                  <a:pt x="103395" y="49893"/>
                  <a:pt x="103395" y="68930"/>
                </a:cubicBezTo>
                <a:lnTo>
                  <a:pt x="103395" y="75635"/>
                </a:lnTo>
                <a:cubicBezTo>
                  <a:pt x="103395" y="82420"/>
                  <a:pt x="102991" y="89178"/>
                  <a:pt x="102210" y="95910"/>
                </a:cubicBezTo>
                <a:cubicBezTo>
                  <a:pt x="101753" y="99841"/>
                  <a:pt x="104741" y="103395"/>
                  <a:pt x="108726" y="103395"/>
                </a:cubicBezTo>
                <a:cubicBezTo>
                  <a:pt x="111904" y="103395"/>
                  <a:pt x="114623" y="101079"/>
                  <a:pt x="115000" y="97929"/>
                </a:cubicBezTo>
                <a:cubicBezTo>
                  <a:pt x="115889" y="90551"/>
                  <a:pt x="116346" y="83120"/>
                  <a:pt x="116346" y="75661"/>
                </a:cubicBezTo>
                <a:lnTo>
                  <a:pt x="116346" y="68957"/>
                </a:lnTo>
                <a:cubicBezTo>
                  <a:pt x="116346" y="42785"/>
                  <a:pt x="95129" y="21568"/>
                  <a:pt x="68957" y="21568"/>
                </a:cubicBezTo>
                <a:close/>
                <a:moveTo>
                  <a:pt x="40577" y="40039"/>
                </a:moveTo>
                <a:cubicBezTo>
                  <a:pt x="38127" y="37185"/>
                  <a:pt x="33765" y="36969"/>
                  <a:pt x="31449" y="39931"/>
                </a:cubicBezTo>
                <a:cubicBezTo>
                  <a:pt x="25229" y="47955"/>
                  <a:pt x="21541" y="57998"/>
                  <a:pt x="21541" y="68930"/>
                </a:cubicBezTo>
                <a:lnTo>
                  <a:pt x="21541" y="75635"/>
                </a:lnTo>
                <a:cubicBezTo>
                  <a:pt x="21541" y="82151"/>
                  <a:pt x="20841" y="88667"/>
                  <a:pt x="19440" y="94994"/>
                </a:cubicBezTo>
                <a:cubicBezTo>
                  <a:pt x="18525" y="99195"/>
                  <a:pt x="21568" y="103368"/>
                  <a:pt x="25876" y="103368"/>
                </a:cubicBezTo>
                <a:cubicBezTo>
                  <a:pt x="28703" y="103368"/>
                  <a:pt x="31234" y="101483"/>
                  <a:pt x="31853" y="98710"/>
                </a:cubicBezTo>
                <a:cubicBezTo>
                  <a:pt x="33576" y="91144"/>
                  <a:pt x="34465" y="83416"/>
                  <a:pt x="34465" y="75608"/>
                </a:cubicBezTo>
                <a:lnTo>
                  <a:pt x="34465" y="68903"/>
                </a:lnTo>
                <a:cubicBezTo>
                  <a:pt x="34465" y="61579"/>
                  <a:pt x="36754" y="54794"/>
                  <a:pt x="40631" y="49220"/>
                </a:cubicBezTo>
                <a:cubicBezTo>
                  <a:pt x="42570" y="46420"/>
                  <a:pt x="42785" y="42597"/>
                  <a:pt x="40577" y="40012"/>
                </a:cubicBezTo>
                <a:close/>
                <a:moveTo>
                  <a:pt x="68930" y="43081"/>
                </a:moveTo>
                <a:cubicBezTo>
                  <a:pt x="54659" y="43081"/>
                  <a:pt x="43081" y="54659"/>
                  <a:pt x="43081" y="68930"/>
                </a:cubicBezTo>
                <a:lnTo>
                  <a:pt x="43081" y="75635"/>
                </a:lnTo>
                <a:cubicBezTo>
                  <a:pt x="43081" y="85301"/>
                  <a:pt x="41843" y="94887"/>
                  <a:pt x="39366" y="104203"/>
                </a:cubicBezTo>
                <a:cubicBezTo>
                  <a:pt x="38342" y="108053"/>
                  <a:pt x="41170" y="112011"/>
                  <a:pt x="45155" y="112011"/>
                </a:cubicBezTo>
                <a:cubicBezTo>
                  <a:pt x="47713" y="112011"/>
                  <a:pt x="49974" y="110342"/>
                  <a:pt x="50647" y="107865"/>
                </a:cubicBezTo>
                <a:cubicBezTo>
                  <a:pt x="53475" y="97364"/>
                  <a:pt x="54929" y="86540"/>
                  <a:pt x="54929" y="75635"/>
                </a:cubicBezTo>
                <a:lnTo>
                  <a:pt x="54929" y="68930"/>
                </a:lnTo>
                <a:cubicBezTo>
                  <a:pt x="54929" y="61202"/>
                  <a:pt x="61202" y="54929"/>
                  <a:pt x="68930" y="54929"/>
                </a:cubicBezTo>
                <a:cubicBezTo>
                  <a:pt x="76658" y="54929"/>
                  <a:pt x="82931" y="61202"/>
                  <a:pt x="82931" y="68930"/>
                </a:cubicBezTo>
                <a:lnTo>
                  <a:pt x="82931" y="75635"/>
                </a:lnTo>
                <a:cubicBezTo>
                  <a:pt x="82931" y="85409"/>
                  <a:pt x="81989" y="95129"/>
                  <a:pt x="80131" y="104687"/>
                </a:cubicBezTo>
                <a:cubicBezTo>
                  <a:pt x="79404" y="108430"/>
                  <a:pt x="82204" y="112011"/>
                  <a:pt x="86001" y="112011"/>
                </a:cubicBezTo>
                <a:cubicBezTo>
                  <a:pt x="88747" y="112011"/>
                  <a:pt x="91117" y="110127"/>
                  <a:pt x="91655" y="107434"/>
                </a:cubicBezTo>
                <a:cubicBezTo>
                  <a:pt x="93729" y="96987"/>
                  <a:pt x="94779" y="86351"/>
                  <a:pt x="94779" y="75635"/>
                </a:cubicBezTo>
                <a:lnTo>
                  <a:pt x="94779" y="68930"/>
                </a:lnTo>
                <a:cubicBezTo>
                  <a:pt x="94779" y="54659"/>
                  <a:pt x="83201" y="43081"/>
                  <a:pt x="68930" y="43081"/>
                </a:cubicBezTo>
                <a:close/>
                <a:moveTo>
                  <a:pt x="75392" y="68930"/>
                </a:moveTo>
                <a:cubicBezTo>
                  <a:pt x="75392" y="65349"/>
                  <a:pt x="72511" y="62468"/>
                  <a:pt x="68930" y="62468"/>
                </a:cubicBezTo>
                <a:cubicBezTo>
                  <a:pt x="65349" y="62468"/>
                  <a:pt x="62468" y="65349"/>
                  <a:pt x="62468" y="68930"/>
                </a:cubicBezTo>
                <a:lnTo>
                  <a:pt x="62468" y="75635"/>
                </a:lnTo>
                <a:cubicBezTo>
                  <a:pt x="62468" y="91763"/>
                  <a:pt x="59506" y="107757"/>
                  <a:pt x="53717" y="122809"/>
                </a:cubicBezTo>
                <a:lnTo>
                  <a:pt x="52128" y="126928"/>
                </a:lnTo>
                <a:cubicBezTo>
                  <a:pt x="50836" y="130267"/>
                  <a:pt x="52505" y="134010"/>
                  <a:pt x="55844" y="135275"/>
                </a:cubicBezTo>
                <a:cubicBezTo>
                  <a:pt x="59183" y="136541"/>
                  <a:pt x="62926" y="134898"/>
                  <a:pt x="64191" y="131559"/>
                </a:cubicBezTo>
                <a:lnTo>
                  <a:pt x="65780" y="127440"/>
                </a:lnTo>
                <a:cubicBezTo>
                  <a:pt x="72134" y="110907"/>
                  <a:pt x="75392" y="93352"/>
                  <a:pt x="75392" y="75635"/>
                </a:cubicBezTo>
                <a:lnTo>
                  <a:pt x="75392" y="68930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561254" y="3265560"/>
            <a:ext cx="116319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Hashing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9999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hash then take first 16 characters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89784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562110" y="3300025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0" y="50782"/>
                </a:moveTo>
                <a:cubicBezTo>
                  <a:pt x="0" y="22725"/>
                  <a:pt x="23156" y="0"/>
                  <a:pt x="51698" y="0"/>
                </a:cubicBezTo>
                <a:cubicBezTo>
                  <a:pt x="80239" y="0"/>
                  <a:pt x="103395" y="22725"/>
                  <a:pt x="103395" y="50782"/>
                </a:cubicBezTo>
                <a:cubicBezTo>
                  <a:pt x="103395" y="82905"/>
                  <a:pt x="71030" y="121408"/>
                  <a:pt x="57513" y="136083"/>
                </a:cubicBezTo>
                <a:cubicBezTo>
                  <a:pt x="54336" y="139529"/>
                  <a:pt x="49032" y="139529"/>
                  <a:pt x="45855" y="136083"/>
                </a:cubicBezTo>
                <a:cubicBezTo>
                  <a:pt x="32338" y="121408"/>
                  <a:pt x="-27" y="82905"/>
                  <a:pt x="-27" y="50782"/>
                </a:cubicBezTo>
                <a:close/>
                <a:moveTo>
                  <a:pt x="51698" y="68930"/>
                </a:moveTo>
                <a:cubicBezTo>
                  <a:pt x="61208" y="68930"/>
                  <a:pt x="68930" y="61208"/>
                  <a:pt x="68930" y="51698"/>
                </a:cubicBezTo>
                <a:cubicBezTo>
                  <a:pt x="68930" y="42187"/>
                  <a:pt x="61208" y="34465"/>
                  <a:pt x="51698" y="34465"/>
                </a:cubicBezTo>
                <a:cubicBezTo>
                  <a:pt x="42187" y="34465"/>
                  <a:pt x="34465" y="42187"/>
                  <a:pt x="34465" y="51698"/>
                </a:cubicBezTo>
                <a:cubicBezTo>
                  <a:pt x="34465" y="61208"/>
                  <a:pt x="42187" y="68930"/>
                  <a:pt x="51698" y="6893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768900" y="3265560"/>
            <a:ext cx="118904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Anonymization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27645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processing, do not store original IP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597430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752523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40550"/>
                </a:moveTo>
                <a:lnTo>
                  <a:pt x="109480" y="66399"/>
                </a:lnTo>
                <a:cubicBezTo>
                  <a:pt x="107003" y="68876"/>
                  <a:pt x="103314" y="69603"/>
                  <a:pt x="100083" y="68257"/>
                </a:cubicBezTo>
                <a:cubicBezTo>
                  <a:pt x="96852" y="66911"/>
                  <a:pt x="94779" y="63787"/>
                  <a:pt x="94779" y="60314"/>
                </a:cubicBezTo>
                <a:lnTo>
                  <a:pt x="94779" y="43081"/>
                </a:lnTo>
                <a:lnTo>
                  <a:pt x="8616" y="43081"/>
                </a:lnTo>
                <a:cubicBezTo>
                  <a:pt x="3850" y="43081"/>
                  <a:pt x="0" y="39231"/>
                  <a:pt x="0" y="34465"/>
                </a:cubicBezTo>
                <a:cubicBezTo>
                  <a:pt x="0" y="29699"/>
                  <a:pt x="3850" y="25849"/>
                  <a:pt x="8616" y="25849"/>
                </a:cubicBezTo>
                <a:lnTo>
                  <a:pt x="94779" y="25849"/>
                </a:lnTo>
                <a:lnTo>
                  <a:pt x="94779" y="8616"/>
                </a:lnTo>
                <a:cubicBezTo>
                  <a:pt x="94779" y="5143"/>
                  <a:pt x="96879" y="1993"/>
                  <a:pt x="100110" y="646"/>
                </a:cubicBezTo>
                <a:cubicBezTo>
                  <a:pt x="103341" y="-700"/>
                  <a:pt x="107030" y="54"/>
                  <a:pt x="109507" y="2504"/>
                </a:cubicBezTo>
                <a:lnTo>
                  <a:pt x="135356" y="28353"/>
                </a:lnTo>
                <a:cubicBezTo>
                  <a:pt x="138722" y="31719"/>
                  <a:pt x="138722" y="37185"/>
                  <a:pt x="135356" y="40550"/>
                </a:cubicBezTo>
                <a:close/>
                <a:moveTo>
                  <a:pt x="28353" y="135329"/>
                </a:moveTo>
                <a:lnTo>
                  <a:pt x="2504" y="109480"/>
                </a:lnTo>
                <a:cubicBezTo>
                  <a:pt x="-862" y="106115"/>
                  <a:pt x="-862" y="100649"/>
                  <a:pt x="2504" y="97283"/>
                </a:cubicBezTo>
                <a:lnTo>
                  <a:pt x="28353" y="71434"/>
                </a:lnTo>
                <a:cubicBezTo>
                  <a:pt x="30830" y="68957"/>
                  <a:pt x="34519" y="68230"/>
                  <a:pt x="37750" y="69576"/>
                </a:cubicBezTo>
                <a:cubicBezTo>
                  <a:pt x="40981" y="70923"/>
                  <a:pt x="43081" y="74073"/>
                  <a:pt x="43081" y="77546"/>
                </a:cubicBezTo>
                <a:lnTo>
                  <a:pt x="43081" y="94779"/>
                </a:lnTo>
                <a:lnTo>
                  <a:pt x="129244" y="94779"/>
                </a:lnTo>
                <a:cubicBezTo>
                  <a:pt x="134010" y="94779"/>
                  <a:pt x="137860" y="98629"/>
                  <a:pt x="137860" y="103395"/>
                </a:cubicBezTo>
                <a:cubicBezTo>
                  <a:pt x="137860" y="108161"/>
                  <a:pt x="134010" y="112011"/>
                  <a:pt x="129244" y="112011"/>
                </a:cubicBezTo>
                <a:lnTo>
                  <a:pt x="43081" y="112011"/>
                </a:lnTo>
                <a:lnTo>
                  <a:pt x="43081" y="129244"/>
                </a:lnTo>
                <a:cubicBezTo>
                  <a:pt x="43081" y="132717"/>
                  <a:pt x="40981" y="135868"/>
                  <a:pt x="37750" y="137214"/>
                </a:cubicBezTo>
                <a:cubicBezTo>
                  <a:pt x="34519" y="138560"/>
                  <a:pt x="30830" y="137806"/>
                  <a:pt x="28353" y="13535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9976546" y="3265560"/>
            <a:ext cx="118904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Hash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735290" y="3541281"/>
            <a:ext cx="1852495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sensitive parameters before storage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005505" y="4346900"/>
            <a:ext cx="6841306" cy="2335005"/>
          </a:xfrm>
          <a:custGeom>
            <a:avLst/>
            <a:gdLst/>
            <a:ahLst/>
            <a:cxnLst/>
            <a:rect l="l" t="t" r="r" b="b"/>
            <a:pathLst>
              <a:path w="6841306" h="2335005">
                <a:moveTo>
                  <a:pt x="137859" y="0"/>
                </a:moveTo>
                <a:lnTo>
                  <a:pt x="6703447" y="0"/>
                </a:lnTo>
                <a:cubicBezTo>
                  <a:pt x="6779585" y="0"/>
                  <a:pt x="6841306" y="61721"/>
                  <a:pt x="6841306" y="137859"/>
                </a:cubicBezTo>
                <a:lnTo>
                  <a:pt x="6841306" y="2197146"/>
                </a:lnTo>
                <a:cubicBezTo>
                  <a:pt x="6841306" y="2273284"/>
                  <a:pt x="6779585" y="2335005"/>
                  <a:pt x="6703447" y="2335005"/>
                </a:cubicBezTo>
                <a:lnTo>
                  <a:pt x="137859" y="2335005"/>
                </a:lnTo>
                <a:cubicBezTo>
                  <a:pt x="61721" y="2335005"/>
                  <a:pt x="0" y="2273284"/>
                  <a:pt x="0" y="2197146"/>
                </a:cubicBezTo>
                <a:lnTo>
                  <a:pt x="0" y="137859"/>
                </a:lnTo>
                <a:cubicBezTo>
                  <a:pt x="0" y="61772"/>
                  <a:pt x="61772" y="0"/>
                  <a:pt x="13785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5182139" y="452353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5302766" y="4644161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0" y="26926"/>
                </a:moveTo>
                <a:cubicBezTo>
                  <a:pt x="0" y="18007"/>
                  <a:pt x="7236" y="10770"/>
                  <a:pt x="16155" y="10770"/>
                </a:cubicBezTo>
                <a:lnTo>
                  <a:pt x="48466" y="10770"/>
                </a:lnTo>
                <a:cubicBezTo>
                  <a:pt x="57386" y="10770"/>
                  <a:pt x="64622" y="18007"/>
                  <a:pt x="64622" y="26926"/>
                </a:cubicBezTo>
                <a:lnTo>
                  <a:pt x="64622" y="32311"/>
                </a:lnTo>
                <a:lnTo>
                  <a:pt x="107703" y="32311"/>
                </a:lnTo>
                <a:lnTo>
                  <a:pt x="107703" y="26926"/>
                </a:lnTo>
                <a:cubicBezTo>
                  <a:pt x="107703" y="18007"/>
                  <a:pt x="114939" y="10770"/>
                  <a:pt x="123859" y="10770"/>
                </a:cubicBezTo>
                <a:lnTo>
                  <a:pt x="156170" y="10770"/>
                </a:lnTo>
                <a:cubicBezTo>
                  <a:pt x="165089" y="10770"/>
                  <a:pt x="172325" y="18007"/>
                  <a:pt x="172325" y="26926"/>
                </a:cubicBezTo>
                <a:lnTo>
                  <a:pt x="172325" y="59237"/>
                </a:lnTo>
                <a:cubicBezTo>
                  <a:pt x="172325" y="68156"/>
                  <a:pt x="165089" y="75392"/>
                  <a:pt x="156170" y="75392"/>
                </a:cubicBezTo>
                <a:lnTo>
                  <a:pt x="123859" y="75392"/>
                </a:lnTo>
                <a:cubicBezTo>
                  <a:pt x="114939" y="75392"/>
                  <a:pt x="107703" y="68156"/>
                  <a:pt x="107703" y="59237"/>
                </a:cubicBezTo>
                <a:lnTo>
                  <a:pt x="107703" y="53852"/>
                </a:lnTo>
                <a:lnTo>
                  <a:pt x="64622" y="53852"/>
                </a:lnTo>
                <a:lnTo>
                  <a:pt x="64622" y="59237"/>
                </a:lnTo>
                <a:cubicBezTo>
                  <a:pt x="64622" y="61694"/>
                  <a:pt x="64050" y="64050"/>
                  <a:pt x="63074" y="66136"/>
                </a:cubicBezTo>
                <a:lnTo>
                  <a:pt x="86163" y="96933"/>
                </a:lnTo>
                <a:lnTo>
                  <a:pt x="113088" y="96933"/>
                </a:lnTo>
                <a:cubicBezTo>
                  <a:pt x="122008" y="96933"/>
                  <a:pt x="129244" y="104169"/>
                  <a:pt x="129244" y="113088"/>
                </a:cubicBezTo>
                <a:lnTo>
                  <a:pt x="129244" y="145399"/>
                </a:lnTo>
                <a:cubicBezTo>
                  <a:pt x="129244" y="154318"/>
                  <a:pt x="122008" y="161555"/>
                  <a:pt x="113088" y="161555"/>
                </a:cubicBezTo>
                <a:lnTo>
                  <a:pt x="80777" y="161555"/>
                </a:lnTo>
                <a:cubicBezTo>
                  <a:pt x="71858" y="161555"/>
                  <a:pt x="64622" y="154318"/>
                  <a:pt x="64622" y="145399"/>
                </a:cubicBezTo>
                <a:lnTo>
                  <a:pt x="64622" y="113088"/>
                </a:lnTo>
                <a:cubicBezTo>
                  <a:pt x="64622" y="110631"/>
                  <a:pt x="65194" y="108275"/>
                  <a:pt x="66170" y="106189"/>
                </a:cubicBezTo>
                <a:lnTo>
                  <a:pt x="43081" y="75392"/>
                </a:lnTo>
                <a:lnTo>
                  <a:pt x="16155" y="75392"/>
                </a:lnTo>
                <a:cubicBezTo>
                  <a:pt x="7236" y="75392"/>
                  <a:pt x="0" y="68156"/>
                  <a:pt x="0" y="59237"/>
                </a:cubicBezTo>
                <a:lnTo>
                  <a:pt x="0" y="2692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699114" y="4596772"/>
            <a:ext cx="2179912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Flow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568389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5799816" y="5217142"/>
            <a:ext cx="189558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354867" y="5695344"/>
            <a:ext cx="105118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600993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7288813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501527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034364" y="5695344"/>
            <a:ext cx="112872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 Parsing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321417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9009236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9221008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806351" y="5695344"/>
            <a:ext cx="102533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Anonymization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041841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  <a:ln/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10729660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10941566" y="5217142"/>
            <a:ext cx="232639" cy="26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752278" y="5695344"/>
            <a:ext cx="57728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441858"/>
            <a:ext cx="49095" cy="327302"/>
          </a:xfrm>
          <a:custGeom>
            <a:avLst/>
            <a:gdLst/>
            <a:ahLst/>
            <a:cxnLst/>
            <a:rect l="l" t="t" r="r" b="b"/>
            <a:pathLst>
              <a:path w="49095" h="327302">
                <a:moveTo>
                  <a:pt x="24548" y="0"/>
                </a:moveTo>
                <a:lnTo>
                  <a:pt x="24548" y="0"/>
                </a:lnTo>
                <a:cubicBezTo>
                  <a:pt x="38096" y="0"/>
                  <a:pt x="49095" y="10999"/>
                  <a:pt x="49095" y="24548"/>
                </a:cubicBezTo>
                <a:lnTo>
                  <a:pt x="49095" y="302754"/>
                </a:lnTo>
                <a:cubicBezTo>
                  <a:pt x="49095" y="316312"/>
                  <a:pt x="38105" y="327302"/>
                  <a:pt x="24548" y="327302"/>
                </a:cubicBezTo>
                <a:lnTo>
                  <a:pt x="24548" y="327302"/>
                </a:lnTo>
                <a:cubicBezTo>
                  <a:pt x="10990" y="327302"/>
                  <a:pt x="0" y="316312"/>
                  <a:pt x="0" y="302754"/>
                </a:cubicBezTo>
                <a:lnTo>
                  <a:pt x="0" y="24548"/>
                </a:lnTo>
                <a:cubicBezTo>
                  <a:pt x="0" y="10999"/>
                  <a:pt x="10999" y="0"/>
                  <a:pt x="2454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4588" y="327302"/>
            <a:ext cx="359214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kern="0" spc="52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588" y="556413"/>
            <a:ext cx="3673965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Detection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393" y="1084188"/>
            <a:ext cx="5678690" cy="1497407"/>
          </a:xfrm>
          <a:custGeom>
            <a:avLst/>
            <a:gdLst/>
            <a:ahLst/>
            <a:cxnLst/>
            <a:rect l="l" t="t" r="r" b="b"/>
            <a:pathLst>
              <a:path w="5678690" h="1497407">
                <a:moveTo>
                  <a:pt x="130918" y="0"/>
                </a:moveTo>
                <a:lnTo>
                  <a:pt x="5547772" y="0"/>
                </a:lnTo>
                <a:cubicBezTo>
                  <a:pt x="5620076" y="0"/>
                  <a:pt x="5678690" y="58614"/>
                  <a:pt x="5678690" y="130918"/>
                </a:cubicBezTo>
                <a:lnTo>
                  <a:pt x="5678690" y="1366488"/>
                </a:lnTo>
                <a:cubicBezTo>
                  <a:pt x="5678690" y="1438793"/>
                  <a:pt x="5620076" y="1497407"/>
                  <a:pt x="5547772" y="1497407"/>
                </a:cubicBezTo>
                <a:lnTo>
                  <a:pt x="130918" y="1497407"/>
                </a:lnTo>
                <a:cubicBezTo>
                  <a:pt x="58614" y="1497407"/>
                  <a:pt x="0" y="1438793"/>
                  <a:pt x="0" y="1366488"/>
                </a:cubicBezTo>
                <a:lnTo>
                  <a:pt x="0" y="130918"/>
                </a:lnTo>
                <a:cubicBezTo>
                  <a:pt x="0" y="58663"/>
                  <a:pt x="58663" y="0"/>
                  <a:pt x="1309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991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3691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132966" y="66483"/>
                </a:moveTo>
                <a:cubicBezTo>
                  <a:pt x="132966" y="81154"/>
                  <a:pt x="128204" y="94707"/>
                  <a:pt x="120181" y="105702"/>
                </a:cubicBezTo>
                <a:lnTo>
                  <a:pt x="160646" y="146199"/>
                </a:lnTo>
                <a:cubicBezTo>
                  <a:pt x="164642" y="150195"/>
                  <a:pt x="164642" y="156683"/>
                  <a:pt x="160646" y="160678"/>
                </a:cubicBezTo>
                <a:cubicBezTo>
                  <a:pt x="156651" y="164674"/>
                  <a:pt x="150163" y="164674"/>
                  <a:pt x="146167" y="160678"/>
                </a:cubicBezTo>
                <a:lnTo>
                  <a:pt x="105702" y="120181"/>
                </a:lnTo>
                <a:cubicBezTo>
                  <a:pt x="94707" y="128204"/>
                  <a:pt x="81154" y="132966"/>
                  <a:pt x="66483" y="132966"/>
                </a:cubicBezTo>
                <a:cubicBezTo>
                  <a:pt x="29758" y="132966"/>
                  <a:pt x="0" y="103209"/>
                  <a:pt x="0" y="66483"/>
                </a:cubicBezTo>
                <a:cubicBezTo>
                  <a:pt x="0" y="29758"/>
                  <a:pt x="29758" y="0"/>
                  <a:pt x="66483" y="0"/>
                </a:cubicBezTo>
                <a:cubicBezTo>
                  <a:pt x="103209" y="0"/>
                  <a:pt x="132966" y="29758"/>
                  <a:pt x="132966" y="66483"/>
                </a:cubicBezTo>
                <a:close/>
                <a:moveTo>
                  <a:pt x="66483" y="112510"/>
                </a:moveTo>
                <a:cubicBezTo>
                  <a:pt x="91886" y="112510"/>
                  <a:pt x="112510" y="91886"/>
                  <a:pt x="112510" y="66483"/>
                </a:cubicBezTo>
                <a:cubicBezTo>
                  <a:pt x="112510" y="41080"/>
                  <a:pt x="91886" y="20456"/>
                  <a:pt x="66483" y="20456"/>
                </a:cubicBezTo>
                <a:cubicBezTo>
                  <a:pt x="41080" y="20456"/>
                  <a:pt x="20456" y="41080"/>
                  <a:pt x="20456" y="66483"/>
                </a:cubicBezTo>
                <a:cubicBezTo>
                  <a:pt x="20456" y="91886"/>
                  <a:pt x="41080" y="112510"/>
                  <a:pt x="66483" y="11251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90089" y="1321482"/>
            <a:ext cx="2757519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 Detection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9136" y="1775613"/>
            <a:ext cx="5408666" cy="63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YAML format to define detection rules, supports flexible configuration and runtime dynamic adjustment. Rule engine analyzes traffic patterns in real-time, identifies four types of privacy leakage events.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393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92762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3675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59407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320776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61689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87420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48789" y="2855710"/>
            <a:ext cx="1701970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19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89702" y="3248472"/>
            <a:ext cx="162014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1393" y="3751699"/>
            <a:ext cx="5678690" cy="2904805"/>
          </a:xfrm>
          <a:custGeom>
            <a:avLst/>
            <a:gdLst/>
            <a:ahLst/>
            <a:cxnLst/>
            <a:rect l="l" t="t" r="r" b="b"/>
            <a:pathLst>
              <a:path w="5678690" h="2904805">
                <a:moveTo>
                  <a:pt x="130920" y="0"/>
                </a:moveTo>
                <a:lnTo>
                  <a:pt x="5547770" y="0"/>
                </a:lnTo>
                <a:cubicBezTo>
                  <a:pt x="5620075" y="0"/>
                  <a:pt x="5678690" y="58615"/>
                  <a:pt x="5678690" y="130920"/>
                </a:cubicBezTo>
                <a:lnTo>
                  <a:pt x="5678690" y="2773886"/>
                </a:lnTo>
                <a:cubicBezTo>
                  <a:pt x="5678690" y="2846191"/>
                  <a:pt x="5620075" y="2904805"/>
                  <a:pt x="5547770" y="2904805"/>
                </a:cubicBezTo>
                <a:lnTo>
                  <a:pt x="130920" y="2904805"/>
                </a:lnTo>
                <a:cubicBezTo>
                  <a:pt x="58615" y="2904805"/>
                  <a:pt x="0" y="2846191"/>
                  <a:pt x="0" y="2773886"/>
                </a:cubicBezTo>
                <a:lnTo>
                  <a:pt x="0" y="130920"/>
                </a:lnTo>
                <a:cubicBezTo>
                  <a:pt x="0" y="58663"/>
                  <a:pt x="58663" y="0"/>
                  <a:pt x="1309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99136" y="3919442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3691" y="4033997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74314" y="1662"/>
                </a:moveTo>
                <a:cubicBezTo>
                  <a:pt x="79077" y="-543"/>
                  <a:pt x="84574" y="-543"/>
                  <a:pt x="89337" y="1662"/>
                </a:cubicBezTo>
                <a:lnTo>
                  <a:pt x="159208" y="33945"/>
                </a:lnTo>
                <a:cubicBezTo>
                  <a:pt x="161925" y="35191"/>
                  <a:pt x="163651" y="37908"/>
                  <a:pt x="163651" y="40913"/>
                </a:cubicBezTo>
                <a:cubicBezTo>
                  <a:pt x="163651" y="43917"/>
                  <a:pt x="161925" y="46634"/>
                  <a:pt x="159208" y="47881"/>
                </a:cubicBezTo>
                <a:lnTo>
                  <a:pt x="89337" y="80163"/>
                </a:lnTo>
                <a:cubicBezTo>
                  <a:pt x="84574" y="82369"/>
                  <a:pt x="79077" y="82369"/>
                  <a:pt x="74314" y="80163"/>
                </a:cubicBezTo>
                <a:lnTo>
                  <a:pt x="4443" y="47881"/>
                </a:lnTo>
                <a:cubicBezTo>
                  <a:pt x="1726" y="46602"/>
                  <a:pt x="0" y="43885"/>
                  <a:pt x="0" y="40913"/>
                </a:cubicBezTo>
                <a:cubicBezTo>
                  <a:pt x="0" y="37940"/>
                  <a:pt x="1726" y="35191"/>
                  <a:pt x="4443" y="33945"/>
                </a:cubicBezTo>
                <a:lnTo>
                  <a:pt x="74314" y="1662"/>
                </a:lnTo>
                <a:close/>
                <a:moveTo>
                  <a:pt x="15374" y="69807"/>
                </a:moveTo>
                <a:lnTo>
                  <a:pt x="67890" y="94067"/>
                </a:lnTo>
                <a:cubicBezTo>
                  <a:pt x="76743" y="98159"/>
                  <a:pt x="86940" y="98159"/>
                  <a:pt x="95793" y="94067"/>
                </a:cubicBezTo>
                <a:lnTo>
                  <a:pt x="148309" y="69807"/>
                </a:lnTo>
                <a:lnTo>
                  <a:pt x="159208" y="74858"/>
                </a:lnTo>
                <a:cubicBezTo>
                  <a:pt x="161925" y="76104"/>
                  <a:pt x="163651" y="78821"/>
                  <a:pt x="163651" y="81826"/>
                </a:cubicBezTo>
                <a:cubicBezTo>
                  <a:pt x="163651" y="84830"/>
                  <a:pt x="161925" y="87547"/>
                  <a:pt x="159208" y="88793"/>
                </a:cubicBezTo>
                <a:lnTo>
                  <a:pt x="89337" y="121076"/>
                </a:lnTo>
                <a:cubicBezTo>
                  <a:pt x="84574" y="123282"/>
                  <a:pt x="79077" y="123282"/>
                  <a:pt x="74314" y="121076"/>
                </a:cubicBezTo>
                <a:lnTo>
                  <a:pt x="4443" y="88793"/>
                </a:lnTo>
                <a:cubicBezTo>
                  <a:pt x="1726" y="87515"/>
                  <a:pt x="0" y="84798"/>
                  <a:pt x="0" y="81826"/>
                </a:cubicBezTo>
                <a:cubicBezTo>
                  <a:pt x="0" y="78853"/>
                  <a:pt x="1726" y="76104"/>
                  <a:pt x="4443" y="74858"/>
                </a:cubicBezTo>
                <a:lnTo>
                  <a:pt x="15342" y="69807"/>
                </a:lnTo>
                <a:close/>
                <a:moveTo>
                  <a:pt x="4443" y="115770"/>
                </a:moveTo>
                <a:lnTo>
                  <a:pt x="15342" y="110720"/>
                </a:lnTo>
                <a:lnTo>
                  <a:pt x="67858" y="134980"/>
                </a:lnTo>
                <a:cubicBezTo>
                  <a:pt x="76711" y="139071"/>
                  <a:pt x="86908" y="139071"/>
                  <a:pt x="95761" y="134980"/>
                </a:cubicBezTo>
                <a:lnTo>
                  <a:pt x="148277" y="110720"/>
                </a:lnTo>
                <a:lnTo>
                  <a:pt x="159176" y="115770"/>
                </a:lnTo>
                <a:cubicBezTo>
                  <a:pt x="161893" y="117017"/>
                  <a:pt x="163619" y="119734"/>
                  <a:pt x="163619" y="122738"/>
                </a:cubicBezTo>
                <a:cubicBezTo>
                  <a:pt x="163619" y="125743"/>
                  <a:pt x="161893" y="128460"/>
                  <a:pt x="159176" y="129706"/>
                </a:cubicBezTo>
                <a:lnTo>
                  <a:pt x="89305" y="161989"/>
                </a:lnTo>
                <a:cubicBezTo>
                  <a:pt x="84542" y="164194"/>
                  <a:pt x="79045" y="164194"/>
                  <a:pt x="74282" y="161989"/>
                </a:cubicBezTo>
                <a:lnTo>
                  <a:pt x="4443" y="129706"/>
                </a:lnTo>
                <a:cubicBezTo>
                  <a:pt x="1726" y="128428"/>
                  <a:pt x="0" y="125711"/>
                  <a:pt x="0" y="122738"/>
                </a:cubicBezTo>
                <a:cubicBezTo>
                  <a:pt x="0" y="119766"/>
                  <a:pt x="1726" y="117017"/>
                  <a:pt x="4443" y="11577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90089" y="3988993"/>
            <a:ext cx="1546502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Categories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501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15501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8239" y="4574046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0" y="24548"/>
                </a:moveTo>
                <a:cubicBezTo>
                  <a:pt x="0" y="15521"/>
                  <a:pt x="7339" y="8183"/>
                  <a:pt x="16365" y="8183"/>
                </a:cubicBezTo>
                <a:lnTo>
                  <a:pt x="130921" y="8183"/>
                </a:lnTo>
                <a:cubicBezTo>
                  <a:pt x="139947" y="8183"/>
                  <a:pt x="147286" y="15521"/>
                  <a:pt x="147286" y="24548"/>
                </a:cubicBezTo>
                <a:lnTo>
                  <a:pt x="0" y="24548"/>
                </a:lnTo>
                <a:close/>
                <a:moveTo>
                  <a:pt x="0" y="36821"/>
                </a:moveTo>
                <a:lnTo>
                  <a:pt x="147286" y="36821"/>
                </a:lnTo>
                <a:lnTo>
                  <a:pt x="147286" y="106373"/>
                </a:lnTo>
                <a:cubicBezTo>
                  <a:pt x="147286" y="115400"/>
                  <a:pt x="139947" y="122738"/>
                  <a:pt x="130921" y="122738"/>
                </a:cubicBezTo>
                <a:lnTo>
                  <a:pt x="16365" y="122738"/>
                </a:lnTo>
                <a:cubicBezTo>
                  <a:pt x="7339" y="122738"/>
                  <a:pt x="0" y="115400"/>
                  <a:pt x="0" y="106373"/>
                </a:cubicBezTo>
                <a:lnTo>
                  <a:pt x="0" y="36821"/>
                </a:lnTo>
                <a:close/>
                <a:moveTo>
                  <a:pt x="63236" y="106373"/>
                </a:moveTo>
                <a:cubicBezTo>
                  <a:pt x="68401" y="106373"/>
                  <a:pt x="72262" y="101412"/>
                  <a:pt x="68964" y="97423"/>
                </a:cubicBezTo>
                <a:cubicBezTo>
                  <a:pt x="65205" y="92898"/>
                  <a:pt x="59528" y="90008"/>
                  <a:pt x="53187" y="90008"/>
                </a:cubicBezTo>
                <a:lnTo>
                  <a:pt x="36821" y="90008"/>
                </a:lnTo>
                <a:cubicBezTo>
                  <a:pt x="30480" y="90008"/>
                  <a:pt x="24803" y="92898"/>
                  <a:pt x="21044" y="97423"/>
                </a:cubicBezTo>
                <a:cubicBezTo>
                  <a:pt x="17746" y="101412"/>
                  <a:pt x="21607" y="106373"/>
                  <a:pt x="26772" y="106373"/>
                </a:cubicBezTo>
                <a:lnTo>
                  <a:pt x="63210" y="106373"/>
                </a:lnTo>
                <a:close/>
                <a:moveTo>
                  <a:pt x="45004" y="79780"/>
                </a:moveTo>
                <a:cubicBezTo>
                  <a:pt x="52907" y="79780"/>
                  <a:pt x="59323" y="73364"/>
                  <a:pt x="59323" y="65460"/>
                </a:cubicBezTo>
                <a:cubicBezTo>
                  <a:pt x="59323" y="57557"/>
                  <a:pt x="52907" y="51141"/>
                  <a:pt x="45004" y="51141"/>
                </a:cubicBezTo>
                <a:cubicBezTo>
                  <a:pt x="37101" y="51141"/>
                  <a:pt x="30685" y="57557"/>
                  <a:pt x="30685" y="65460"/>
                </a:cubicBezTo>
                <a:cubicBezTo>
                  <a:pt x="30685" y="73364"/>
                  <a:pt x="37101" y="79780"/>
                  <a:pt x="45004" y="79780"/>
                </a:cubicBezTo>
                <a:close/>
                <a:moveTo>
                  <a:pt x="92054" y="53187"/>
                </a:moveTo>
                <a:cubicBezTo>
                  <a:pt x="88653" y="53187"/>
                  <a:pt x="85917" y="55923"/>
                  <a:pt x="85917" y="59323"/>
                </a:cubicBezTo>
                <a:cubicBezTo>
                  <a:pt x="85917" y="62724"/>
                  <a:pt x="88653" y="65460"/>
                  <a:pt x="92054" y="65460"/>
                </a:cubicBezTo>
                <a:lnTo>
                  <a:pt x="120693" y="65460"/>
                </a:lnTo>
                <a:cubicBezTo>
                  <a:pt x="124093" y="65460"/>
                  <a:pt x="126830" y="62724"/>
                  <a:pt x="126830" y="59323"/>
                </a:cubicBezTo>
                <a:cubicBezTo>
                  <a:pt x="126830" y="55923"/>
                  <a:pt x="124093" y="53187"/>
                  <a:pt x="120693" y="53187"/>
                </a:cubicBezTo>
                <a:lnTo>
                  <a:pt x="92054" y="53187"/>
                </a:lnTo>
                <a:close/>
                <a:moveTo>
                  <a:pt x="92054" y="77734"/>
                </a:moveTo>
                <a:cubicBezTo>
                  <a:pt x="88653" y="77734"/>
                  <a:pt x="85917" y="80470"/>
                  <a:pt x="85917" y="83871"/>
                </a:cubicBezTo>
                <a:cubicBezTo>
                  <a:pt x="85917" y="87272"/>
                  <a:pt x="88653" y="90008"/>
                  <a:pt x="92054" y="90008"/>
                </a:cubicBezTo>
                <a:lnTo>
                  <a:pt x="120693" y="90008"/>
                </a:lnTo>
                <a:cubicBezTo>
                  <a:pt x="124093" y="90008"/>
                  <a:pt x="126830" y="87272"/>
                  <a:pt x="126830" y="83871"/>
                </a:cubicBezTo>
                <a:cubicBezTo>
                  <a:pt x="126830" y="80470"/>
                  <a:pt x="124093" y="77734"/>
                  <a:pt x="120693" y="77734"/>
                </a:cubicBezTo>
                <a:lnTo>
                  <a:pt x="92054" y="77734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59168" y="4541315"/>
            <a:ext cx="66278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056" y="4770427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Address, account information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5687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35687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366608" y="4574046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32730" y="24548"/>
                </a:moveTo>
                <a:lnTo>
                  <a:pt x="32730" y="20456"/>
                </a:lnTo>
                <a:cubicBezTo>
                  <a:pt x="32730" y="9154"/>
                  <a:pt x="54721" y="0"/>
                  <a:pt x="81826" y="0"/>
                </a:cubicBezTo>
                <a:cubicBezTo>
                  <a:pt x="108930" y="0"/>
                  <a:pt x="130921" y="9154"/>
                  <a:pt x="130921" y="20456"/>
                </a:cubicBezTo>
                <a:lnTo>
                  <a:pt x="130921" y="24548"/>
                </a:lnTo>
                <a:cubicBezTo>
                  <a:pt x="130921" y="32372"/>
                  <a:pt x="120360" y="39174"/>
                  <a:pt x="104839" y="42626"/>
                </a:cubicBezTo>
                <a:cubicBezTo>
                  <a:pt x="104225" y="41910"/>
                  <a:pt x="103586" y="41220"/>
                  <a:pt x="102947" y="40580"/>
                </a:cubicBezTo>
                <a:cubicBezTo>
                  <a:pt x="98983" y="36668"/>
                  <a:pt x="93869" y="33702"/>
                  <a:pt x="88525" y="31503"/>
                </a:cubicBezTo>
                <a:cubicBezTo>
                  <a:pt x="77811" y="27028"/>
                  <a:pt x="63849" y="24573"/>
                  <a:pt x="49095" y="24573"/>
                </a:cubicBezTo>
                <a:cubicBezTo>
                  <a:pt x="43495" y="24573"/>
                  <a:pt x="38023" y="24931"/>
                  <a:pt x="32781" y="25622"/>
                </a:cubicBezTo>
                <a:cubicBezTo>
                  <a:pt x="32730" y="25289"/>
                  <a:pt x="32730" y="24931"/>
                  <a:pt x="32730" y="24573"/>
                </a:cubicBezTo>
                <a:close/>
                <a:moveTo>
                  <a:pt x="110464" y="90264"/>
                </a:moveTo>
                <a:lnTo>
                  <a:pt x="110464" y="78450"/>
                </a:lnTo>
                <a:cubicBezTo>
                  <a:pt x="114326" y="77453"/>
                  <a:pt x="117957" y="76277"/>
                  <a:pt x="121255" y="74896"/>
                </a:cubicBezTo>
                <a:cubicBezTo>
                  <a:pt x="124630" y="73490"/>
                  <a:pt x="127929" y="71776"/>
                  <a:pt x="130921" y="69705"/>
                </a:cubicBezTo>
                <a:lnTo>
                  <a:pt x="130921" y="73643"/>
                </a:lnTo>
                <a:cubicBezTo>
                  <a:pt x="130921" y="80496"/>
                  <a:pt x="122866" y="86556"/>
                  <a:pt x="110464" y="90264"/>
                </a:cubicBezTo>
                <a:close/>
                <a:moveTo>
                  <a:pt x="110464" y="65716"/>
                </a:moveTo>
                <a:lnTo>
                  <a:pt x="110464" y="57278"/>
                </a:lnTo>
                <a:cubicBezTo>
                  <a:pt x="110464" y="56127"/>
                  <a:pt x="110362" y="55028"/>
                  <a:pt x="110209" y="53954"/>
                </a:cubicBezTo>
                <a:cubicBezTo>
                  <a:pt x="114172" y="52956"/>
                  <a:pt x="117880" y="51755"/>
                  <a:pt x="121255" y="50323"/>
                </a:cubicBezTo>
                <a:cubicBezTo>
                  <a:pt x="124630" y="48891"/>
                  <a:pt x="127929" y="47203"/>
                  <a:pt x="130921" y="45132"/>
                </a:cubicBezTo>
                <a:lnTo>
                  <a:pt x="130921" y="49070"/>
                </a:lnTo>
                <a:cubicBezTo>
                  <a:pt x="130921" y="55923"/>
                  <a:pt x="122866" y="61983"/>
                  <a:pt x="110464" y="65691"/>
                </a:cubicBezTo>
                <a:close/>
                <a:moveTo>
                  <a:pt x="0" y="61369"/>
                </a:moveTo>
                <a:lnTo>
                  <a:pt x="0" y="57278"/>
                </a:lnTo>
                <a:cubicBezTo>
                  <a:pt x="0" y="45976"/>
                  <a:pt x="21991" y="36821"/>
                  <a:pt x="49095" y="36821"/>
                </a:cubicBezTo>
                <a:cubicBezTo>
                  <a:pt x="76200" y="36821"/>
                  <a:pt x="98191" y="45976"/>
                  <a:pt x="98191" y="57278"/>
                </a:cubicBezTo>
                <a:lnTo>
                  <a:pt x="98191" y="61369"/>
                </a:lnTo>
                <a:cubicBezTo>
                  <a:pt x="98191" y="72671"/>
                  <a:pt x="76200" y="81826"/>
                  <a:pt x="49095" y="81826"/>
                </a:cubicBezTo>
                <a:cubicBezTo>
                  <a:pt x="21991" y="81826"/>
                  <a:pt x="0" y="72671"/>
                  <a:pt x="0" y="61369"/>
                </a:cubicBezTo>
                <a:close/>
                <a:moveTo>
                  <a:pt x="98191" y="85917"/>
                </a:moveTo>
                <a:cubicBezTo>
                  <a:pt x="98191" y="97219"/>
                  <a:pt x="76200" y="106373"/>
                  <a:pt x="49095" y="106373"/>
                </a:cubicBezTo>
                <a:cubicBezTo>
                  <a:pt x="21991" y="106373"/>
                  <a:pt x="0" y="97219"/>
                  <a:pt x="0" y="85917"/>
                </a:cubicBezTo>
                <a:lnTo>
                  <a:pt x="0" y="81979"/>
                </a:lnTo>
                <a:cubicBezTo>
                  <a:pt x="2966" y="84050"/>
                  <a:pt x="6265" y="85738"/>
                  <a:pt x="9666" y="87170"/>
                </a:cubicBezTo>
                <a:cubicBezTo>
                  <a:pt x="20380" y="91645"/>
                  <a:pt x="34341" y="94099"/>
                  <a:pt x="49095" y="94099"/>
                </a:cubicBezTo>
                <a:cubicBezTo>
                  <a:pt x="63849" y="94099"/>
                  <a:pt x="77811" y="91619"/>
                  <a:pt x="88525" y="87170"/>
                </a:cubicBezTo>
                <a:cubicBezTo>
                  <a:pt x="91900" y="85763"/>
                  <a:pt x="95199" y="84050"/>
                  <a:pt x="98191" y="81979"/>
                </a:cubicBezTo>
                <a:lnTo>
                  <a:pt x="98191" y="85917"/>
                </a:lnTo>
                <a:close/>
                <a:moveTo>
                  <a:pt x="98191" y="106527"/>
                </a:moveTo>
                <a:lnTo>
                  <a:pt x="98191" y="110464"/>
                </a:lnTo>
                <a:cubicBezTo>
                  <a:pt x="98191" y="121767"/>
                  <a:pt x="76200" y="130921"/>
                  <a:pt x="49095" y="130921"/>
                </a:cubicBezTo>
                <a:cubicBezTo>
                  <a:pt x="21991" y="130921"/>
                  <a:pt x="0" y="121767"/>
                  <a:pt x="0" y="110464"/>
                </a:cubicBezTo>
                <a:lnTo>
                  <a:pt x="0" y="106527"/>
                </a:lnTo>
                <a:cubicBezTo>
                  <a:pt x="2966" y="108598"/>
                  <a:pt x="6265" y="110285"/>
                  <a:pt x="9666" y="111717"/>
                </a:cubicBezTo>
                <a:cubicBezTo>
                  <a:pt x="20380" y="116192"/>
                  <a:pt x="34341" y="118647"/>
                  <a:pt x="49095" y="118647"/>
                </a:cubicBezTo>
                <a:cubicBezTo>
                  <a:pt x="63849" y="118647"/>
                  <a:pt x="77811" y="116167"/>
                  <a:pt x="88525" y="111717"/>
                </a:cubicBezTo>
                <a:cubicBezTo>
                  <a:pt x="91900" y="110311"/>
                  <a:pt x="95199" y="108598"/>
                  <a:pt x="98191" y="106527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579354" y="4541315"/>
            <a:ext cx="490953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50243" y="4770427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Balance, transaction info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5501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15501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8239" y="5261380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57278" y="2046"/>
                </a:moveTo>
                <a:cubicBezTo>
                  <a:pt x="74213" y="2046"/>
                  <a:pt x="87962" y="15795"/>
                  <a:pt x="87962" y="32730"/>
                </a:cubicBezTo>
                <a:cubicBezTo>
                  <a:pt x="87962" y="49665"/>
                  <a:pt x="74213" y="63415"/>
                  <a:pt x="57278" y="63415"/>
                </a:cubicBezTo>
                <a:cubicBezTo>
                  <a:pt x="40343" y="63415"/>
                  <a:pt x="26593" y="49665"/>
                  <a:pt x="26593" y="32730"/>
                </a:cubicBezTo>
                <a:cubicBezTo>
                  <a:pt x="26593" y="15795"/>
                  <a:pt x="40343" y="2046"/>
                  <a:pt x="57278" y="2046"/>
                </a:cubicBezTo>
                <a:close/>
                <a:moveTo>
                  <a:pt x="49683" y="77734"/>
                </a:moveTo>
                <a:lnTo>
                  <a:pt x="64872" y="77734"/>
                </a:lnTo>
                <a:cubicBezTo>
                  <a:pt x="65870" y="77734"/>
                  <a:pt x="66892" y="77760"/>
                  <a:pt x="67890" y="77837"/>
                </a:cubicBezTo>
                <a:cubicBezTo>
                  <a:pt x="63747" y="85047"/>
                  <a:pt x="61369" y="93383"/>
                  <a:pt x="61369" y="102282"/>
                </a:cubicBezTo>
                <a:cubicBezTo>
                  <a:pt x="61369" y="112970"/>
                  <a:pt x="64796" y="122866"/>
                  <a:pt x="70574" y="130921"/>
                </a:cubicBezTo>
                <a:lnTo>
                  <a:pt x="11686" y="130921"/>
                </a:lnTo>
                <a:cubicBezTo>
                  <a:pt x="7492" y="130921"/>
                  <a:pt x="4091" y="127520"/>
                  <a:pt x="4091" y="123326"/>
                </a:cubicBezTo>
                <a:cubicBezTo>
                  <a:pt x="4091" y="98139"/>
                  <a:pt x="24497" y="77734"/>
                  <a:pt x="49683" y="77734"/>
                </a:cubicBezTo>
                <a:close/>
                <a:moveTo>
                  <a:pt x="73643" y="102282"/>
                </a:moveTo>
                <a:cubicBezTo>
                  <a:pt x="73643" y="81960"/>
                  <a:pt x="90142" y="65460"/>
                  <a:pt x="110464" y="65460"/>
                </a:cubicBezTo>
                <a:cubicBezTo>
                  <a:pt x="130787" y="65460"/>
                  <a:pt x="147286" y="81960"/>
                  <a:pt x="147286" y="102282"/>
                </a:cubicBezTo>
                <a:cubicBezTo>
                  <a:pt x="147286" y="122604"/>
                  <a:pt x="130787" y="139103"/>
                  <a:pt x="110464" y="139103"/>
                </a:cubicBezTo>
                <a:cubicBezTo>
                  <a:pt x="90142" y="139103"/>
                  <a:pt x="73643" y="122604"/>
                  <a:pt x="73643" y="102282"/>
                </a:cubicBezTo>
                <a:close/>
                <a:moveTo>
                  <a:pt x="110464" y="81826"/>
                </a:moveTo>
                <a:cubicBezTo>
                  <a:pt x="108214" y="81826"/>
                  <a:pt x="106373" y="83667"/>
                  <a:pt x="106373" y="85917"/>
                </a:cubicBezTo>
                <a:lnTo>
                  <a:pt x="106373" y="102282"/>
                </a:lnTo>
                <a:cubicBezTo>
                  <a:pt x="106373" y="104532"/>
                  <a:pt x="108214" y="106373"/>
                  <a:pt x="110464" y="106373"/>
                </a:cubicBezTo>
                <a:lnTo>
                  <a:pt x="122738" y="106373"/>
                </a:lnTo>
                <a:cubicBezTo>
                  <a:pt x="124988" y="106373"/>
                  <a:pt x="126830" y="104532"/>
                  <a:pt x="126830" y="102282"/>
                </a:cubicBezTo>
                <a:cubicBezTo>
                  <a:pt x="126830" y="100032"/>
                  <a:pt x="124988" y="98191"/>
                  <a:pt x="122738" y="98191"/>
                </a:cubicBezTo>
                <a:lnTo>
                  <a:pt x="114556" y="98191"/>
                </a:lnTo>
                <a:lnTo>
                  <a:pt x="114556" y="85917"/>
                </a:lnTo>
                <a:cubicBezTo>
                  <a:pt x="114556" y="83667"/>
                  <a:pt x="112715" y="81826"/>
                  <a:pt x="110464" y="8182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59168" y="5228650"/>
            <a:ext cx="73643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056" y="5457761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patterns, habits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35687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235687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382973" y="5261380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0" y="48226"/>
                </a:moveTo>
                <a:cubicBezTo>
                  <a:pt x="0" y="21581"/>
                  <a:pt x="21991" y="0"/>
                  <a:pt x="49095" y="0"/>
                </a:cubicBezTo>
                <a:cubicBezTo>
                  <a:pt x="76200" y="0"/>
                  <a:pt x="98191" y="21581"/>
                  <a:pt x="98191" y="48226"/>
                </a:cubicBezTo>
                <a:cubicBezTo>
                  <a:pt x="98191" y="78731"/>
                  <a:pt x="67455" y="115297"/>
                  <a:pt x="54619" y="129233"/>
                </a:cubicBezTo>
                <a:cubicBezTo>
                  <a:pt x="51601" y="132506"/>
                  <a:pt x="46564" y="132506"/>
                  <a:pt x="43547" y="129233"/>
                </a:cubicBezTo>
                <a:cubicBezTo>
                  <a:pt x="30710" y="115297"/>
                  <a:pt x="-26" y="78731"/>
                  <a:pt x="-26" y="48226"/>
                </a:cubicBezTo>
                <a:close/>
                <a:moveTo>
                  <a:pt x="49095" y="65460"/>
                </a:moveTo>
                <a:cubicBezTo>
                  <a:pt x="58127" y="65460"/>
                  <a:pt x="65460" y="58127"/>
                  <a:pt x="65460" y="49095"/>
                </a:cubicBezTo>
                <a:cubicBezTo>
                  <a:pt x="65460" y="40063"/>
                  <a:pt x="58127" y="32730"/>
                  <a:pt x="49095" y="32730"/>
                </a:cubicBezTo>
                <a:cubicBezTo>
                  <a:pt x="40063" y="32730"/>
                  <a:pt x="32730" y="40063"/>
                  <a:pt x="32730" y="49095"/>
                </a:cubicBezTo>
                <a:cubicBezTo>
                  <a:pt x="32730" y="58127"/>
                  <a:pt x="40063" y="65460"/>
                  <a:pt x="49095" y="6546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579354" y="5228650"/>
            <a:ext cx="74461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50243" y="5457761"/>
            <a:ext cx="244658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Timezone, network fingerprint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0894" y="1084188"/>
            <a:ext cx="5678690" cy="2233836"/>
          </a:xfrm>
          <a:custGeom>
            <a:avLst/>
            <a:gdLst/>
            <a:ahLst/>
            <a:cxnLst/>
            <a:rect l="l" t="t" r="r" b="b"/>
            <a:pathLst>
              <a:path w="5678690" h="2233836">
                <a:moveTo>
                  <a:pt x="130925" y="0"/>
                </a:moveTo>
                <a:lnTo>
                  <a:pt x="5547765" y="0"/>
                </a:lnTo>
                <a:cubicBezTo>
                  <a:pt x="5620073" y="0"/>
                  <a:pt x="5678690" y="58617"/>
                  <a:pt x="5678690" y="130925"/>
                </a:cubicBezTo>
                <a:lnTo>
                  <a:pt x="5678690" y="2102911"/>
                </a:lnTo>
                <a:cubicBezTo>
                  <a:pt x="5678690" y="2175219"/>
                  <a:pt x="5620073" y="2233836"/>
                  <a:pt x="5547765" y="2233836"/>
                </a:cubicBezTo>
                <a:lnTo>
                  <a:pt x="130925" y="2233836"/>
                </a:lnTo>
                <a:cubicBezTo>
                  <a:pt x="58617" y="2233836"/>
                  <a:pt x="0" y="2175219"/>
                  <a:pt x="0" y="2102911"/>
                </a:cubicBezTo>
                <a:lnTo>
                  <a:pt x="0" y="130925"/>
                </a:lnTo>
                <a:cubicBezTo>
                  <a:pt x="0" y="58617"/>
                  <a:pt x="58617" y="0"/>
                  <a:pt x="13092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3486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63192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81826" y="43470"/>
                </a:moveTo>
                <a:cubicBezTo>
                  <a:pt x="86077" y="43470"/>
                  <a:pt x="89497" y="46890"/>
                  <a:pt x="89497" y="51141"/>
                </a:cubicBezTo>
                <a:lnTo>
                  <a:pt x="89497" y="86940"/>
                </a:lnTo>
                <a:cubicBezTo>
                  <a:pt x="89497" y="91191"/>
                  <a:pt x="86077" y="94611"/>
                  <a:pt x="81826" y="94611"/>
                </a:cubicBezTo>
                <a:cubicBezTo>
                  <a:pt x="77574" y="94611"/>
                  <a:pt x="74154" y="91191"/>
                  <a:pt x="74154" y="86940"/>
                </a:cubicBezTo>
                <a:lnTo>
                  <a:pt x="74154" y="51141"/>
                </a:lnTo>
                <a:cubicBezTo>
                  <a:pt x="74154" y="46890"/>
                  <a:pt x="77574" y="43470"/>
                  <a:pt x="81826" y="43470"/>
                </a:cubicBezTo>
                <a:close/>
                <a:moveTo>
                  <a:pt x="73291" y="112510"/>
                </a:moveTo>
                <a:cubicBezTo>
                  <a:pt x="73097" y="109342"/>
                  <a:pt x="74677" y="106328"/>
                  <a:pt x="77393" y="104686"/>
                </a:cubicBezTo>
                <a:cubicBezTo>
                  <a:pt x="80108" y="103043"/>
                  <a:pt x="83511" y="103043"/>
                  <a:pt x="86226" y="104686"/>
                </a:cubicBezTo>
                <a:cubicBezTo>
                  <a:pt x="88942" y="106328"/>
                  <a:pt x="90522" y="109342"/>
                  <a:pt x="90328" y="112510"/>
                </a:cubicBezTo>
                <a:cubicBezTo>
                  <a:pt x="90522" y="115678"/>
                  <a:pt x="88942" y="118692"/>
                  <a:pt x="86226" y="120334"/>
                </a:cubicBezTo>
                <a:cubicBezTo>
                  <a:pt x="83511" y="121977"/>
                  <a:pt x="80108" y="121977"/>
                  <a:pt x="77393" y="120334"/>
                </a:cubicBezTo>
                <a:cubicBezTo>
                  <a:pt x="74677" y="118692"/>
                  <a:pt x="73097" y="115678"/>
                  <a:pt x="73291" y="11251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839589" y="1321482"/>
            <a:ext cx="1505589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System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2728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18188" y="1881987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6370" y="214382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2914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138374" y="1881987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6557" y="214382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2728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18188" y="2618416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26370" y="288025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914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9138374" y="2618416"/>
            <a:ext cx="24793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6557" y="2880258"/>
            <a:ext cx="246294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0894" y="3457128"/>
            <a:ext cx="5678690" cy="2593868"/>
          </a:xfrm>
          <a:custGeom>
            <a:avLst/>
            <a:gdLst/>
            <a:ahLst/>
            <a:cxnLst/>
            <a:rect l="l" t="t" r="r" b="b"/>
            <a:pathLst>
              <a:path w="5678690" h="2593868">
                <a:moveTo>
                  <a:pt x="130913" y="0"/>
                </a:moveTo>
                <a:lnTo>
                  <a:pt x="5547777" y="0"/>
                </a:lnTo>
                <a:cubicBezTo>
                  <a:pt x="5620078" y="0"/>
                  <a:pt x="5678690" y="58612"/>
                  <a:pt x="5678690" y="130913"/>
                </a:cubicBezTo>
                <a:lnTo>
                  <a:pt x="5678690" y="2462956"/>
                </a:lnTo>
                <a:cubicBezTo>
                  <a:pt x="5678690" y="2535257"/>
                  <a:pt x="5620078" y="2593868"/>
                  <a:pt x="5547777" y="2593868"/>
                </a:cubicBezTo>
                <a:lnTo>
                  <a:pt x="130913" y="2593868"/>
                </a:lnTo>
                <a:cubicBezTo>
                  <a:pt x="58612" y="2593868"/>
                  <a:pt x="0" y="2535257"/>
                  <a:pt x="0" y="2462956"/>
                </a:cubicBezTo>
                <a:lnTo>
                  <a:pt x="0" y="130913"/>
                </a:lnTo>
                <a:cubicBezTo>
                  <a:pt x="0" y="58660"/>
                  <a:pt x="58660" y="0"/>
                  <a:pt x="1309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348636" y="362487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473420" y="3739426"/>
            <a:ext cx="143195" cy="163651"/>
          </a:xfrm>
          <a:custGeom>
            <a:avLst/>
            <a:gdLst/>
            <a:ahLst/>
            <a:cxnLst/>
            <a:rect l="l" t="t" r="r" b="b"/>
            <a:pathLst>
              <a:path w="143195" h="163651">
                <a:moveTo>
                  <a:pt x="61369" y="40913"/>
                </a:moveTo>
                <a:cubicBezTo>
                  <a:pt x="61369" y="23977"/>
                  <a:pt x="47620" y="10228"/>
                  <a:pt x="30685" y="10228"/>
                </a:cubicBezTo>
                <a:cubicBezTo>
                  <a:pt x="13749" y="10228"/>
                  <a:pt x="0" y="23977"/>
                  <a:pt x="0" y="40913"/>
                </a:cubicBezTo>
                <a:cubicBezTo>
                  <a:pt x="0" y="57848"/>
                  <a:pt x="13749" y="71597"/>
                  <a:pt x="30685" y="71597"/>
                </a:cubicBezTo>
                <a:cubicBezTo>
                  <a:pt x="47620" y="71597"/>
                  <a:pt x="61369" y="57848"/>
                  <a:pt x="61369" y="40913"/>
                </a:cubicBezTo>
                <a:close/>
                <a:moveTo>
                  <a:pt x="143195" y="122738"/>
                </a:moveTo>
                <a:cubicBezTo>
                  <a:pt x="143195" y="105803"/>
                  <a:pt x="129445" y="92054"/>
                  <a:pt x="112510" y="92054"/>
                </a:cubicBezTo>
                <a:cubicBezTo>
                  <a:pt x="95575" y="92054"/>
                  <a:pt x="81826" y="105803"/>
                  <a:pt x="81826" y="122738"/>
                </a:cubicBezTo>
                <a:cubicBezTo>
                  <a:pt x="81826" y="139674"/>
                  <a:pt x="95575" y="153423"/>
                  <a:pt x="112510" y="153423"/>
                </a:cubicBezTo>
                <a:cubicBezTo>
                  <a:pt x="129445" y="153423"/>
                  <a:pt x="143195" y="139674"/>
                  <a:pt x="143195" y="122738"/>
                </a:cubicBezTo>
                <a:close/>
                <a:moveTo>
                  <a:pt x="140190" y="27680"/>
                </a:moveTo>
                <a:cubicBezTo>
                  <a:pt x="144185" y="23685"/>
                  <a:pt x="144185" y="17196"/>
                  <a:pt x="140190" y="13201"/>
                </a:cubicBezTo>
                <a:cubicBezTo>
                  <a:pt x="136195" y="9205"/>
                  <a:pt x="129706" y="9205"/>
                  <a:pt x="125711" y="13201"/>
                </a:cubicBezTo>
                <a:lnTo>
                  <a:pt x="2973" y="135939"/>
                </a:lnTo>
                <a:cubicBezTo>
                  <a:pt x="-1023" y="139934"/>
                  <a:pt x="-1023" y="146423"/>
                  <a:pt x="2973" y="150418"/>
                </a:cubicBezTo>
                <a:cubicBezTo>
                  <a:pt x="6968" y="154414"/>
                  <a:pt x="13456" y="154414"/>
                  <a:pt x="17452" y="150418"/>
                </a:cubicBezTo>
                <a:lnTo>
                  <a:pt x="140190" y="2768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839589" y="3694421"/>
            <a:ext cx="3273020" cy="25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Assessment Algorithm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8636" y="4181283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6424325" y="4254926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0118" y="21479"/>
                </a:moveTo>
                <a:cubicBezTo>
                  <a:pt x="50118" y="17528"/>
                  <a:pt x="53326" y="14319"/>
                  <a:pt x="57278" y="14319"/>
                </a:cubicBezTo>
                <a:cubicBezTo>
                  <a:pt x="61229" y="14319"/>
                  <a:pt x="64438" y="17528"/>
                  <a:pt x="64438" y="21479"/>
                </a:cubicBezTo>
                <a:cubicBezTo>
                  <a:pt x="64438" y="25431"/>
                  <a:pt x="61229" y="28639"/>
                  <a:pt x="57278" y="28639"/>
                </a:cubicBezTo>
                <a:cubicBezTo>
                  <a:pt x="53326" y="28639"/>
                  <a:pt x="50118" y="25431"/>
                  <a:pt x="50118" y="21479"/>
                </a:cubicBezTo>
                <a:close/>
                <a:moveTo>
                  <a:pt x="77526" y="28639"/>
                </a:moveTo>
                <a:cubicBezTo>
                  <a:pt x="78310" y="26402"/>
                  <a:pt x="78757" y="23985"/>
                  <a:pt x="78757" y="21479"/>
                </a:cubicBezTo>
                <a:cubicBezTo>
                  <a:pt x="78757" y="9621"/>
                  <a:pt x="69136" y="0"/>
                  <a:pt x="57278" y="0"/>
                </a:cubicBezTo>
                <a:cubicBezTo>
                  <a:pt x="45420" y="0"/>
                  <a:pt x="35799" y="9621"/>
                  <a:pt x="35799" y="21479"/>
                </a:cubicBezTo>
                <a:cubicBezTo>
                  <a:pt x="35799" y="23985"/>
                  <a:pt x="36224" y="26402"/>
                  <a:pt x="37029" y="28639"/>
                </a:cubicBezTo>
                <a:lnTo>
                  <a:pt x="32152" y="28639"/>
                </a:lnTo>
                <a:cubicBezTo>
                  <a:pt x="25820" y="28639"/>
                  <a:pt x="20249" y="32778"/>
                  <a:pt x="18436" y="38842"/>
                </a:cubicBezTo>
                <a:lnTo>
                  <a:pt x="537" y="98491"/>
                </a:lnTo>
                <a:cubicBezTo>
                  <a:pt x="179" y="99655"/>
                  <a:pt x="0" y="100863"/>
                  <a:pt x="0" y="102071"/>
                </a:cubicBezTo>
                <a:cubicBezTo>
                  <a:pt x="0" y="108962"/>
                  <a:pt x="5594" y="114556"/>
                  <a:pt x="12485" y="114556"/>
                </a:cubicBezTo>
                <a:lnTo>
                  <a:pt x="102071" y="114556"/>
                </a:lnTo>
                <a:cubicBezTo>
                  <a:pt x="108962" y="114556"/>
                  <a:pt x="114556" y="108962"/>
                  <a:pt x="114556" y="102071"/>
                </a:cubicBezTo>
                <a:cubicBezTo>
                  <a:pt x="114556" y="100863"/>
                  <a:pt x="114377" y="99655"/>
                  <a:pt x="114019" y="98491"/>
                </a:cubicBezTo>
                <a:lnTo>
                  <a:pt x="96119" y="38864"/>
                </a:lnTo>
                <a:cubicBezTo>
                  <a:pt x="94307" y="32801"/>
                  <a:pt x="88736" y="28661"/>
                  <a:pt x="82404" y="28661"/>
                </a:cubicBezTo>
                <a:lnTo>
                  <a:pt x="77526" y="28661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708668" y="4148553"/>
            <a:ext cx="110464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Confidence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08668" y="4344934"/>
            <a:ext cx="109646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rule weight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8636" y="4639506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424325" y="4713149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14319" y="14319"/>
                </a:moveTo>
                <a:cubicBezTo>
                  <a:pt x="14319" y="10359"/>
                  <a:pt x="11120" y="7160"/>
                  <a:pt x="7160" y="7160"/>
                </a:cubicBezTo>
                <a:cubicBezTo>
                  <a:pt x="3200" y="7160"/>
                  <a:pt x="0" y="10359"/>
                  <a:pt x="0" y="14319"/>
                </a:cubicBezTo>
                <a:lnTo>
                  <a:pt x="0" y="89497"/>
                </a:lnTo>
                <a:cubicBezTo>
                  <a:pt x="0" y="99386"/>
                  <a:pt x="8010" y="107396"/>
                  <a:pt x="17899" y="107396"/>
                </a:cubicBezTo>
                <a:lnTo>
                  <a:pt x="107396" y="107396"/>
                </a:lnTo>
                <a:cubicBezTo>
                  <a:pt x="111356" y="107396"/>
                  <a:pt x="114556" y="104196"/>
                  <a:pt x="114556" y="100236"/>
                </a:cubicBezTo>
                <a:cubicBezTo>
                  <a:pt x="114556" y="96276"/>
                  <a:pt x="111356" y="93077"/>
                  <a:pt x="107396" y="93077"/>
                </a:cubicBezTo>
                <a:lnTo>
                  <a:pt x="17899" y="93077"/>
                </a:lnTo>
                <a:cubicBezTo>
                  <a:pt x="15930" y="93077"/>
                  <a:pt x="14319" y="91466"/>
                  <a:pt x="14319" y="89497"/>
                </a:cubicBezTo>
                <a:lnTo>
                  <a:pt x="14319" y="14319"/>
                </a:lnTo>
                <a:close/>
                <a:moveTo>
                  <a:pt x="105293" y="33695"/>
                </a:moveTo>
                <a:cubicBezTo>
                  <a:pt x="108090" y="30899"/>
                  <a:pt x="108090" y="26357"/>
                  <a:pt x="105293" y="23560"/>
                </a:cubicBezTo>
                <a:cubicBezTo>
                  <a:pt x="102496" y="20763"/>
                  <a:pt x="97954" y="20763"/>
                  <a:pt x="95157" y="23560"/>
                </a:cubicBezTo>
                <a:lnTo>
                  <a:pt x="71597" y="47142"/>
                </a:lnTo>
                <a:lnTo>
                  <a:pt x="58755" y="34322"/>
                </a:lnTo>
                <a:cubicBezTo>
                  <a:pt x="55958" y="31525"/>
                  <a:pt x="51416" y="31525"/>
                  <a:pt x="48619" y="34322"/>
                </a:cubicBezTo>
                <a:lnTo>
                  <a:pt x="27140" y="55801"/>
                </a:lnTo>
                <a:cubicBezTo>
                  <a:pt x="24343" y="58598"/>
                  <a:pt x="24343" y="63140"/>
                  <a:pt x="27140" y="65937"/>
                </a:cubicBezTo>
                <a:cubicBezTo>
                  <a:pt x="29937" y="68733"/>
                  <a:pt x="34479" y="68733"/>
                  <a:pt x="37275" y="65937"/>
                </a:cubicBezTo>
                <a:lnTo>
                  <a:pt x="53698" y="49514"/>
                </a:lnTo>
                <a:lnTo>
                  <a:pt x="66541" y="62357"/>
                </a:lnTo>
                <a:cubicBezTo>
                  <a:pt x="69338" y="65154"/>
                  <a:pt x="73879" y="65154"/>
                  <a:pt x="76676" y="62357"/>
                </a:cubicBezTo>
                <a:lnTo>
                  <a:pt x="105315" y="33718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708668" y="4606776"/>
            <a:ext cx="193926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Frequency Factor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08668" y="4803157"/>
            <a:ext cx="193108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frequency increases confidence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48636" y="5097729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6424325" y="5171372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7278" y="0"/>
                </a:moveTo>
                <a:cubicBezTo>
                  <a:pt x="88890" y="0"/>
                  <a:pt x="114556" y="25665"/>
                  <a:pt x="114556" y="57278"/>
                </a:cubicBezTo>
                <a:cubicBezTo>
                  <a:pt x="114556" y="88890"/>
                  <a:pt x="88890" y="114556"/>
                  <a:pt x="57278" y="114556"/>
                </a:cubicBezTo>
                <a:cubicBezTo>
                  <a:pt x="25665" y="114556"/>
                  <a:pt x="0" y="88890"/>
                  <a:pt x="0" y="57278"/>
                </a:cubicBezTo>
                <a:cubicBezTo>
                  <a:pt x="0" y="25665"/>
                  <a:pt x="25665" y="0"/>
                  <a:pt x="57278" y="0"/>
                </a:cubicBezTo>
                <a:close/>
                <a:moveTo>
                  <a:pt x="51908" y="26849"/>
                </a:moveTo>
                <a:lnTo>
                  <a:pt x="51908" y="57278"/>
                </a:lnTo>
                <a:cubicBezTo>
                  <a:pt x="51908" y="59068"/>
                  <a:pt x="52803" y="60746"/>
                  <a:pt x="54302" y="61753"/>
                </a:cubicBezTo>
                <a:lnTo>
                  <a:pt x="75781" y="76072"/>
                </a:lnTo>
                <a:cubicBezTo>
                  <a:pt x="78242" y="77728"/>
                  <a:pt x="81576" y="77057"/>
                  <a:pt x="83232" y="74573"/>
                </a:cubicBezTo>
                <a:cubicBezTo>
                  <a:pt x="84888" y="72090"/>
                  <a:pt x="84216" y="68778"/>
                  <a:pt x="81733" y="67122"/>
                </a:cubicBezTo>
                <a:lnTo>
                  <a:pt x="62648" y="54414"/>
                </a:lnTo>
                <a:lnTo>
                  <a:pt x="62648" y="26849"/>
                </a:lnTo>
                <a:cubicBezTo>
                  <a:pt x="62648" y="23873"/>
                  <a:pt x="60254" y="21479"/>
                  <a:pt x="57278" y="21479"/>
                </a:cubicBezTo>
                <a:cubicBezTo>
                  <a:pt x="54302" y="21479"/>
                  <a:pt x="51908" y="23873"/>
                  <a:pt x="51908" y="26849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708668" y="5064999"/>
            <a:ext cx="216837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Consistency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08668" y="5261380"/>
            <a:ext cx="216019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behavior increases confidence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8636" y="5555952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6424325" y="5629595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7160" y="7160"/>
                </a:moveTo>
                <a:cubicBezTo>
                  <a:pt x="11120" y="7160"/>
                  <a:pt x="14319" y="10359"/>
                  <a:pt x="14319" y="14319"/>
                </a:cubicBezTo>
                <a:lnTo>
                  <a:pt x="14319" y="89497"/>
                </a:lnTo>
                <a:cubicBezTo>
                  <a:pt x="14319" y="91466"/>
                  <a:pt x="15930" y="93077"/>
                  <a:pt x="17899" y="93077"/>
                </a:cubicBezTo>
                <a:lnTo>
                  <a:pt x="107396" y="93077"/>
                </a:lnTo>
                <a:cubicBezTo>
                  <a:pt x="111356" y="93077"/>
                  <a:pt x="114556" y="96276"/>
                  <a:pt x="114556" y="100236"/>
                </a:cubicBezTo>
                <a:cubicBezTo>
                  <a:pt x="114556" y="104196"/>
                  <a:pt x="111356" y="107396"/>
                  <a:pt x="107396" y="107396"/>
                </a:cubicBezTo>
                <a:lnTo>
                  <a:pt x="17899" y="107396"/>
                </a:lnTo>
                <a:cubicBezTo>
                  <a:pt x="8010" y="107396"/>
                  <a:pt x="0" y="99386"/>
                  <a:pt x="0" y="89497"/>
                </a:cubicBezTo>
                <a:lnTo>
                  <a:pt x="0" y="14319"/>
                </a:lnTo>
                <a:cubicBezTo>
                  <a:pt x="0" y="10359"/>
                  <a:pt x="3200" y="7160"/>
                  <a:pt x="7160" y="7160"/>
                </a:cubicBezTo>
                <a:close/>
                <a:moveTo>
                  <a:pt x="28639" y="21479"/>
                </a:moveTo>
                <a:cubicBezTo>
                  <a:pt x="28639" y="17519"/>
                  <a:pt x="31838" y="14319"/>
                  <a:pt x="35799" y="14319"/>
                </a:cubicBezTo>
                <a:lnTo>
                  <a:pt x="78757" y="14319"/>
                </a:lnTo>
                <a:cubicBezTo>
                  <a:pt x="82717" y="14319"/>
                  <a:pt x="85917" y="17519"/>
                  <a:pt x="85917" y="21479"/>
                </a:cubicBezTo>
                <a:cubicBezTo>
                  <a:pt x="85917" y="25439"/>
                  <a:pt x="82717" y="28639"/>
                  <a:pt x="78757" y="28639"/>
                </a:cubicBezTo>
                <a:lnTo>
                  <a:pt x="35799" y="28639"/>
                </a:lnTo>
                <a:cubicBezTo>
                  <a:pt x="31838" y="28639"/>
                  <a:pt x="28639" y="25439"/>
                  <a:pt x="28639" y="21479"/>
                </a:cubicBezTo>
                <a:close/>
                <a:moveTo>
                  <a:pt x="35799" y="39379"/>
                </a:moveTo>
                <a:lnTo>
                  <a:pt x="64438" y="39379"/>
                </a:lnTo>
                <a:cubicBezTo>
                  <a:pt x="68398" y="39379"/>
                  <a:pt x="71597" y="42578"/>
                  <a:pt x="71597" y="46538"/>
                </a:cubicBezTo>
                <a:cubicBezTo>
                  <a:pt x="71597" y="50498"/>
                  <a:pt x="68398" y="53698"/>
                  <a:pt x="64438" y="53698"/>
                </a:cubicBezTo>
                <a:lnTo>
                  <a:pt x="35799" y="53698"/>
                </a:lnTo>
                <a:cubicBezTo>
                  <a:pt x="31838" y="53698"/>
                  <a:pt x="28639" y="50498"/>
                  <a:pt x="28639" y="46538"/>
                </a:cubicBezTo>
                <a:cubicBezTo>
                  <a:pt x="28639" y="42578"/>
                  <a:pt x="31838" y="39379"/>
                  <a:pt x="35799" y="39379"/>
                </a:cubicBezTo>
                <a:close/>
                <a:moveTo>
                  <a:pt x="35799" y="64438"/>
                </a:moveTo>
                <a:lnTo>
                  <a:pt x="93077" y="64438"/>
                </a:lnTo>
                <a:cubicBezTo>
                  <a:pt x="97037" y="64438"/>
                  <a:pt x="100236" y="67637"/>
                  <a:pt x="100236" y="71597"/>
                </a:cubicBezTo>
                <a:cubicBezTo>
                  <a:pt x="100236" y="75558"/>
                  <a:pt x="97037" y="78757"/>
                  <a:pt x="93077" y="78757"/>
                </a:cubicBezTo>
                <a:lnTo>
                  <a:pt x="35799" y="78757"/>
                </a:lnTo>
                <a:cubicBezTo>
                  <a:pt x="31838" y="78757"/>
                  <a:pt x="28639" y="75558"/>
                  <a:pt x="28639" y="71597"/>
                </a:cubicBezTo>
                <a:cubicBezTo>
                  <a:pt x="28639" y="67637"/>
                  <a:pt x="31838" y="64438"/>
                  <a:pt x="35799" y="64438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708668" y="5523221"/>
            <a:ext cx="165287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Interval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08668" y="5719603"/>
            <a:ext cx="164469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 CI upper and lower bounds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80894" y="6190099"/>
            <a:ext cx="5678690" cy="466405"/>
          </a:xfrm>
          <a:custGeom>
            <a:avLst/>
            <a:gdLst/>
            <a:ahLst/>
            <a:cxnLst/>
            <a:rect l="l" t="t" r="r" b="b"/>
            <a:pathLst>
              <a:path w="5678690" h="466405">
                <a:moveTo>
                  <a:pt x="98192" y="0"/>
                </a:moveTo>
                <a:lnTo>
                  <a:pt x="5580498" y="0"/>
                </a:lnTo>
                <a:cubicBezTo>
                  <a:pt x="5634728" y="0"/>
                  <a:pt x="5678690" y="43962"/>
                  <a:pt x="5678690" y="98192"/>
                </a:cubicBezTo>
                <a:lnTo>
                  <a:pt x="5678690" y="368213"/>
                </a:lnTo>
                <a:cubicBezTo>
                  <a:pt x="5678690" y="422443"/>
                  <a:pt x="5634728" y="466405"/>
                  <a:pt x="5580498" y="466405"/>
                </a:cubicBezTo>
                <a:lnTo>
                  <a:pt x="98192" y="466405"/>
                </a:lnTo>
                <a:cubicBezTo>
                  <a:pt x="43999" y="466405"/>
                  <a:pt x="0" y="422407"/>
                  <a:pt x="0" y="368213"/>
                </a:cubicBezTo>
                <a:lnTo>
                  <a:pt x="0" y="98192"/>
                </a:lnTo>
                <a:cubicBezTo>
                  <a:pt x="0" y="43999"/>
                  <a:pt x="43999" y="0"/>
                  <a:pt x="98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6700486" y="6349659"/>
            <a:ext cx="128875" cy="147286"/>
          </a:xfrm>
          <a:custGeom>
            <a:avLst/>
            <a:gdLst/>
            <a:ahLst/>
            <a:cxnLst/>
            <a:rect l="l" t="t" r="r" b="b"/>
            <a:pathLst>
              <a:path w="128875" h="147286">
                <a:moveTo>
                  <a:pt x="97462" y="-2848"/>
                </a:moveTo>
                <a:cubicBezTo>
                  <a:pt x="100885" y="-374"/>
                  <a:pt x="102151" y="4114"/>
                  <a:pt x="100597" y="8026"/>
                </a:cubicBezTo>
                <a:lnTo>
                  <a:pt x="78044" y="64438"/>
                </a:lnTo>
                <a:lnTo>
                  <a:pt x="119670" y="64438"/>
                </a:lnTo>
                <a:cubicBezTo>
                  <a:pt x="123553" y="64438"/>
                  <a:pt x="127005" y="66854"/>
                  <a:pt x="128329" y="70507"/>
                </a:cubicBezTo>
                <a:cubicBezTo>
                  <a:pt x="129652" y="74161"/>
                  <a:pt x="128530" y="78246"/>
                  <a:pt x="125567" y="80720"/>
                </a:cubicBezTo>
                <a:lnTo>
                  <a:pt x="42719" y="149760"/>
                </a:lnTo>
                <a:cubicBezTo>
                  <a:pt x="39468" y="152464"/>
                  <a:pt x="34837" y="152608"/>
                  <a:pt x="31413" y="150134"/>
                </a:cubicBezTo>
                <a:cubicBezTo>
                  <a:pt x="27990" y="147660"/>
                  <a:pt x="26724" y="143172"/>
                  <a:pt x="28278" y="139260"/>
                </a:cubicBezTo>
                <a:lnTo>
                  <a:pt x="50831" y="82848"/>
                </a:lnTo>
                <a:lnTo>
                  <a:pt x="9205" y="82848"/>
                </a:lnTo>
                <a:cubicBezTo>
                  <a:pt x="5322" y="82848"/>
                  <a:pt x="1870" y="80432"/>
                  <a:pt x="547" y="76779"/>
                </a:cubicBezTo>
                <a:cubicBezTo>
                  <a:pt x="-777" y="73125"/>
                  <a:pt x="345" y="69040"/>
                  <a:pt x="3308" y="66566"/>
                </a:cubicBezTo>
                <a:lnTo>
                  <a:pt x="86157" y="-2474"/>
                </a:lnTo>
                <a:cubicBezTo>
                  <a:pt x="89407" y="-5178"/>
                  <a:pt x="94039" y="-5322"/>
                  <a:pt x="97462" y="-284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920392" y="6325111"/>
            <a:ext cx="121101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265910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8481725" y="6349659"/>
            <a:ext cx="165697" cy="147286"/>
          </a:xfrm>
          <a:custGeom>
            <a:avLst/>
            <a:gdLst/>
            <a:ahLst/>
            <a:cxnLst/>
            <a:rect l="l" t="t" r="r" b="b"/>
            <a:pathLst>
              <a:path w="165697" h="147286">
                <a:moveTo>
                  <a:pt x="82848" y="18411"/>
                </a:moveTo>
                <a:cubicBezTo>
                  <a:pt x="113341" y="18411"/>
                  <a:pt x="138081" y="43150"/>
                  <a:pt x="138081" y="73643"/>
                </a:cubicBezTo>
                <a:cubicBezTo>
                  <a:pt x="138081" y="104136"/>
                  <a:pt x="113341" y="128875"/>
                  <a:pt x="82848" y="128875"/>
                </a:cubicBezTo>
                <a:cubicBezTo>
                  <a:pt x="64092" y="128875"/>
                  <a:pt x="47494" y="119526"/>
                  <a:pt x="37512" y="105200"/>
                </a:cubicBezTo>
                <a:cubicBezTo>
                  <a:pt x="34606" y="101029"/>
                  <a:pt x="28853" y="100022"/>
                  <a:pt x="24682" y="102928"/>
                </a:cubicBezTo>
                <a:cubicBezTo>
                  <a:pt x="20511" y="105833"/>
                  <a:pt x="19504" y="111586"/>
                  <a:pt x="22409" y="115758"/>
                </a:cubicBezTo>
                <a:cubicBezTo>
                  <a:pt x="35700" y="134801"/>
                  <a:pt x="57821" y="147286"/>
                  <a:pt x="82848" y="147286"/>
                </a:cubicBezTo>
                <a:cubicBezTo>
                  <a:pt x="123525" y="147286"/>
                  <a:pt x="156491" y="114319"/>
                  <a:pt x="156491" y="73643"/>
                </a:cubicBezTo>
                <a:cubicBezTo>
                  <a:pt x="156491" y="32967"/>
                  <a:pt x="123525" y="0"/>
                  <a:pt x="82848" y="0"/>
                </a:cubicBezTo>
                <a:cubicBezTo>
                  <a:pt x="58195" y="0"/>
                  <a:pt x="36390" y="12111"/>
                  <a:pt x="23013" y="30694"/>
                </a:cubicBezTo>
                <a:lnTo>
                  <a:pt x="23013" y="23013"/>
                </a:lnTo>
                <a:cubicBezTo>
                  <a:pt x="23013" y="17922"/>
                  <a:pt x="18900" y="13808"/>
                  <a:pt x="13808" y="13808"/>
                </a:cubicBezTo>
                <a:cubicBezTo>
                  <a:pt x="8716" y="13808"/>
                  <a:pt x="4603" y="17922"/>
                  <a:pt x="4603" y="23013"/>
                </a:cubicBezTo>
                <a:lnTo>
                  <a:pt x="4603" y="55232"/>
                </a:lnTo>
                <a:cubicBezTo>
                  <a:pt x="4603" y="60324"/>
                  <a:pt x="8716" y="64438"/>
                  <a:pt x="13808" y="64438"/>
                </a:cubicBezTo>
                <a:lnTo>
                  <a:pt x="20885" y="64438"/>
                </a:lnTo>
                <a:cubicBezTo>
                  <a:pt x="21029" y="64438"/>
                  <a:pt x="21172" y="64438"/>
                  <a:pt x="21316" y="64438"/>
                </a:cubicBezTo>
                <a:lnTo>
                  <a:pt x="46056" y="64438"/>
                </a:lnTo>
                <a:cubicBezTo>
                  <a:pt x="51147" y="64438"/>
                  <a:pt x="55261" y="60324"/>
                  <a:pt x="55261" y="55232"/>
                </a:cubicBezTo>
                <a:cubicBezTo>
                  <a:pt x="55261" y="50140"/>
                  <a:pt x="51147" y="46027"/>
                  <a:pt x="46056" y="46027"/>
                </a:cubicBezTo>
                <a:lnTo>
                  <a:pt x="35038" y="46027"/>
                </a:lnTo>
                <a:cubicBezTo>
                  <a:pt x="44560" y="29515"/>
                  <a:pt x="62424" y="18411"/>
                  <a:pt x="82848" y="18411"/>
                </a:cubicBezTo>
                <a:close/>
                <a:moveTo>
                  <a:pt x="89752" y="43726"/>
                </a:moveTo>
                <a:cubicBezTo>
                  <a:pt x="89752" y="39900"/>
                  <a:pt x="86674" y="36821"/>
                  <a:pt x="82848" y="36821"/>
                </a:cubicBezTo>
                <a:cubicBezTo>
                  <a:pt x="79022" y="36821"/>
                  <a:pt x="75944" y="39900"/>
                  <a:pt x="75944" y="43726"/>
                </a:cubicBezTo>
                <a:lnTo>
                  <a:pt x="75944" y="73643"/>
                </a:lnTo>
                <a:cubicBezTo>
                  <a:pt x="75944" y="75484"/>
                  <a:pt x="76663" y="77239"/>
                  <a:pt x="77958" y="78533"/>
                </a:cubicBezTo>
                <a:lnTo>
                  <a:pt x="98670" y="99245"/>
                </a:lnTo>
                <a:cubicBezTo>
                  <a:pt x="101374" y="101949"/>
                  <a:pt x="105747" y="101949"/>
                  <a:pt x="108422" y="99245"/>
                </a:cubicBezTo>
                <a:cubicBezTo>
                  <a:pt x="111097" y="96541"/>
                  <a:pt x="111126" y="92169"/>
                  <a:pt x="108422" y="89493"/>
                </a:cubicBezTo>
                <a:lnTo>
                  <a:pt x="89724" y="70795"/>
                </a:lnTo>
                <a:lnTo>
                  <a:pt x="89724" y="43726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8720042" y="6325111"/>
            <a:ext cx="9900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Detection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841818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10066838" y="634965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126430" y="2014"/>
                </a:moveTo>
                <a:cubicBezTo>
                  <a:pt x="129134" y="-690"/>
                  <a:pt x="133507" y="-690"/>
                  <a:pt x="136182" y="2014"/>
                </a:cubicBezTo>
                <a:lnTo>
                  <a:pt x="145387" y="11219"/>
                </a:lnTo>
                <a:cubicBezTo>
                  <a:pt x="148091" y="13923"/>
                  <a:pt x="148091" y="18296"/>
                  <a:pt x="145387" y="20971"/>
                </a:cubicBezTo>
                <a:lnTo>
                  <a:pt x="120360" y="45998"/>
                </a:lnTo>
                <a:lnTo>
                  <a:pt x="131579" y="57217"/>
                </a:lnTo>
                <a:cubicBezTo>
                  <a:pt x="133564" y="59202"/>
                  <a:pt x="134139" y="62165"/>
                  <a:pt x="133075" y="64754"/>
                </a:cubicBezTo>
                <a:cubicBezTo>
                  <a:pt x="132011" y="67343"/>
                  <a:pt x="129508" y="69040"/>
                  <a:pt x="126718" y="69040"/>
                </a:cubicBezTo>
                <a:lnTo>
                  <a:pt x="85293" y="69040"/>
                </a:lnTo>
                <a:cubicBezTo>
                  <a:pt x="81468" y="69040"/>
                  <a:pt x="78389" y="65962"/>
                  <a:pt x="78389" y="62136"/>
                </a:cubicBezTo>
                <a:lnTo>
                  <a:pt x="78389" y="20712"/>
                </a:lnTo>
                <a:cubicBezTo>
                  <a:pt x="78389" y="17922"/>
                  <a:pt x="80058" y="15390"/>
                  <a:pt x="82647" y="14326"/>
                </a:cubicBezTo>
                <a:cubicBezTo>
                  <a:pt x="85236" y="13261"/>
                  <a:pt x="88199" y="13837"/>
                  <a:pt x="90184" y="15822"/>
                </a:cubicBezTo>
                <a:lnTo>
                  <a:pt x="101403" y="27041"/>
                </a:lnTo>
                <a:lnTo>
                  <a:pt x="126430" y="2014"/>
                </a:lnTo>
                <a:close/>
                <a:moveTo>
                  <a:pt x="20856" y="78246"/>
                </a:moveTo>
                <a:lnTo>
                  <a:pt x="62280" y="78246"/>
                </a:lnTo>
                <a:cubicBezTo>
                  <a:pt x="66106" y="78246"/>
                  <a:pt x="69184" y="81324"/>
                  <a:pt x="69184" y="85150"/>
                </a:cubicBezTo>
                <a:lnTo>
                  <a:pt x="69184" y="126574"/>
                </a:lnTo>
                <a:cubicBezTo>
                  <a:pt x="69184" y="129364"/>
                  <a:pt x="67516" y="131896"/>
                  <a:pt x="64927" y="132960"/>
                </a:cubicBezTo>
                <a:cubicBezTo>
                  <a:pt x="62338" y="134024"/>
                  <a:pt x="59375" y="133449"/>
                  <a:pt x="57390" y="131464"/>
                </a:cubicBezTo>
                <a:lnTo>
                  <a:pt x="46171" y="120245"/>
                </a:lnTo>
                <a:lnTo>
                  <a:pt x="21144" y="145272"/>
                </a:lnTo>
                <a:cubicBezTo>
                  <a:pt x="18440" y="147976"/>
                  <a:pt x="14067" y="147976"/>
                  <a:pt x="11392" y="145272"/>
                </a:cubicBezTo>
                <a:lnTo>
                  <a:pt x="2186" y="136067"/>
                </a:lnTo>
                <a:cubicBezTo>
                  <a:pt x="-518" y="133363"/>
                  <a:pt x="-518" y="128990"/>
                  <a:pt x="2186" y="126315"/>
                </a:cubicBezTo>
                <a:lnTo>
                  <a:pt x="27213" y="101288"/>
                </a:lnTo>
                <a:lnTo>
                  <a:pt x="15994" y="90069"/>
                </a:lnTo>
                <a:cubicBezTo>
                  <a:pt x="14009" y="88084"/>
                  <a:pt x="13434" y="85121"/>
                  <a:pt x="14498" y="82532"/>
                </a:cubicBezTo>
                <a:cubicBezTo>
                  <a:pt x="15563" y="79943"/>
                  <a:pt x="18066" y="78246"/>
                  <a:pt x="20856" y="7824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10295950" y="6325111"/>
            <a:ext cx="113737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Aggregation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468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119438"/>
          </a:xfrm>
          <a:custGeom>
            <a:avLst/>
            <a:gdLst/>
            <a:ahLst/>
            <a:cxnLst/>
            <a:rect l="l" t="t" r="r" b="b"/>
            <a:pathLst>
              <a:path w="5691188" h="3119438">
                <a:moveTo>
                  <a:pt x="126992" y="0"/>
                </a:moveTo>
                <a:lnTo>
                  <a:pt x="5564195" y="0"/>
                </a:lnTo>
                <a:cubicBezTo>
                  <a:pt x="5634331" y="0"/>
                  <a:pt x="5691188" y="56856"/>
                  <a:pt x="5691188" y="126992"/>
                </a:cubicBezTo>
                <a:lnTo>
                  <a:pt x="5691188" y="2992445"/>
                </a:lnTo>
                <a:cubicBezTo>
                  <a:pt x="5691188" y="3062581"/>
                  <a:pt x="5634331" y="3119438"/>
                  <a:pt x="5564195" y="3119438"/>
                </a:cubicBezTo>
                <a:lnTo>
                  <a:pt x="126992" y="3119438"/>
                </a:lnTo>
                <a:cubicBezTo>
                  <a:pt x="56856" y="3119438"/>
                  <a:pt x="0" y="3062581"/>
                  <a:pt x="0" y="2992445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5313" y="1325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438" y="1281906"/>
            <a:ext cx="342900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Risk Quantification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1722438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 four core dimension privacy risk quantification indicator system, enhance assessment through statistical methods and machine learning, generate comprehensive risk score from 0-100.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0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00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70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0161" y="8533"/>
                </a:moveTo>
                <a:cubicBezTo>
                  <a:pt x="103138" y="7293"/>
                  <a:pt x="106536" y="7987"/>
                  <a:pt x="108818" y="10244"/>
                </a:cubicBezTo>
                <a:lnTo>
                  <a:pt x="124693" y="26119"/>
                </a:lnTo>
                <a:cubicBezTo>
                  <a:pt x="126181" y="27608"/>
                  <a:pt x="127025" y="29617"/>
                  <a:pt x="127025" y="31725"/>
                </a:cubicBezTo>
                <a:cubicBezTo>
                  <a:pt x="127025" y="33834"/>
                  <a:pt x="126181" y="35843"/>
                  <a:pt x="124693" y="37331"/>
                </a:cubicBezTo>
                <a:lnTo>
                  <a:pt x="108818" y="53206"/>
                </a:lnTo>
                <a:cubicBezTo>
                  <a:pt x="106536" y="55488"/>
                  <a:pt x="103138" y="56158"/>
                  <a:pt x="100161" y="54918"/>
                </a:cubicBezTo>
                <a:cubicBezTo>
                  <a:pt x="97185" y="53677"/>
                  <a:pt x="95250" y="50825"/>
                  <a:pt x="95250" y="47625"/>
                </a:cubicBezTo>
                <a:lnTo>
                  <a:pt x="95250" y="39688"/>
                </a:lnTo>
                <a:lnTo>
                  <a:pt x="87313" y="39688"/>
                </a:lnTo>
                <a:cubicBezTo>
                  <a:pt x="84807" y="39688"/>
                  <a:pt x="82451" y="40853"/>
                  <a:pt x="80962" y="42863"/>
                </a:cubicBezTo>
                <a:lnTo>
                  <a:pt x="72926" y="53578"/>
                </a:lnTo>
                <a:lnTo>
                  <a:pt x="63004" y="40357"/>
                </a:lnTo>
                <a:lnTo>
                  <a:pt x="68263" y="33337"/>
                </a:lnTo>
                <a:cubicBezTo>
                  <a:pt x="72752" y="27335"/>
                  <a:pt x="79821" y="23812"/>
                  <a:pt x="87313" y="23812"/>
                </a:cubicBezTo>
                <a:lnTo>
                  <a:pt x="95250" y="23812"/>
                </a:lnTo>
                <a:lnTo>
                  <a:pt x="95250" y="15875"/>
                </a:lnTo>
                <a:cubicBezTo>
                  <a:pt x="95250" y="12675"/>
                  <a:pt x="97185" y="9773"/>
                  <a:pt x="100161" y="8533"/>
                </a:cubicBezTo>
                <a:close/>
                <a:moveTo>
                  <a:pt x="38199" y="73422"/>
                </a:moveTo>
                <a:lnTo>
                  <a:pt x="48121" y="86643"/>
                </a:lnTo>
                <a:lnTo>
                  <a:pt x="42863" y="93663"/>
                </a:lnTo>
                <a:cubicBezTo>
                  <a:pt x="38373" y="99665"/>
                  <a:pt x="31304" y="103188"/>
                  <a:pt x="23812" y="103188"/>
                </a:cubicBez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23812" y="87313"/>
                </a:lnTo>
                <a:cubicBezTo>
                  <a:pt x="26318" y="87313"/>
                  <a:pt x="28674" y="86147"/>
                  <a:pt x="30163" y="84138"/>
                </a:cubicBezTo>
                <a:lnTo>
                  <a:pt x="38199" y="73422"/>
                </a:lnTo>
                <a:close/>
                <a:moveTo>
                  <a:pt x="108793" y="116731"/>
                </a:moveTo>
                <a:cubicBezTo>
                  <a:pt x="106511" y="119013"/>
                  <a:pt x="103113" y="119683"/>
                  <a:pt x="100137" y="118442"/>
                </a:cubicBezTo>
                <a:cubicBezTo>
                  <a:pt x="97160" y="117202"/>
                  <a:pt x="95250" y="114325"/>
                  <a:pt x="95250" y="111125"/>
                </a:cubicBezTo>
                <a:lnTo>
                  <a:pt x="95250" y="103188"/>
                </a:lnTo>
                <a:lnTo>
                  <a:pt x="87313" y="103188"/>
                </a:lnTo>
                <a:cubicBezTo>
                  <a:pt x="79821" y="103188"/>
                  <a:pt x="72752" y="99665"/>
                  <a:pt x="68263" y="93663"/>
                </a:cubicBezTo>
                <a:lnTo>
                  <a:pt x="30163" y="42863"/>
                </a:lnTo>
                <a:cubicBezTo>
                  <a:pt x="28674" y="40853"/>
                  <a:pt x="26318" y="39688"/>
                  <a:pt x="23812" y="39688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cubicBezTo>
                  <a:pt x="31304" y="23812"/>
                  <a:pt x="38373" y="27335"/>
                  <a:pt x="42863" y="33338"/>
                </a:cubicBezTo>
                <a:lnTo>
                  <a:pt x="80962" y="84138"/>
                </a:lnTo>
                <a:cubicBezTo>
                  <a:pt x="82451" y="86147"/>
                  <a:pt x="84807" y="87313"/>
                  <a:pt x="87313" y="87313"/>
                </a:cubicBezTo>
                <a:lnTo>
                  <a:pt x="95250" y="87313"/>
                </a:lnTo>
                <a:lnTo>
                  <a:pt x="95250" y="79375"/>
                </a:lnTo>
                <a:cubicBezTo>
                  <a:pt x="95250" y="76175"/>
                  <a:pt x="97185" y="73273"/>
                  <a:pt x="100161" y="72033"/>
                </a:cubicBezTo>
                <a:cubicBezTo>
                  <a:pt x="103138" y="70793"/>
                  <a:pt x="106536" y="71487"/>
                  <a:pt x="108818" y="73744"/>
                </a:cubicBezTo>
                <a:lnTo>
                  <a:pt x="124693" y="89619"/>
                </a:lnTo>
                <a:cubicBezTo>
                  <a:pt x="126181" y="91108"/>
                  <a:pt x="127025" y="93117"/>
                  <a:pt x="127025" y="95225"/>
                </a:cubicBezTo>
                <a:cubicBezTo>
                  <a:pt x="127025" y="97334"/>
                  <a:pt x="126181" y="99343"/>
                  <a:pt x="124693" y="100831"/>
                </a:cubicBezTo>
                <a:lnTo>
                  <a:pt x="108818" y="116706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3438" y="2563813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Entropy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1188" y="2786063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 information predictability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188" y="2976563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3EA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entropy = better privacy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05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305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3575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6" y="63500"/>
                </a:moveTo>
                <a:cubicBezTo>
                  <a:pt x="11906" y="34999"/>
                  <a:pt x="34999" y="11906"/>
                  <a:pt x="63500" y="11906"/>
                </a:cubicBezTo>
                <a:cubicBezTo>
                  <a:pt x="79152" y="11906"/>
                  <a:pt x="93166" y="18876"/>
                  <a:pt x="102642" y="29890"/>
                </a:cubicBezTo>
                <a:cubicBezTo>
                  <a:pt x="104775" y="32395"/>
                  <a:pt x="108545" y="32668"/>
                  <a:pt x="111026" y="30535"/>
                </a:cubicBezTo>
                <a:cubicBezTo>
                  <a:pt x="113506" y="28401"/>
                  <a:pt x="113804" y="24631"/>
                  <a:pt x="111671" y="22151"/>
                </a:cubicBezTo>
                <a:cubicBezTo>
                  <a:pt x="100037" y="8582"/>
                  <a:pt x="82773" y="0"/>
                  <a:pt x="63500" y="0"/>
                </a:cubicBezTo>
                <a:cubicBezTo>
                  <a:pt x="28426" y="0"/>
                  <a:pt x="0" y="28426"/>
                  <a:pt x="0" y="63500"/>
                </a:cubicBezTo>
                <a:lnTo>
                  <a:pt x="0" y="73422"/>
                </a:lnTo>
                <a:cubicBezTo>
                  <a:pt x="0" y="76721"/>
                  <a:pt x="2654" y="79375"/>
                  <a:pt x="5953" y="79375"/>
                </a:cubicBezTo>
                <a:cubicBezTo>
                  <a:pt x="9252" y="79375"/>
                  <a:pt x="11906" y="76721"/>
                  <a:pt x="11906" y="73422"/>
                </a:cubicBezTo>
                <a:lnTo>
                  <a:pt x="11906" y="63500"/>
                </a:lnTo>
                <a:close/>
                <a:moveTo>
                  <a:pt x="125636" y="50378"/>
                </a:moveTo>
                <a:cubicBezTo>
                  <a:pt x="124966" y="47154"/>
                  <a:pt x="121791" y="45095"/>
                  <a:pt x="118591" y="45789"/>
                </a:cubicBezTo>
                <a:cubicBezTo>
                  <a:pt x="115391" y="46484"/>
                  <a:pt x="113308" y="49634"/>
                  <a:pt x="114002" y="52834"/>
                </a:cubicBezTo>
                <a:cubicBezTo>
                  <a:pt x="114722" y="56282"/>
                  <a:pt x="115119" y="59854"/>
                  <a:pt x="115119" y="63525"/>
                </a:cubicBezTo>
                <a:lnTo>
                  <a:pt x="115119" y="73447"/>
                </a:lnTo>
                <a:cubicBezTo>
                  <a:pt x="115119" y="76746"/>
                  <a:pt x="117773" y="79400"/>
                  <a:pt x="121072" y="79400"/>
                </a:cubicBezTo>
                <a:cubicBezTo>
                  <a:pt x="124371" y="79400"/>
                  <a:pt x="127025" y="76746"/>
                  <a:pt x="127025" y="73447"/>
                </a:cubicBezTo>
                <a:lnTo>
                  <a:pt x="127025" y="63525"/>
                </a:lnTo>
                <a:cubicBezTo>
                  <a:pt x="127025" y="59035"/>
                  <a:pt x="126554" y="54645"/>
                  <a:pt x="125661" y="50403"/>
                </a:cubicBezTo>
                <a:close/>
                <a:moveTo>
                  <a:pt x="63500" y="19844"/>
                </a:moveTo>
                <a:cubicBezTo>
                  <a:pt x="58787" y="19844"/>
                  <a:pt x="54223" y="20588"/>
                  <a:pt x="49981" y="21977"/>
                </a:cubicBezTo>
                <a:cubicBezTo>
                  <a:pt x="46211" y="23217"/>
                  <a:pt x="45343" y="27856"/>
                  <a:pt x="47923" y="30882"/>
                </a:cubicBezTo>
                <a:cubicBezTo>
                  <a:pt x="49684" y="32941"/>
                  <a:pt x="52586" y="33561"/>
                  <a:pt x="55215" y="32841"/>
                </a:cubicBezTo>
                <a:cubicBezTo>
                  <a:pt x="57845" y="32122"/>
                  <a:pt x="60623" y="31750"/>
                  <a:pt x="63500" y="31750"/>
                </a:cubicBezTo>
                <a:cubicBezTo>
                  <a:pt x="81037" y="31750"/>
                  <a:pt x="95250" y="45963"/>
                  <a:pt x="95250" y="63500"/>
                </a:cubicBezTo>
                <a:lnTo>
                  <a:pt x="95250" y="69676"/>
                </a:lnTo>
                <a:cubicBezTo>
                  <a:pt x="95250" y="75927"/>
                  <a:pt x="94878" y="82153"/>
                  <a:pt x="94159" y="88354"/>
                </a:cubicBezTo>
                <a:cubicBezTo>
                  <a:pt x="93737" y="91976"/>
                  <a:pt x="96490" y="95250"/>
                  <a:pt x="100161" y="95250"/>
                </a:cubicBezTo>
                <a:cubicBezTo>
                  <a:pt x="103088" y="95250"/>
                  <a:pt x="105594" y="93117"/>
                  <a:pt x="105941" y="90215"/>
                </a:cubicBezTo>
                <a:cubicBezTo>
                  <a:pt x="106759" y="83418"/>
                  <a:pt x="107181" y="76572"/>
                  <a:pt x="107181" y="69701"/>
                </a:cubicBezTo>
                <a:lnTo>
                  <a:pt x="107181" y="63525"/>
                </a:lnTo>
                <a:cubicBezTo>
                  <a:pt x="107181" y="39415"/>
                  <a:pt x="87635" y="19869"/>
                  <a:pt x="63525" y="19869"/>
                </a:cubicBezTo>
                <a:close/>
                <a:moveTo>
                  <a:pt x="37381" y="36885"/>
                </a:moveTo>
                <a:cubicBezTo>
                  <a:pt x="35123" y="34255"/>
                  <a:pt x="31105" y="34057"/>
                  <a:pt x="28972" y="36785"/>
                </a:cubicBezTo>
                <a:cubicBezTo>
                  <a:pt x="23242" y="44177"/>
                  <a:pt x="19844" y="53429"/>
                  <a:pt x="19844" y="63500"/>
                </a:cubicBezTo>
                <a:lnTo>
                  <a:pt x="19844" y="69676"/>
                </a:lnTo>
                <a:cubicBezTo>
                  <a:pt x="19844" y="75679"/>
                  <a:pt x="19199" y="81682"/>
                  <a:pt x="17909" y="87511"/>
                </a:cubicBezTo>
                <a:cubicBezTo>
                  <a:pt x="17066" y="91380"/>
                  <a:pt x="19869" y="95225"/>
                  <a:pt x="23837" y="95225"/>
                </a:cubicBezTo>
                <a:cubicBezTo>
                  <a:pt x="26442" y="95225"/>
                  <a:pt x="28773" y="93489"/>
                  <a:pt x="29344" y="90934"/>
                </a:cubicBezTo>
                <a:cubicBezTo>
                  <a:pt x="30931" y="83964"/>
                  <a:pt x="31750" y="76845"/>
                  <a:pt x="31750" y="69652"/>
                </a:cubicBezTo>
                <a:lnTo>
                  <a:pt x="31750" y="63475"/>
                </a:lnTo>
                <a:cubicBezTo>
                  <a:pt x="31750" y="56728"/>
                  <a:pt x="33858" y="50478"/>
                  <a:pt x="37430" y="45343"/>
                </a:cubicBezTo>
                <a:cubicBezTo>
                  <a:pt x="39216" y="42763"/>
                  <a:pt x="39415" y="39241"/>
                  <a:pt x="37381" y="36860"/>
                </a:cubicBezTo>
                <a:close/>
                <a:moveTo>
                  <a:pt x="63500" y="39688"/>
                </a:moveTo>
                <a:cubicBezTo>
                  <a:pt x="50354" y="39688"/>
                  <a:pt x="39688" y="50354"/>
                  <a:pt x="39688" y="63500"/>
                </a:cubicBezTo>
                <a:lnTo>
                  <a:pt x="39688" y="69676"/>
                </a:lnTo>
                <a:cubicBezTo>
                  <a:pt x="39688" y="78581"/>
                  <a:pt x="38546" y="87412"/>
                  <a:pt x="36264" y="95994"/>
                </a:cubicBezTo>
                <a:cubicBezTo>
                  <a:pt x="35322" y="99541"/>
                  <a:pt x="37926" y="103188"/>
                  <a:pt x="41597" y="103188"/>
                </a:cubicBezTo>
                <a:cubicBezTo>
                  <a:pt x="43954" y="103188"/>
                  <a:pt x="46037" y="101650"/>
                  <a:pt x="46658" y="99368"/>
                </a:cubicBezTo>
                <a:cubicBezTo>
                  <a:pt x="49262" y="89694"/>
                  <a:pt x="50602" y="79722"/>
                  <a:pt x="50602" y="69676"/>
                </a:cubicBezTo>
                <a:lnTo>
                  <a:pt x="50602" y="63500"/>
                </a:lnTo>
                <a:cubicBezTo>
                  <a:pt x="50602" y="56381"/>
                  <a:pt x="56381" y="50602"/>
                  <a:pt x="63500" y="50602"/>
                </a:cubicBezTo>
                <a:cubicBezTo>
                  <a:pt x="70619" y="50602"/>
                  <a:pt x="76398" y="56381"/>
                  <a:pt x="76398" y="63500"/>
                </a:cubicBezTo>
                <a:lnTo>
                  <a:pt x="76398" y="69676"/>
                </a:lnTo>
                <a:cubicBezTo>
                  <a:pt x="76398" y="78680"/>
                  <a:pt x="75530" y="87635"/>
                  <a:pt x="73819" y="96441"/>
                </a:cubicBezTo>
                <a:cubicBezTo>
                  <a:pt x="73149" y="99888"/>
                  <a:pt x="75729" y="103188"/>
                  <a:pt x="79226" y="103188"/>
                </a:cubicBezTo>
                <a:cubicBezTo>
                  <a:pt x="81756" y="103188"/>
                  <a:pt x="83939" y="101451"/>
                  <a:pt x="84435" y="98971"/>
                </a:cubicBezTo>
                <a:cubicBezTo>
                  <a:pt x="86345" y="89346"/>
                  <a:pt x="87313" y="79549"/>
                  <a:pt x="87313" y="69676"/>
                </a:cubicBezTo>
                <a:lnTo>
                  <a:pt x="87313" y="63500"/>
                </a:lnTo>
                <a:cubicBezTo>
                  <a:pt x="87313" y="50354"/>
                  <a:pt x="76646" y="39688"/>
                  <a:pt x="63500" y="39688"/>
                </a:cubicBezTo>
                <a:close/>
                <a:moveTo>
                  <a:pt x="69453" y="63500"/>
                </a:moveTo>
                <a:cubicBezTo>
                  <a:pt x="69453" y="60201"/>
                  <a:pt x="66799" y="57547"/>
                  <a:pt x="63500" y="57547"/>
                </a:cubicBezTo>
                <a:cubicBezTo>
                  <a:pt x="60201" y="57547"/>
                  <a:pt x="57547" y="60201"/>
                  <a:pt x="57547" y="63500"/>
                </a:cubicBezTo>
                <a:lnTo>
                  <a:pt x="57547" y="69676"/>
                </a:lnTo>
                <a:cubicBezTo>
                  <a:pt x="57547" y="84534"/>
                  <a:pt x="54818" y="99268"/>
                  <a:pt x="49485" y="113134"/>
                </a:cubicBezTo>
                <a:lnTo>
                  <a:pt x="48022" y="116929"/>
                </a:lnTo>
                <a:cubicBezTo>
                  <a:pt x="46831" y="120005"/>
                  <a:pt x="48369" y="123453"/>
                  <a:pt x="51445" y="124619"/>
                </a:cubicBezTo>
                <a:cubicBezTo>
                  <a:pt x="54521" y="125785"/>
                  <a:pt x="57969" y="124271"/>
                  <a:pt x="59134" y="121196"/>
                </a:cubicBezTo>
                <a:lnTo>
                  <a:pt x="60598" y="117401"/>
                </a:lnTo>
                <a:cubicBezTo>
                  <a:pt x="66452" y="102171"/>
                  <a:pt x="69453" y="85998"/>
                  <a:pt x="69453" y="69676"/>
                </a:cubicBezTo>
                <a:lnTo>
                  <a:pt x="69453" y="63500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3938" y="2563813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41688" y="2786063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 user distinguishability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1688" y="2976563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DAB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uniqueness = harder to identify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0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00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19125" y="34131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3438" y="3381375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1188" y="3603625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Cross-session consistency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1188" y="3794125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correlation = easier to track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05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305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357563" y="3413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563938" y="3381375"/>
            <a:ext cx="62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41688" y="3603625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pattern value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41688" y="3794125"/>
            <a:ext cx="2460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B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temporal = greater leakage risk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1469" y="4306094"/>
            <a:ext cx="5691188" cy="2123281"/>
          </a:xfrm>
          <a:custGeom>
            <a:avLst/>
            <a:gdLst/>
            <a:ahLst/>
            <a:cxnLst/>
            <a:rect l="l" t="t" r="r" b="b"/>
            <a:pathLst>
              <a:path w="5691188" h="3484563">
                <a:moveTo>
                  <a:pt x="127012" y="0"/>
                </a:moveTo>
                <a:lnTo>
                  <a:pt x="5564175" y="0"/>
                </a:lnTo>
                <a:cubicBezTo>
                  <a:pt x="5634322" y="0"/>
                  <a:pt x="5691188" y="56865"/>
                  <a:pt x="5691188" y="127012"/>
                </a:cubicBezTo>
                <a:lnTo>
                  <a:pt x="5691188" y="3357550"/>
                </a:lnTo>
                <a:cubicBezTo>
                  <a:pt x="5691188" y="3427697"/>
                  <a:pt x="5634322" y="3484562"/>
                  <a:pt x="5564175" y="3484563"/>
                </a:cubicBezTo>
                <a:lnTo>
                  <a:pt x="127012" y="3484563"/>
                </a:lnTo>
                <a:cubicBezTo>
                  <a:pt x="56865" y="3484563"/>
                  <a:pt x="0" y="3427697"/>
                  <a:pt x="0" y="3357550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4187" y="4468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95313" y="4579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0438" y="4536281"/>
            <a:ext cx="2246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Level 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81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975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959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356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534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90500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31-50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92484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92881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186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27025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51-70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9009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9406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839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635500" y="5080000"/>
            <a:ext cx="1158875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71-100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55344" y="535781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59313" y="5548313"/>
            <a:ext cx="1111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9344" y="133503"/>
            <a:ext cx="5691188" cy="3770313"/>
          </a:xfrm>
          <a:custGeom>
            <a:avLst/>
            <a:gdLst/>
            <a:ahLst/>
            <a:cxnLst/>
            <a:rect l="l" t="t" r="r" b="b"/>
            <a:pathLst>
              <a:path w="5691188" h="3770313">
                <a:moveTo>
                  <a:pt x="126984" y="0"/>
                </a:moveTo>
                <a:lnTo>
                  <a:pt x="5564203" y="0"/>
                </a:lnTo>
                <a:cubicBezTo>
                  <a:pt x="5634335" y="0"/>
                  <a:pt x="5691188" y="56853"/>
                  <a:pt x="5691188" y="126984"/>
                </a:cubicBezTo>
                <a:lnTo>
                  <a:pt x="5691188" y="3643328"/>
                </a:lnTo>
                <a:cubicBezTo>
                  <a:pt x="5691188" y="3713460"/>
                  <a:pt x="5634335" y="3770313"/>
                  <a:pt x="5564203" y="3770313"/>
                </a:cubicBezTo>
                <a:lnTo>
                  <a:pt x="126984" y="3770313"/>
                </a:lnTo>
                <a:cubicBezTo>
                  <a:pt x="56853" y="3770313"/>
                  <a:pt x="0" y="3713460"/>
                  <a:pt x="0" y="3643328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342063" y="2962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473031" y="40734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818313" y="363690"/>
            <a:ext cx="3770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Recommendations Generation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2063" y="804222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risk level and dominant contributing indicators, automatically generate targeted privacy protection recommendations, each assessment provides at least 3 actionable recommendations.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2063" y="1550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484938" y="1709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691313" y="1677347"/>
            <a:ext cx="108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Entropy Risk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69063" y="1931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 request method diversity, explore multiple DApps to disperse behavior characteristics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2063" y="2312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6484938" y="2471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691313" y="2439347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Correlation Risk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69063" y="2693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address rotation, generate new addresses for different sessions, separate activity types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2063" y="3074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484938" y="3233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691313" y="3201346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Temporal Risk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69063" y="345534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random time jitter, batch requests to reduce time granularity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79344" y="3972694"/>
            <a:ext cx="5691188" cy="2833688"/>
          </a:xfrm>
          <a:custGeom>
            <a:avLst/>
            <a:gdLst/>
            <a:ahLst/>
            <a:cxnLst/>
            <a:rect l="l" t="t" r="r" b="b"/>
            <a:pathLst>
              <a:path w="5691188" h="2833688">
                <a:moveTo>
                  <a:pt x="127006" y="0"/>
                </a:moveTo>
                <a:lnTo>
                  <a:pt x="5564182" y="0"/>
                </a:lnTo>
                <a:cubicBezTo>
                  <a:pt x="5634325" y="0"/>
                  <a:pt x="5691188" y="56862"/>
                  <a:pt x="5691188" y="127006"/>
                </a:cubicBezTo>
                <a:lnTo>
                  <a:pt x="5691188" y="2706682"/>
                </a:lnTo>
                <a:cubicBezTo>
                  <a:pt x="5691188" y="2776825"/>
                  <a:pt x="5634325" y="2833688"/>
                  <a:pt x="5564182" y="2833687"/>
                </a:cubicBezTo>
                <a:lnTo>
                  <a:pt x="127006" y="2833688"/>
                </a:lnTo>
                <a:cubicBezTo>
                  <a:pt x="56862" y="2833687"/>
                  <a:pt x="0" y="2776825"/>
                  <a:pt x="0" y="2706682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6342063" y="4135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6433344" y="42465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818313" y="4202881"/>
            <a:ext cx="275431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 Comparison Analysis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063" y="4643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6488906" y="4865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794500" y="4770413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Ideal Privacy Baseline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94500" y="4960913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optimal value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42063" y="53419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6488906" y="55641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794500" y="5468913"/>
            <a:ext cx="142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Worst Privacy Baseline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794500" y="5659413"/>
            <a:ext cx="141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worst value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42063" y="6040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6488906" y="6262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794500" y="6167413"/>
            <a:ext cx="140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794500" y="6357913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Cross-session risk changes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08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RULES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167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Rule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5391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0" y="29766"/>
                </a:lnTo>
                <a:close/>
                <a:moveTo>
                  <a:pt x="0" y="44648"/>
                </a:moveTo>
                <a:lnTo>
                  <a:pt x="178594" y="44648"/>
                </a:lnTo>
                <a:lnTo>
                  <a:pt x="178594" y="128984"/>
                </a:lnTo>
                <a:cubicBezTo>
                  <a:pt x="178594" y="139929"/>
                  <a:pt x="169695" y="148828"/>
                  <a:pt x="158750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44648"/>
                </a:lnTo>
                <a:close/>
                <a:moveTo>
                  <a:pt x="76677" y="128984"/>
                </a:moveTo>
                <a:cubicBezTo>
                  <a:pt x="82941" y="128984"/>
                  <a:pt x="87623" y="122969"/>
                  <a:pt x="83623" y="118132"/>
                </a:cubicBezTo>
                <a:cubicBezTo>
                  <a:pt x="79065" y="112644"/>
                  <a:pt x="72182" y="109141"/>
                  <a:pt x="64492" y="109141"/>
                </a:cubicBezTo>
                <a:lnTo>
                  <a:pt x="44648" y="109141"/>
                </a:lnTo>
                <a:cubicBezTo>
                  <a:pt x="36959" y="109141"/>
                  <a:pt x="30076" y="112644"/>
                  <a:pt x="25518" y="118132"/>
                </a:cubicBezTo>
                <a:cubicBezTo>
                  <a:pt x="21518" y="122969"/>
                  <a:pt x="26200" y="128984"/>
                  <a:pt x="32463" y="128984"/>
                </a:cubicBezTo>
                <a:lnTo>
                  <a:pt x="76646" y="128984"/>
                </a:lnTo>
                <a:close/>
                <a:moveTo>
                  <a:pt x="54570" y="96738"/>
                </a:moveTo>
                <a:cubicBezTo>
                  <a:pt x="64153" y="96738"/>
                  <a:pt x="71934" y="88958"/>
                  <a:pt x="71934" y="79375"/>
                </a:cubicBezTo>
                <a:cubicBezTo>
                  <a:pt x="71934" y="69792"/>
                  <a:pt x="64153" y="62012"/>
                  <a:pt x="54570" y="62012"/>
                </a:cubicBezTo>
                <a:cubicBezTo>
                  <a:pt x="44987" y="62012"/>
                  <a:pt x="37207" y="69792"/>
                  <a:pt x="37207" y="79375"/>
                </a:cubicBezTo>
                <a:cubicBezTo>
                  <a:pt x="37207" y="88958"/>
                  <a:pt x="44987" y="96738"/>
                  <a:pt x="54570" y="96738"/>
                </a:cubicBezTo>
                <a:close/>
                <a:moveTo>
                  <a:pt x="111621" y="64492"/>
                </a:moveTo>
                <a:cubicBezTo>
                  <a:pt x="107497" y="64492"/>
                  <a:pt x="104180" y="67810"/>
                  <a:pt x="104180" y="71934"/>
                </a:cubicBezTo>
                <a:cubicBezTo>
                  <a:pt x="104180" y="76057"/>
                  <a:pt x="107497" y="79375"/>
                  <a:pt x="111621" y="79375"/>
                </a:cubicBezTo>
                <a:lnTo>
                  <a:pt x="146348" y="79375"/>
                </a:lnTo>
                <a:cubicBezTo>
                  <a:pt x="150471" y="79375"/>
                  <a:pt x="153789" y="76057"/>
                  <a:pt x="153789" y="71934"/>
                </a:cubicBezTo>
                <a:cubicBezTo>
                  <a:pt x="153789" y="67810"/>
                  <a:pt x="150471" y="64492"/>
                  <a:pt x="146348" y="64492"/>
                </a:cubicBezTo>
                <a:lnTo>
                  <a:pt x="111621" y="64492"/>
                </a:lnTo>
                <a:close/>
                <a:moveTo>
                  <a:pt x="111621" y="94258"/>
                </a:moveTo>
                <a:cubicBezTo>
                  <a:pt x="107497" y="94258"/>
                  <a:pt x="104180" y="97575"/>
                  <a:pt x="104180" y="101699"/>
                </a:cubicBezTo>
                <a:cubicBezTo>
                  <a:pt x="104180" y="105823"/>
                  <a:pt x="107497" y="109141"/>
                  <a:pt x="111621" y="109141"/>
                </a:cubicBezTo>
                <a:lnTo>
                  <a:pt x="146348" y="109141"/>
                </a:lnTo>
                <a:cubicBezTo>
                  <a:pt x="150471" y="109141"/>
                  <a:pt x="153789" y="105823"/>
                  <a:pt x="153789" y="101699"/>
                </a:cubicBezTo>
                <a:cubicBezTo>
                  <a:pt x="153789" y="97575"/>
                  <a:pt x="150471" y="94258"/>
                  <a:pt x="146348" y="94258"/>
                </a:cubicBezTo>
                <a:lnTo>
                  <a:pt x="111621" y="9425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438" y="1281906"/>
            <a:ext cx="1627188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Rules (3)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00063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2938" y="1849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55985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55985" y="1853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938" y="2103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Reuse Detection: frequent cross-session queries for same address balance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0063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2938" y="2611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5985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55985" y="2615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938" y="2865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Association: correlated behavior of multiple addresses in same session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0063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0063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2938" y="3373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DR-ID-3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5985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55985" y="337740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938" y="3627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 Discovery: enumeration of account index patterns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9344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42063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43266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53" y="2480"/>
                </a:moveTo>
                <a:cubicBezTo>
                  <a:pt x="89988" y="2480"/>
                  <a:pt x="106660" y="19152"/>
                  <a:pt x="106660" y="39688"/>
                </a:cubicBezTo>
                <a:cubicBezTo>
                  <a:pt x="106660" y="60223"/>
                  <a:pt x="89988" y="76895"/>
                  <a:pt x="69453" y="76895"/>
                </a:cubicBez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lose/>
                <a:moveTo>
                  <a:pt x="60244" y="94258"/>
                </a:moveTo>
                <a:lnTo>
                  <a:pt x="78662" y="94258"/>
                </a:lnTo>
                <a:cubicBezTo>
                  <a:pt x="79871" y="94258"/>
                  <a:pt x="81111" y="94289"/>
                  <a:pt x="82321" y="94382"/>
                </a:cubicBezTo>
                <a:cubicBezTo>
                  <a:pt x="77298" y="103125"/>
                  <a:pt x="74414" y="113233"/>
                  <a:pt x="74414" y="124023"/>
                </a:cubicBezTo>
                <a:cubicBezTo>
                  <a:pt x="74414" y="136984"/>
                  <a:pt x="78569" y="148983"/>
                  <a:pt x="85576" y="158750"/>
                </a:cubicBezTo>
                <a:lnTo>
                  <a:pt x="14170" y="158750"/>
                </a:lnTo>
                <a:cubicBezTo>
                  <a:pt x="9085" y="158750"/>
                  <a:pt x="4961" y="154626"/>
                  <a:pt x="4961" y="149541"/>
                </a:cubicBezTo>
                <a:cubicBezTo>
                  <a:pt x="4961" y="119000"/>
                  <a:pt x="29704" y="94258"/>
                  <a:pt x="60244" y="94258"/>
                </a:cubicBezTo>
                <a:close/>
                <a:moveTo>
                  <a:pt x="89297" y="124023"/>
                </a:moveTo>
                <a:cubicBezTo>
                  <a:pt x="89297" y="99381"/>
                  <a:pt x="109303" y="79375"/>
                  <a:pt x="133945" y="79375"/>
                </a:cubicBezTo>
                <a:cubicBezTo>
                  <a:pt x="158587" y="79375"/>
                  <a:pt x="178594" y="99381"/>
                  <a:pt x="178594" y="124023"/>
                </a:cubicBezTo>
                <a:cubicBezTo>
                  <a:pt x="178594" y="148666"/>
                  <a:pt x="158587" y="168672"/>
                  <a:pt x="133945" y="168672"/>
                </a:cubicBezTo>
                <a:cubicBezTo>
                  <a:pt x="109303" y="168672"/>
                  <a:pt x="89297" y="148666"/>
                  <a:pt x="89297" y="124023"/>
                </a:cubicBezTo>
                <a:close/>
                <a:moveTo>
                  <a:pt x="133945" y="99219"/>
                </a:moveTo>
                <a:cubicBezTo>
                  <a:pt x="131217" y="99219"/>
                  <a:pt x="128984" y="101451"/>
                  <a:pt x="128984" y="104180"/>
                </a:cubicBezTo>
                <a:lnTo>
                  <a:pt x="128984" y="124023"/>
                </a:lnTo>
                <a:cubicBezTo>
                  <a:pt x="128984" y="126752"/>
                  <a:pt x="131217" y="128984"/>
                  <a:pt x="133945" y="128984"/>
                </a:cubicBezTo>
                <a:lnTo>
                  <a:pt x="148828" y="128984"/>
                </a:lnTo>
                <a:cubicBezTo>
                  <a:pt x="151557" y="128984"/>
                  <a:pt x="153789" y="126752"/>
                  <a:pt x="153789" y="124023"/>
                </a:cubicBezTo>
                <a:cubicBezTo>
                  <a:pt x="153789" y="121295"/>
                  <a:pt x="151557" y="119062"/>
                  <a:pt x="148828" y="119062"/>
                </a:cubicBezTo>
                <a:lnTo>
                  <a:pt x="138906" y="119062"/>
                </a:lnTo>
                <a:lnTo>
                  <a:pt x="138906" y="104180"/>
                </a:lnTo>
                <a:cubicBezTo>
                  <a:pt x="138906" y="101451"/>
                  <a:pt x="136674" y="99219"/>
                  <a:pt x="133945" y="9921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18313" y="1281906"/>
            <a:ext cx="1722438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 Rules (3)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7938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357938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500813" y="1849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3860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113860" y="1853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0813" y="2103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DApp Usage Patterns: detect DApp characteristic call sequences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357938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00813" y="2611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3860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113860" y="261540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0813" y="2865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 Behavior: identify automation characteristics of fixed intervals and burst patterns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7938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357938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500813" y="337343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DR-BE-3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13860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113860" y="337740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0813" y="362743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Session Inference: detect active periods based on request frequency threshold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84187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95313" y="4532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29766"/>
                </a:moveTo>
                <a:lnTo>
                  <a:pt x="39688" y="24805"/>
                </a:lnTo>
                <a:cubicBezTo>
                  <a:pt x="39688" y="11100"/>
                  <a:pt x="66353" y="0"/>
                  <a:pt x="99219" y="0"/>
                </a:cubicBezTo>
                <a:cubicBezTo>
                  <a:pt x="132085" y="0"/>
                  <a:pt x="158750" y="11100"/>
                  <a:pt x="158750" y="24805"/>
                </a:cubicBezTo>
                <a:lnTo>
                  <a:pt x="158750" y="29766"/>
                </a:lnTo>
                <a:cubicBezTo>
                  <a:pt x="158750" y="39253"/>
                  <a:pt x="145945" y="47501"/>
                  <a:pt x="127124" y="51687"/>
                </a:cubicBezTo>
                <a:cubicBezTo>
                  <a:pt x="126380" y="50819"/>
                  <a:pt x="125605" y="49981"/>
                  <a:pt x="124830" y="49206"/>
                </a:cubicBezTo>
                <a:cubicBezTo>
                  <a:pt x="120024" y="44462"/>
                  <a:pt x="113823" y="40866"/>
                  <a:pt x="107342" y="38199"/>
                </a:cubicBezTo>
                <a:cubicBezTo>
                  <a:pt x="94351" y="32773"/>
                  <a:pt x="77422" y="29797"/>
                  <a:pt x="59531" y="29797"/>
                </a:cubicBezTo>
                <a:cubicBezTo>
                  <a:pt x="52741" y="29797"/>
                  <a:pt x="46106" y="30231"/>
                  <a:pt x="39750" y="31068"/>
                </a:cubicBezTo>
                <a:cubicBezTo>
                  <a:pt x="39688" y="30665"/>
                  <a:pt x="39688" y="30231"/>
                  <a:pt x="39688" y="29797"/>
                </a:cubicBezTo>
                <a:close/>
                <a:moveTo>
                  <a:pt x="133945" y="109451"/>
                </a:moveTo>
                <a:lnTo>
                  <a:pt x="133945" y="95126"/>
                </a:lnTo>
                <a:cubicBezTo>
                  <a:pt x="138627" y="93917"/>
                  <a:pt x="143030" y="92490"/>
                  <a:pt x="147030" y="90816"/>
                </a:cubicBezTo>
                <a:cubicBezTo>
                  <a:pt x="151123" y="89111"/>
                  <a:pt x="155122" y="87033"/>
                  <a:pt x="158750" y="84522"/>
                </a:cubicBezTo>
                <a:lnTo>
                  <a:pt x="158750" y="89297"/>
                </a:lnTo>
                <a:cubicBezTo>
                  <a:pt x="158750" y="97606"/>
                  <a:pt x="148983" y="104955"/>
                  <a:pt x="133945" y="109451"/>
                </a:cubicBezTo>
                <a:close/>
                <a:moveTo>
                  <a:pt x="133945" y="79685"/>
                </a:moveTo>
                <a:lnTo>
                  <a:pt x="133945" y="69453"/>
                </a:lnTo>
                <a:cubicBezTo>
                  <a:pt x="133945" y="68058"/>
                  <a:pt x="133821" y="66725"/>
                  <a:pt x="133635" y="65422"/>
                </a:cubicBezTo>
                <a:cubicBezTo>
                  <a:pt x="138441" y="64213"/>
                  <a:pt x="142937" y="62756"/>
                  <a:pt x="147030" y="61020"/>
                </a:cubicBezTo>
                <a:cubicBezTo>
                  <a:pt x="151123" y="59283"/>
                  <a:pt x="155122" y="57237"/>
                  <a:pt x="158750" y="54725"/>
                </a:cubicBezTo>
                <a:lnTo>
                  <a:pt x="158750" y="59500"/>
                </a:lnTo>
                <a:cubicBezTo>
                  <a:pt x="158750" y="67810"/>
                  <a:pt x="148983" y="75158"/>
                  <a:pt x="133945" y="79654"/>
                </a:cubicBezTo>
                <a:close/>
                <a:moveTo>
                  <a:pt x="0" y="74414"/>
                </a:moveTo>
                <a:lnTo>
                  <a:pt x="0" y="69453"/>
                </a:lnTo>
                <a:cubicBezTo>
                  <a:pt x="0" y="55749"/>
                  <a:pt x="26665" y="44648"/>
                  <a:pt x="59531" y="44648"/>
                </a:cubicBezTo>
                <a:cubicBezTo>
                  <a:pt x="92397" y="44648"/>
                  <a:pt x="119062" y="55749"/>
                  <a:pt x="119062" y="69453"/>
                </a:cubicBezTo>
                <a:lnTo>
                  <a:pt x="119062" y="74414"/>
                </a:lnTo>
                <a:cubicBezTo>
                  <a:pt x="119062" y="88119"/>
                  <a:pt x="92397" y="99219"/>
                  <a:pt x="59531" y="99219"/>
                </a:cubicBezTo>
                <a:cubicBezTo>
                  <a:pt x="26665" y="99219"/>
                  <a:pt x="0" y="88119"/>
                  <a:pt x="0" y="74414"/>
                </a:cubicBezTo>
                <a:close/>
                <a:moveTo>
                  <a:pt x="119062" y="104180"/>
                </a:moveTo>
                <a:cubicBezTo>
                  <a:pt x="119062" y="117884"/>
                  <a:pt x="92397" y="128984"/>
                  <a:pt x="59531" y="128984"/>
                </a:cubicBezTo>
                <a:cubicBezTo>
                  <a:pt x="26665" y="128984"/>
                  <a:pt x="0" y="117884"/>
                  <a:pt x="0" y="104180"/>
                </a:cubicBezTo>
                <a:lnTo>
                  <a:pt x="0" y="99405"/>
                </a:lnTo>
                <a:cubicBezTo>
                  <a:pt x="3597" y="101916"/>
                  <a:pt x="7596" y="103963"/>
                  <a:pt x="11720" y="105699"/>
                </a:cubicBezTo>
                <a:cubicBezTo>
                  <a:pt x="24712" y="111125"/>
                  <a:pt x="41641" y="114102"/>
                  <a:pt x="59531" y="114102"/>
                </a:cubicBezTo>
                <a:cubicBezTo>
                  <a:pt x="77422" y="114102"/>
                  <a:pt x="94351" y="111094"/>
                  <a:pt x="107342" y="105699"/>
                </a:cubicBezTo>
                <a:cubicBezTo>
                  <a:pt x="111435" y="103994"/>
                  <a:pt x="115435" y="101916"/>
                  <a:pt x="119062" y="99405"/>
                </a:cubicBezTo>
                <a:lnTo>
                  <a:pt x="119062" y="104180"/>
                </a:lnTo>
                <a:close/>
                <a:moveTo>
                  <a:pt x="119062" y="129170"/>
                </a:moveTo>
                <a:lnTo>
                  <a:pt x="119062" y="133945"/>
                </a:lnTo>
                <a:cubicBezTo>
                  <a:pt x="119062" y="147650"/>
                  <a:pt x="92397" y="158750"/>
                  <a:pt x="59531" y="158750"/>
                </a:cubicBezTo>
                <a:cubicBezTo>
                  <a:pt x="26665" y="158750"/>
                  <a:pt x="0" y="147650"/>
                  <a:pt x="0" y="133945"/>
                </a:cubicBezTo>
                <a:lnTo>
                  <a:pt x="0" y="129170"/>
                </a:lnTo>
                <a:cubicBezTo>
                  <a:pt x="3597" y="131682"/>
                  <a:pt x="7596" y="133728"/>
                  <a:pt x="11720" y="135465"/>
                </a:cubicBezTo>
                <a:cubicBezTo>
                  <a:pt x="24712" y="140891"/>
                  <a:pt x="41641" y="143867"/>
                  <a:pt x="59531" y="143867"/>
                </a:cubicBezTo>
                <a:cubicBezTo>
                  <a:pt x="77422" y="143867"/>
                  <a:pt x="94351" y="140860"/>
                  <a:pt x="107342" y="135465"/>
                </a:cubicBezTo>
                <a:cubicBezTo>
                  <a:pt x="111435" y="133759"/>
                  <a:pt x="115435" y="131682"/>
                  <a:pt x="119062" y="12917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60438" y="4488656"/>
            <a:ext cx="1452563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Rules (2)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0063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500063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42938" y="5056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DR-AS-1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55985" y="506015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255985" y="5060156"/>
            <a:ext cx="41275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938" y="5310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Holding Inference: infer holdings from repeated asset metadata queries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0063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500063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42938" y="5818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DR-AS-2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55985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255985" y="5822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2938" y="6072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Signature: identify transfers from nonce sequence and gas price patterns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9344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6342063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6473031" y="453231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58477"/>
                </a:moveTo>
                <a:cubicBezTo>
                  <a:pt x="0" y="26169"/>
                  <a:pt x="26665" y="0"/>
                  <a:pt x="59531" y="0"/>
                </a:cubicBezTo>
                <a:cubicBezTo>
                  <a:pt x="92397" y="0"/>
                  <a:pt x="119062" y="26169"/>
                  <a:pt x="119062" y="58477"/>
                </a:cubicBezTo>
                <a:cubicBezTo>
                  <a:pt x="119062" y="95467"/>
                  <a:pt x="81793" y="139805"/>
                  <a:pt x="66229" y="156704"/>
                </a:cubicBezTo>
                <a:cubicBezTo>
                  <a:pt x="62570" y="160672"/>
                  <a:pt x="56462" y="160672"/>
                  <a:pt x="52803" y="156704"/>
                </a:cubicBezTo>
                <a:cubicBezTo>
                  <a:pt x="37238" y="139805"/>
                  <a:pt x="-31" y="95467"/>
                  <a:pt x="-31" y="58477"/>
                </a:cubicBezTo>
                <a:close/>
                <a:moveTo>
                  <a:pt x="59531" y="79375"/>
                </a:moveTo>
                <a:cubicBezTo>
                  <a:pt x="70483" y="79375"/>
                  <a:pt x="79375" y="70483"/>
                  <a:pt x="79375" y="59531"/>
                </a:cubicBezTo>
                <a:cubicBezTo>
                  <a:pt x="79375" y="48579"/>
                  <a:pt x="70483" y="39688"/>
                  <a:pt x="59531" y="39688"/>
                </a:cubicBezTo>
                <a:cubicBezTo>
                  <a:pt x="48579" y="39688"/>
                  <a:pt x="39688" y="48579"/>
                  <a:pt x="39688" y="59531"/>
                </a:cubicBezTo>
                <a:cubicBezTo>
                  <a:pt x="39688" y="70483"/>
                  <a:pt x="48579" y="79375"/>
                  <a:pt x="59531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818313" y="4488656"/>
            <a:ext cx="171450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Rules (2)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7938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357938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500813" y="5056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DR-LO-1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113860" y="5060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113860" y="5060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00813" y="5310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Timezone Inference: infer user timezone from request time patterns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57938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6357938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500813" y="5818188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DR-LO-2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113860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7113860" y="5822156"/>
            <a:ext cx="571500" cy="182563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0813" y="6072188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Fingerprint: detect TLS handshake time signature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551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5595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Four-Dimensional Assessment Algorithm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3484" y="1301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2681" y="9599"/>
                </a:moveTo>
                <a:cubicBezTo>
                  <a:pt x="116030" y="8204"/>
                  <a:pt x="119853" y="8985"/>
                  <a:pt x="122420" y="11525"/>
                </a:cubicBezTo>
                <a:lnTo>
                  <a:pt x="140280" y="29384"/>
                </a:lnTo>
                <a:cubicBezTo>
                  <a:pt x="141954" y="31059"/>
                  <a:pt x="142903" y="33319"/>
                  <a:pt x="142903" y="35691"/>
                </a:cubicBezTo>
                <a:cubicBezTo>
                  <a:pt x="142903" y="38063"/>
                  <a:pt x="141954" y="40323"/>
                  <a:pt x="140280" y="41997"/>
                </a:cubicBezTo>
                <a:lnTo>
                  <a:pt x="122420" y="59857"/>
                </a:lnTo>
                <a:cubicBezTo>
                  <a:pt x="119853" y="62424"/>
                  <a:pt x="116030" y="63178"/>
                  <a:pt x="112681" y="61782"/>
                </a:cubicBezTo>
                <a:cubicBezTo>
                  <a:pt x="109333" y="60387"/>
                  <a:pt x="107156" y="57178"/>
                  <a:pt x="107156" y="53578"/>
                </a:cubicBezTo>
                <a:lnTo>
                  <a:pt x="107156" y="44648"/>
                </a:lnTo>
                <a:lnTo>
                  <a:pt x="98227" y="44648"/>
                </a:lnTo>
                <a:cubicBezTo>
                  <a:pt x="95408" y="44648"/>
                  <a:pt x="92757" y="45960"/>
                  <a:pt x="91083" y="48220"/>
                </a:cubicBezTo>
                <a:lnTo>
                  <a:pt x="82042" y="60275"/>
                </a:lnTo>
                <a:lnTo>
                  <a:pt x="70879" y="45402"/>
                </a:lnTo>
                <a:lnTo>
                  <a:pt x="76795" y="37505"/>
                </a:lnTo>
                <a:cubicBezTo>
                  <a:pt x="81846" y="30752"/>
                  <a:pt x="89799" y="26789"/>
                  <a:pt x="98227" y="26789"/>
                </a:cubicBezTo>
                <a:lnTo>
                  <a:pt x="107156" y="26789"/>
                </a:lnTo>
                <a:lnTo>
                  <a:pt x="107156" y="17859"/>
                </a:lnTo>
                <a:cubicBezTo>
                  <a:pt x="107156" y="14260"/>
                  <a:pt x="109333" y="10995"/>
                  <a:pt x="112681" y="9599"/>
                </a:cubicBezTo>
                <a:close/>
                <a:moveTo>
                  <a:pt x="42974" y="82600"/>
                </a:moveTo>
                <a:lnTo>
                  <a:pt x="54136" y="97473"/>
                </a:lnTo>
                <a:lnTo>
                  <a:pt x="48220" y="105370"/>
                </a:lnTo>
                <a:cubicBezTo>
                  <a:pt x="43169" y="112123"/>
                  <a:pt x="35216" y="116086"/>
                  <a:pt x="26789" y="116086"/>
                </a:cubicBezTo>
                <a:lnTo>
                  <a:pt x="8930" y="116086"/>
                </a:lnTo>
                <a:cubicBezTo>
                  <a:pt x="3990" y="116086"/>
                  <a:pt x="0" y="112095"/>
                  <a:pt x="0" y="107156"/>
                </a:cubicBezTo>
                <a:cubicBezTo>
                  <a:pt x="0" y="102217"/>
                  <a:pt x="3990" y="98227"/>
                  <a:pt x="8930" y="98227"/>
                </a:cubicBezTo>
                <a:lnTo>
                  <a:pt x="26789" y="98227"/>
                </a:lnTo>
                <a:cubicBezTo>
                  <a:pt x="29607" y="98227"/>
                  <a:pt x="32258" y="96915"/>
                  <a:pt x="33933" y="94655"/>
                </a:cubicBezTo>
                <a:lnTo>
                  <a:pt x="42974" y="82600"/>
                </a:lnTo>
                <a:close/>
                <a:moveTo>
                  <a:pt x="122393" y="131322"/>
                </a:moveTo>
                <a:cubicBezTo>
                  <a:pt x="119825" y="133890"/>
                  <a:pt x="116002" y="134643"/>
                  <a:pt x="112654" y="133248"/>
                </a:cubicBezTo>
                <a:cubicBezTo>
                  <a:pt x="109305" y="131852"/>
                  <a:pt x="107156" y="128615"/>
                  <a:pt x="107156" y="125016"/>
                </a:cubicBezTo>
                <a:lnTo>
                  <a:pt x="107156" y="116086"/>
                </a:lnTo>
                <a:lnTo>
                  <a:pt x="98227" y="116086"/>
                </a:lnTo>
                <a:cubicBezTo>
                  <a:pt x="89799" y="116086"/>
                  <a:pt x="81846" y="112123"/>
                  <a:pt x="76795" y="105370"/>
                </a:cubicBezTo>
                <a:lnTo>
                  <a:pt x="33933" y="48220"/>
                </a:lnTo>
                <a:cubicBezTo>
                  <a:pt x="32258" y="45960"/>
                  <a:pt x="29607" y="44648"/>
                  <a:pt x="26789" y="4464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cubicBezTo>
                  <a:pt x="35216" y="26789"/>
                  <a:pt x="43169" y="30752"/>
                  <a:pt x="48220" y="37505"/>
                </a:cubicBezTo>
                <a:lnTo>
                  <a:pt x="91083" y="94655"/>
                </a:lnTo>
                <a:cubicBezTo>
                  <a:pt x="92757" y="96915"/>
                  <a:pt x="95408" y="98227"/>
                  <a:pt x="98227" y="98227"/>
                </a:cubicBezTo>
                <a:lnTo>
                  <a:pt x="107156" y="98227"/>
                </a:lnTo>
                <a:lnTo>
                  <a:pt x="107156" y="89297"/>
                </a:lnTo>
                <a:cubicBezTo>
                  <a:pt x="107156" y="85697"/>
                  <a:pt x="109333" y="82432"/>
                  <a:pt x="112681" y="81037"/>
                </a:cubicBezTo>
                <a:cubicBezTo>
                  <a:pt x="116030" y="79642"/>
                  <a:pt x="119853" y="80423"/>
                  <a:pt x="122420" y="82962"/>
                </a:cubicBezTo>
                <a:lnTo>
                  <a:pt x="140280" y="100822"/>
                </a:lnTo>
                <a:cubicBezTo>
                  <a:pt x="141954" y="102496"/>
                  <a:pt x="142903" y="104756"/>
                  <a:pt x="142903" y="107128"/>
                </a:cubicBezTo>
                <a:cubicBezTo>
                  <a:pt x="142903" y="109500"/>
                  <a:pt x="141954" y="111761"/>
                  <a:pt x="140280" y="113435"/>
                </a:cubicBezTo>
                <a:lnTo>
                  <a:pt x="122420" y="13129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938" y="1262063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 Score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01634" y="1746250"/>
            <a:ext cx="273085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 = -Σ(p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log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 / log</a:t>
            </a:r>
            <a:r>
              <a:rPr lang="en-US" sz="87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135188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Measures randomness of request method distribution. Higher entropy indicates more diverse request patterns, harder for attackers to predict user behavior, better privacy protection.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9438" y="2674938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897188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RPC method frequencies f[1..n]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probabilities p[i] = f[i] / Σf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Shannon entropy H = -Σ(p[i] × log₂(p[i]))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to [0,1] 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9344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42063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22430" y="1301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54813" y="1262063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Score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2063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26772" y="1746250"/>
            <a:ext cx="219633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ρ = |A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∩ 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 / |A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∪ A</a:t>
            </a: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2063" y="2135188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Jaccard similarity to measure behavior consistency between multiple addresses. Higher correlation indicates more similar behavior between addresses, easier to infer as same user.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2063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37313" y="2674938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7313" y="2897188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method sets of all addresses in session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Jaccard similarity for all address pairs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maximum similarity as correlation score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 [0,1], higher = easier to associate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1469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84187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73484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5" y="71438"/>
                </a:moveTo>
                <a:cubicBezTo>
                  <a:pt x="13395" y="39374"/>
                  <a:pt x="39374" y="13395"/>
                  <a:pt x="71438" y="13395"/>
                </a:cubicBezTo>
                <a:cubicBezTo>
                  <a:pt x="89046" y="13395"/>
                  <a:pt x="104812" y="21236"/>
                  <a:pt x="115472" y="33626"/>
                </a:cubicBezTo>
                <a:cubicBezTo>
                  <a:pt x="117872" y="36444"/>
                  <a:pt x="122113" y="36751"/>
                  <a:pt x="124904" y="34351"/>
                </a:cubicBezTo>
                <a:cubicBezTo>
                  <a:pt x="127695" y="31952"/>
                  <a:pt x="128029" y="27710"/>
                  <a:pt x="125630" y="24919"/>
                </a:cubicBezTo>
                <a:cubicBezTo>
                  <a:pt x="112542" y="9655"/>
                  <a:pt x="93120" y="0"/>
                  <a:pt x="71438" y="0"/>
                </a:cubicBezTo>
                <a:cubicBezTo>
                  <a:pt x="31979" y="0"/>
                  <a:pt x="0" y="31979"/>
                  <a:pt x="0" y="71438"/>
                </a:cubicBezTo>
                <a:lnTo>
                  <a:pt x="0" y="82600"/>
                </a:lnTo>
                <a:cubicBezTo>
                  <a:pt x="0" y="86311"/>
                  <a:pt x="2986" y="89297"/>
                  <a:pt x="6697" y="89297"/>
                </a:cubicBezTo>
                <a:cubicBezTo>
                  <a:pt x="10409" y="89297"/>
                  <a:pt x="13395" y="86311"/>
                  <a:pt x="13395" y="82600"/>
                </a:cubicBezTo>
                <a:lnTo>
                  <a:pt x="13395" y="71438"/>
                </a:lnTo>
                <a:close/>
                <a:moveTo>
                  <a:pt x="141340" y="56676"/>
                </a:moveTo>
                <a:cubicBezTo>
                  <a:pt x="140587" y="53048"/>
                  <a:pt x="137015" y="50732"/>
                  <a:pt x="133415" y="51513"/>
                </a:cubicBezTo>
                <a:cubicBezTo>
                  <a:pt x="129815" y="52294"/>
                  <a:pt x="127471" y="55838"/>
                  <a:pt x="128253" y="59438"/>
                </a:cubicBezTo>
                <a:cubicBezTo>
                  <a:pt x="129062" y="63317"/>
                  <a:pt x="129508" y="67335"/>
                  <a:pt x="129508" y="71465"/>
                </a:cubicBezTo>
                <a:lnTo>
                  <a:pt x="129508" y="82628"/>
                </a:lnTo>
                <a:cubicBezTo>
                  <a:pt x="129508" y="86339"/>
                  <a:pt x="132494" y="89325"/>
                  <a:pt x="136206" y="89325"/>
                </a:cubicBezTo>
                <a:cubicBezTo>
                  <a:pt x="139917" y="89325"/>
                  <a:pt x="142903" y="86339"/>
                  <a:pt x="142903" y="82628"/>
                </a:cubicBezTo>
                <a:lnTo>
                  <a:pt x="142903" y="71465"/>
                </a:lnTo>
                <a:cubicBezTo>
                  <a:pt x="142903" y="66415"/>
                  <a:pt x="142373" y="61475"/>
                  <a:pt x="141368" y="56704"/>
                </a:cubicBezTo>
                <a:close/>
                <a:moveTo>
                  <a:pt x="71438" y="22324"/>
                </a:moveTo>
                <a:cubicBezTo>
                  <a:pt x="66135" y="22324"/>
                  <a:pt x="61001" y="23161"/>
                  <a:pt x="56229" y="24724"/>
                </a:cubicBezTo>
                <a:cubicBezTo>
                  <a:pt x="51988" y="26119"/>
                  <a:pt x="51011" y="31338"/>
                  <a:pt x="53913" y="34742"/>
                </a:cubicBezTo>
                <a:cubicBezTo>
                  <a:pt x="55894" y="37058"/>
                  <a:pt x="59159" y="37756"/>
                  <a:pt x="62117" y="36947"/>
                </a:cubicBezTo>
                <a:cubicBezTo>
                  <a:pt x="65075" y="36137"/>
                  <a:pt x="68200" y="35719"/>
                  <a:pt x="71438" y="35719"/>
                </a:cubicBezTo>
                <a:cubicBezTo>
                  <a:pt x="91167" y="35719"/>
                  <a:pt x="107156" y="51708"/>
                  <a:pt x="107156" y="71438"/>
                </a:cubicBezTo>
                <a:lnTo>
                  <a:pt x="107156" y="78386"/>
                </a:lnTo>
                <a:cubicBezTo>
                  <a:pt x="107156" y="85418"/>
                  <a:pt x="106738" y="92422"/>
                  <a:pt x="105928" y="99399"/>
                </a:cubicBezTo>
                <a:cubicBezTo>
                  <a:pt x="105454" y="103473"/>
                  <a:pt x="108552" y="107156"/>
                  <a:pt x="112681" y="107156"/>
                </a:cubicBezTo>
                <a:cubicBezTo>
                  <a:pt x="115974" y="107156"/>
                  <a:pt x="118793" y="104756"/>
                  <a:pt x="119183" y="101491"/>
                </a:cubicBezTo>
                <a:cubicBezTo>
                  <a:pt x="120104" y="93845"/>
                  <a:pt x="120579" y="86144"/>
                  <a:pt x="120579" y="78414"/>
                </a:cubicBezTo>
                <a:lnTo>
                  <a:pt x="120579" y="71465"/>
                </a:lnTo>
                <a:cubicBezTo>
                  <a:pt x="120579" y="44341"/>
                  <a:pt x="98589" y="22352"/>
                  <a:pt x="71465" y="22352"/>
                </a:cubicBezTo>
                <a:close/>
                <a:moveTo>
                  <a:pt x="42053" y="41495"/>
                </a:moveTo>
                <a:cubicBezTo>
                  <a:pt x="39514" y="38537"/>
                  <a:pt x="34993" y="38314"/>
                  <a:pt x="32593" y="41384"/>
                </a:cubicBezTo>
                <a:cubicBezTo>
                  <a:pt x="26147" y="49699"/>
                  <a:pt x="22324" y="60108"/>
                  <a:pt x="22324" y="71438"/>
                </a:cubicBezTo>
                <a:lnTo>
                  <a:pt x="22324" y="78386"/>
                </a:lnTo>
                <a:cubicBezTo>
                  <a:pt x="22324" y="85139"/>
                  <a:pt x="21599" y="91892"/>
                  <a:pt x="20148" y="98450"/>
                </a:cubicBezTo>
                <a:cubicBezTo>
                  <a:pt x="19199" y="102803"/>
                  <a:pt x="22352" y="107128"/>
                  <a:pt x="26817" y="107128"/>
                </a:cubicBezTo>
                <a:cubicBezTo>
                  <a:pt x="29747" y="107128"/>
                  <a:pt x="32370" y="105175"/>
                  <a:pt x="33012" y="102301"/>
                </a:cubicBezTo>
                <a:cubicBezTo>
                  <a:pt x="34798" y="94459"/>
                  <a:pt x="35719" y="86451"/>
                  <a:pt x="35719" y="78358"/>
                </a:cubicBezTo>
                <a:lnTo>
                  <a:pt x="35719" y="71410"/>
                </a:lnTo>
                <a:cubicBezTo>
                  <a:pt x="35719" y="63819"/>
                  <a:pt x="38091" y="56787"/>
                  <a:pt x="42109" y="51011"/>
                </a:cubicBezTo>
                <a:cubicBezTo>
                  <a:pt x="44118" y="48109"/>
                  <a:pt x="44341" y="44146"/>
                  <a:pt x="42053" y="41467"/>
                </a:cubicBezTo>
                <a:close/>
                <a:moveTo>
                  <a:pt x="71438" y="44648"/>
                </a:moveTo>
                <a:cubicBezTo>
                  <a:pt x="56648" y="44648"/>
                  <a:pt x="44648" y="56648"/>
                  <a:pt x="44648" y="71438"/>
                </a:cubicBezTo>
                <a:lnTo>
                  <a:pt x="44648" y="78386"/>
                </a:lnTo>
                <a:cubicBezTo>
                  <a:pt x="44648" y="88404"/>
                  <a:pt x="43365" y="98338"/>
                  <a:pt x="40798" y="107993"/>
                </a:cubicBezTo>
                <a:cubicBezTo>
                  <a:pt x="39737" y="111984"/>
                  <a:pt x="42667" y="116086"/>
                  <a:pt x="46797" y="116086"/>
                </a:cubicBezTo>
                <a:cubicBezTo>
                  <a:pt x="49448" y="116086"/>
                  <a:pt x="51792" y="114356"/>
                  <a:pt x="52490" y="111789"/>
                </a:cubicBezTo>
                <a:cubicBezTo>
                  <a:pt x="55420" y="100905"/>
                  <a:pt x="56927" y="89688"/>
                  <a:pt x="56927" y="78386"/>
                </a:cubicBezTo>
                <a:lnTo>
                  <a:pt x="56927" y="71438"/>
                </a:lnTo>
                <a:cubicBezTo>
                  <a:pt x="56927" y="63429"/>
                  <a:pt x="63429" y="56927"/>
                  <a:pt x="71438" y="56927"/>
                </a:cubicBezTo>
                <a:cubicBezTo>
                  <a:pt x="79446" y="56927"/>
                  <a:pt x="85948" y="63429"/>
                  <a:pt x="85948" y="71438"/>
                </a:cubicBezTo>
                <a:lnTo>
                  <a:pt x="85948" y="78386"/>
                </a:lnTo>
                <a:cubicBezTo>
                  <a:pt x="85948" y="88516"/>
                  <a:pt x="84972" y="98589"/>
                  <a:pt x="83046" y="108496"/>
                </a:cubicBezTo>
                <a:cubicBezTo>
                  <a:pt x="82293" y="112375"/>
                  <a:pt x="85195" y="116086"/>
                  <a:pt x="89129" y="116086"/>
                </a:cubicBezTo>
                <a:cubicBezTo>
                  <a:pt x="91976" y="116086"/>
                  <a:pt x="94431" y="114133"/>
                  <a:pt x="94990" y="111342"/>
                </a:cubicBezTo>
                <a:cubicBezTo>
                  <a:pt x="97138" y="100515"/>
                  <a:pt x="98227" y="89492"/>
                  <a:pt x="98227" y="78386"/>
                </a:cubicBezTo>
                <a:lnTo>
                  <a:pt x="98227" y="71438"/>
                </a:lnTo>
                <a:cubicBezTo>
                  <a:pt x="98227" y="56648"/>
                  <a:pt x="86227" y="44648"/>
                  <a:pt x="71438" y="44648"/>
                </a:cubicBezTo>
                <a:close/>
                <a:moveTo>
                  <a:pt x="78135" y="71438"/>
                </a:moveTo>
                <a:cubicBezTo>
                  <a:pt x="78135" y="67726"/>
                  <a:pt x="75149" y="64740"/>
                  <a:pt x="71438" y="64740"/>
                </a:cubicBezTo>
                <a:cubicBezTo>
                  <a:pt x="67726" y="64740"/>
                  <a:pt x="64740" y="67726"/>
                  <a:pt x="64740" y="71438"/>
                </a:cubicBezTo>
                <a:lnTo>
                  <a:pt x="64740" y="78386"/>
                </a:lnTo>
                <a:cubicBezTo>
                  <a:pt x="64740" y="95101"/>
                  <a:pt x="61671" y="111677"/>
                  <a:pt x="55671" y="127276"/>
                </a:cubicBezTo>
                <a:lnTo>
                  <a:pt x="54025" y="131545"/>
                </a:lnTo>
                <a:cubicBezTo>
                  <a:pt x="52685" y="135006"/>
                  <a:pt x="54415" y="138885"/>
                  <a:pt x="57876" y="140196"/>
                </a:cubicBezTo>
                <a:cubicBezTo>
                  <a:pt x="61336" y="141508"/>
                  <a:pt x="65215" y="139805"/>
                  <a:pt x="66526" y="136345"/>
                </a:cubicBezTo>
                <a:lnTo>
                  <a:pt x="68173" y="132076"/>
                </a:lnTo>
                <a:cubicBezTo>
                  <a:pt x="74758" y="114942"/>
                  <a:pt x="78135" y="96748"/>
                  <a:pt x="78135" y="78386"/>
                </a:cubicBezTo>
                <a:lnTo>
                  <a:pt x="78135" y="7143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96938" y="4103688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 Score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187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056781" y="4587875"/>
            <a:ext cx="222056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 = 1 - max(cos(v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v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</a:t>
            </a:r>
            <a:r>
              <a:rPr lang="en-US" sz="112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187" y="4976813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Measures similarity between user behavior pattern and reference group. Lower uniqueness indicates more ordinary user behavior, harder to distinguish from group.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79438" y="5516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9438" y="5738813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target session feature vector v_T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cosine similarity with reference sessions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maximum similarity value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 = 1 - maximum similarity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9344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42063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31359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54813" y="4103688"/>
            <a:ext cx="125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Score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063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194337" y="4587875"/>
            <a:ext cx="166120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 = CV / threshold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2063" y="4976813"/>
            <a:ext cx="54213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Analyzes coefficient of variation (CV) of request intervals. Higher temporal score indicates more characteristic time patterns, easier to identify user through time fingerprint.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2063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37313" y="5516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7313" y="5738813"/>
            <a:ext cx="5222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request interval sequence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CV = std / mean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to [0,1] range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value = more obvious temporal characteristics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1468" y="3373438"/>
            <a:ext cx="11549063" cy="769938"/>
          </a:xfrm>
          <a:custGeom>
            <a:avLst/>
            <a:gdLst/>
            <a:ahLst/>
            <a:cxnLst/>
            <a:rect l="l" t="t" r="r" b="b"/>
            <a:pathLst>
              <a:path w="11549063" h="769938">
                <a:moveTo>
                  <a:pt x="95249" y="0"/>
                </a:moveTo>
                <a:lnTo>
                  <a:pt x="11453814" y="0"/>
                </a:lnTo>
                <a:cubicBezTo>
                  <a:pt x="11506418" y="0"/>
                  <a:pt x="11549063" y="42644"/>
                  <a:pt x="11549063" y="95249"/>
                </a:cubicBezTo>
                <a:lnTo>
                  <a:pt x="11549063" y="674689"/>
                </a:lnTo>
                <a:cubicBezTo>
                  <a:pt x="11549062" y="727293"/>
                  <a:pt x="11506418" y="769938"/>
                  <a:pt x="11453814" y="769938"/>
                </a:cubicBezTo>
                <a:lnTo>
                  <a:pt x="95249" y="769938"/>
                </a:lnTo>
                <a:cubicBezTo>
                  <a:pt x="42680" y="769938"/>
                  <a:pt x="0" y="727258"/>
                  <a:pt x="0" y="6746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463850" y="3504407"/>
            <a:ext cx="277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Score Formula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459881" y="3790157"/>
            <a:ext cx="278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 = Σ(w</a:t>
            </a:r>
            <a:r>
              <a:rPr lang="en-US" sz="1000" dirty="0">
                <a:solidFill>
                  <a:srgbClr val="53EA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× Score</a:t>
            </a:r>
            <a:r>
              <a:rPr lang="en-US" sz="1000" dirty="0">
                <a:solidFill>
                  <a:srgbClr val="53EA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× 100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62116" y="3504407"/>
            <a:ext cx="7938" cy="508000"/>
          </a:xfrm>
          <a:custGeom>
            <a:avLst/>
            <a:gdLst/>
            <a:ahLst/>
            <a:cxnLst/>
            <a:rect l="l" t="t" r="r" b="b"/>
            <a:pathLst>
              <a:path w="7938" h="508000">
                <a:moveTo>
                  <a:pt x="0" y="0"/>
                </a:moveTo>
                <a:lnTo>
                  <a:pt x="7938" y="0"/>
                </a:lnTo>
                <a:lnTo>
                  <a:pt x="793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24054" y="356790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entropy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03430" y="356790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uniqueness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4054" y="379015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03430" y="3790157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</a:t>
            </a:r>
            <a:r>
              <a:rPr lang="en-US" sz="875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25%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395" y="436584"/>
            <a:ext cx="48509" cy="323395"/>
          </a:xfrm>
          <a:custGeom>
            <a:avLst/>
            <a:gdLst/>
            <a:ahLst/>
            <a:cxnLst/>
            <a:rect l="l" t="t" r="r" b="b"/>
            <a:pathLst>
              <a:path w="48509" h="323395">
                <a:moveTo>
                  <a:pt x="24255" y="0"/>
                </a:moveTo>
                <a:lnTo>
                  <a:pt x="24255" y="0"/>
                </a:lnTo>
                <a:cubicBezTo>
                  <a:pt x="37641" y="0"/>
                  <a:pt x="48509" y="10868"/>
                  <a:pt x="48509" y="24255"/>
                </a:cubicBezTo>
                <a:lnTo>
                  <a:pt x="48509" y="299141"/>
                </a:lnTo>
                <a:cubicBezTo>
                  <a:pt x="48509" y="312536"/>
                  <a:pt x="37650" y="323395"/>
                  <a:pt x="24255" y="323395"/>
                </a:cubicBezTo>
                <a:lnTo>
                  <a:pt x="24255" y="323395"/>
                </a:lnTo>
                <a:cubicBezTo>
                  <a:pt x="10859" y="323395"/>
                  <a:pt x="0" y="312536"/>
                  <a:pt x="0" y="299141"/>
                </a:cubicBezTo>
                <a:lnTo>
                  <a:pt x="0" y="24255"/>
                </a:lnTo>
                <a:cubicBezTo>
                  <a:pt x="0" y="10868"/>
                  <a:pt x="10868" y="0"/>
                  <a:pt x="24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8923" y="323395"/>
            <a:ext cx="357351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kern="0" spc="5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923" y="549772"/>
            <a:ext cx="3654366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438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93178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6472" y="1350175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50531"/>
                </a:lnTo>
                <a:cubicBezTo>
                  <a:pt x="0" y="61679"/>
                  <a:pt x="9064" y="70743"/>
                  <a:pt x="20212" y="70743"/>
                </a:cubicBezTo>
                <a:lnTo>
                  <a:pt x="121273" y="70743"/>
                </a:lnTo>
                <a:cubicBezTo>
                  <a:pt x="132422" y="70743"/>
                  <a:pt x="141485" y="61679"/>
                  <a:pt x="141485" y="50531"/>
                </a:cubicBezTo>
                <a:lnTo>
                  <a:pt x="141485" y="30318"/>
                </a:lnTo>
                <a:cubicBezTo>
                  <a:pt x="141485" y="19170"/>
                  <a:pt x="132422" y="10106"/>
                  <a:pt x="121273" y="10106"/>
                </a:cubicBezTo>
                <a:lnTo>
                  <a:pt x="20212" y="10106"/>
                </a:lnTo>
                <a:close/>
                <a:moveTo>
                  <a:pt x="88428" y="32845"/>
                </a:moveTo>
                <a:cubicBezTo>
                  <a:pt x="92612" y="32845"/>
                  <a:pt x="96008" y="36241"/>
                  <a:pt x="96008" y="40424"/>
                </a:cubicBezTo>
                <a:cubicBezTo>
                  <a:pt x="96008" y="44608"/>
                  <a:pt x="92612" y="48004"/>
                  <a:pt x="88428" y="48004"/>
                </a:cubicBezTo>
                <a:cubicBezTo>
                  <a:pt x="84245" y="48004"/>
                  <a:pt x="80849" y="44608"/>
                  <a:pt x="80849" y="40424"/>
                </a:cubicBezTo>
                <a:cubicBezTo>
                  <a:pt x="80849" y="36241"/>
                  <a:pt x="84245" y="32845"/>
                  <a:pt x="88428" y="32845"/>
                </a:cubicBezTo>
                <a:close/>
                <a:moveTo>
                  <a:pt x="106114" y="40424"/>
                </a:moveTo>
                <a:cubicBezTo>
                  <a:pt x="106114" y="36241"/>
                  <a:pt x="109510" y="32845"/>
                  <a:pt x="113694" y="32845"/>
                </a:cubicBezTo>
                <a:cubicBezTo>
                  <a:pt x="117877" y="32845"/>
                  <a:pt x="121273" y="36241"/>
                  <a:pt x="121273" y="40424"/>
                </a:cubicBezTo>
                <a:cubicBezTo>
                  <a:pt x="121273" y="44608"/>
                  <a:pt x="117877" y="48004"/>
                  <a:pt x="113694" y="48004"/>
                </a:cubicBezTo>
                <a:cubicBezTo>
                  <a:pt x="109510" y="48004"/>
                  <a:pt x="106114" y="44608"/>
                  <a:pt x="106114" y="40424"/>
                </a:cubicBezTo>
                <a:close/>
                <a:moveTo>
                  <a:pt x="20212" y="90955"/>
                </a:moveTo>
                <a:cubicBezTo>
                  <a:pt x="9064" y="90955"/>
                  <a:pt x="0" y="100019"/>
                  <a:pt x="0" y="111167"/>
                </a:cubicBezTo>
                <a:lnTo>
                  <a:pt x="0" y="131379"/>
                </a:lnTo>
                <a:cubicBezTo>
                  <a:pt x="0" y="142528"/>
                  <a:pt x="9064" y="151592"/>
                  <a:pt x="20212" y="151592"/>
                </a:cubicBezTo>
                <a:lnTo>
                  <a:pt x="121273" y="151592"/>
                </a:lnTo>
                <a:cubicBezTo>
                  <a:pt x="132422" y="151592"/>
                  <a:pt x="141485" y="142528"/>
                  <a:pt x="141485" y="131379"/>
                </a:cubicBezTo>
                <a:lnTo>
                  <a:pt x="141485" y="111167"/>
                </a:lnTo>
                <a:cubicBezTo>
                  <a:pt x="141485" y="100019"/>
                  <a:pt x="132422" y="90955"/>
                  <a:pt x="121273" y="90955"/>
                </a:cubicBezTo>
                <a:lnTo>
                  <a:pt x="20212" y="90955"/>
                </a:lnTo>
                <a:close/>
                <a:moveTo>
                  <a:pt x="88428" y="113694"/>
                </a:moveTo>
                <a:cubicBezTo>
                  <a:pt x="92612" y="113694"/>
                  <a:pt x="96008" y="117090"/>
                  <a:pt x="96008" y="121273"/>
                </a:cubicBezTo>
                <a:cubicBezTo>
                  <a:pt x="96008" y="125456"/>
                  <a:pt x="92612" y="128853"/>
                  <a:pt x="88428" y="128853"/>
                </a:cubicBezTo>
                <a:cubicBezTo>
                  <a:pt x="84245" y="128853"/>
                  <a:pt x="80849" y="125456"/>
                  <a:pt x="80849" y="121273"/>
                </a:cubicBezTo>
                <a:cubicBezTo>
                  <a:pt x="80849" y="117090"/>
                  <a:pt x="84245" y="113694"/>
                  <a:pt x="88428" y="113694"/>
                </a:cubicBezTo>
                <a:close/>
                <a:moveTo>
                  <a:pt x="106114" y="121273"/>
                </a:moveTo>
                <a:cubicBezTo>
                  <a:pt x="106114" y="117090"/>
                  <a:pt x="109510" y="113694"/>
                  <a:pt x="113694" y="113694"/>
                </a:cubicBezTo>
                <a:cubicBezTo>
                  <a:pt x="117877" y="113694"/>
                  <a:pt x="121273" y="117090"/>
                  <a:pt x="121273" y="121273"/>
                </a:cubicBezTo>
                <a:cubicBezTo>
                  <a:pt x="121273" y="125456"/>
                  <a:pt x="117877" y="128853"/>
                  <a:pt x="113694" y="128853"/>
                </a:cubicBezTo>
                <a:cubicBezTo>
                  <a:pt x="109510" y="128853"/>
                  <a:pt x="106114" y="125456"/>
                  <a:pt x="106114" y="1212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8271" y="1305708"/>
            <a:ext cx="1932286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178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0196" y="1851438"/>
            <a:ext cx="848912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24174" y="186760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96" y="63321"/>
                </a:moveTo>
                <a:cubicBezTo>
                  <a:pt x="136464" y="53562"/>
                  <a:pt x="131853" y="46204"/>
                  <a:pt x="122031" y="46204"/>
                </a:cubicBezTo>
                <a:lnTo>
                  <a:pt x="109367" y="46204"/>
                </a:lnTo>
                <a:lnTo>
                  <a:pt x="109367" y="61173"/>
                </a:lnTo>
                <a:cubicBezTo>
                  <a:pt x="109367" y="72796"/>
                  <a:pt x="99514" y="82586"/>
                  <a:pt x="88270" y="82586"/>
                </a:cubicBezTo>
                <a:lnTo>
                  <a:pt x="54541" y="82586"/>
                </a:lnTo>
                <a:cubicBezTo>
                  <a:pt x="45320" y="82586"/>
                  <a:pt x="37677" y="90481"/>
                  <a:pt x="37677" y="99735"/>
                </a:cubicBezTo>
                <a:lnTo>
                  <a:pt x="37677" y="131885"/>
                </a:lnTo>
                <a:cubicBezTo>
                  <a:pt x="37677" y="141043"/>
                  <a:pt x="45635" y="146412"/>
                  <a:pt x="54541" y="149033"/>
                </a:cubicBezTo>
                <a:cubicBezTo>
                  <a:pt x="65216" y="152160"/>
                  <a:pt x="75480" y="152728"/>
                  <a:pt x="88270" y="149033"/>
                </a:cubicBezTo>
                <a:cubicBezTo>
                  <a:pt x="96766" y="146570"/>
                  <a:pt x="105135" y="141612"/>
                  <a:pt x="105135" y="131885"/>
                </a:cubicBezTo>
                <a:lnTo>
                  <a:pt x="105135" y="119031"/>
                </a:lnTo>
                <a:lnTo>
                  <a:pt x="71438" y="119031"/>
                </a:lnTo>
                <a:lnTo>
                  <a:pt x="71438" y="114736"/>
                </a:lnTo>
                <a:lnTo>
                  <a:pt x="122031" y="114736"/>
                </a:lnTo>
                <a:cubicBezTo>
                  <a:pt x="131853" y="114736"/>
                  <a:pt x="135485" y="107883"/>
                  <a:pt x="138896" y="97619"/>
                </a:cubicBezTo>
                <a:cubicBezTo>
                  <a:pt x="142433" y="87039"/>
                  <a:pt x="142275" y="76870"/>
                  <a:pt x="138896" y="63321"/>
                </a:cubicBezTo>
                <a:close/>
                <a:moveTo>
                  <a:pt x="90386" y="140443"/>
                </a:moveTo>
                <a:cubicBezTo>
                  <a:pt x="87983" y="140612"/>
                  <a:pt x="85686" y="139425"/>
                  <a:pt x="84433" y="137367"/>
                </a:cubicBezTo>
                <a:cubicBezTo>
                  <a:pt x="83180" y="135309"/>
                  <a:pt x="83180" y="132724"/>
                  <a:pt x="84433" y="130666"/>
                </a:cubicBezTo>
                <a:cubicBezTo>
                  <a:pt x="85686" y="128608"/>
                  <a:pt x="87983" y="127421"/>
                  <a:pt x="90386" y="127590"/>
                </a:cubicBezTo>
                <a:cubicBezTo>
                  <a:pt x="92790" y="127421"/>
                  <a:pt x="95087" y="128608"/>
                  <a:pt x="96340" y="130666"/>
                </a:cubicBezTo>
                <a:cubicBezTo>
                  <a:pt x="97593" y="132724"/>
                  <a:pt x="97593" y="135309"/>
                  <a:pt x="96340" y="137367"/>
                </a:cubicBezTo>
                <a:cubicBezTo>
                  <a:pt x="95087" y="139425"/>
                  <a:pt x="92790" y="140612"/>
                  <a:pt x="90386" y="140443"/>
                </a:cubicBezTo>
                <a:close/>
                <a:moveTo>
                  <a:pt x="52994" y="78354"/>
                </a:moveTo>
                <a:lnTo>
                  <a:pt x="86723" y="78354"/>
                </a:lnTo>
                <a:cubicBezTo>
                  <a:pt x="96103" y="78354"/>
                  <a:pt x="103588" y="70616"/>
                  <a:pt x="103588" y="61205"/>
                </a:cubicBezTo>
                <a:lnTo>
                  <a:pt x="103588" y="29023"/>
                </a:lnTo>
                <a:cubicBezTo>
                  <a:pt x="103588" y="19865"/>
                  <a:pt x="95882" y="13012"/>
                  <a:pt x="86723" y="11464"/>
                </a:cubicBezTo>
                <a:cubicBezTo>
                  <a:pt x="75417" y="9601"/>
                  <a:pt x="63132" y="9696"/>
                  <a:pt x="52994" y="11496"/>
                </a:cubicBezTo>
                <a:cubicBezTo>
                  <a:pt x="38719" y="14022"/>
                  <a:pt x="36129" y="19296"/>
                  <a:pt x="36129" y="29055"/>
                </a:cubicBezTo>
                <a:lnTo>
                  <a:pt x="36129" y="41909"/>
                </a:lnTo>
                <a:lnTo>
                  <a:pt x="69890" y="41909"/>
                </a:lnTo>
                <a:lnTo>
                  <a:pt x="69890" y="46204"/>
                </a:lnTo>
                <a:lnTo>
                  <a:pt x="23465" y="46204"/>
                </a:lnTo>
                <a:cubicBezTo>
                  <a:pt x="13643" y="46204"/>
                  <a:pt x="5053" y="52110"/>
                  <a:pt x="2369" y="63321"/>
                </a:cubicBezTo>
                <a:cubicBezTo>
                  <a:pt x="-726" y="76175"/>
                  <a:pt x="-853" y="84196"/>
                  <a:pt x="2369" y="97619"/>
                </a:cubicBezTo>
                <a:cubicBezTo>
                  <a:pt x="4769" y="107598"/>
                  <a:pt x="10485" y="114736"/>
                  <a:pt x="20307" y="114736"/>
                </a:cubicBezTo>
                <a:lnTo>
                  <a:pt x="31897" y="114736"/>
                </a:lnTo>
                <a:lnTo>
                  <a:pt x="31897" y="99324"/>
                </a:lnTo>
                <a:cubicBezTo>
                  <a:pt x="31897" y="88176"/>
                  <a:pt x="41530" y="78354"/>
                  <a:pt x="52994" y="78354"/>
                </a:cubicBezTo>
                <a:close/>
                <a:moveTo>
                  <a:pt x="50909" y="20433"/>
                </a:moveTo>
                <a:cubicBezTo>
                  <a:pt x="54465" y="20433"/>
                  <a:pt x="57352" y="23320"/>
                  <a:pt x="57352" y="26876"/>
                </a:cubicBezTo>
                <a:cubicBezTo>
                  <a:pt x="57352" y="30432"/>
                  <a:pt x="54465" y="33319"/>
                  <a:pt x="50909" y="33319"/>
                </a:cubicBezTo>
                <a:cubicBezTo>
                  <a:pt x="47354" y="33319"/>
                  <a:pt x="44467" y="30432"/>
                  <a:pt x="44467" y="26876"/>
                </a:cubicBezTo>
                <a:cubicBezTo>
                  <a:pt x="44467" y="23320"/>
                  <a:pt x="47354" y="20433"/>
                  <a:pt x="50909" y="20433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0196" y="207781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programming, type hints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178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0196" y="2530568"/>
            <a:ext cx="978271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0.104+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24174" y="254673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06998" y="-3127"/>
                </a:moveTo>
                <a:cubicBezTo>
                  <a:pt x="110757" y="-411"/>
                  <a:pt x="112146" y="4516"/>
                  <a:pt x="110441" y="8811"/>
                </a:cubicBezTo>
                <a:lnTo>
                  <a:pt x="85681" y="70743"/>
                </a:lnTo>
                <a:lnTo>
                  <a:pt x="131379" y="70743"/>
                </a:lnTo>
                <a:cubicBezTo>
                  <a:pt x="135643" y="70743"/>
                  <a:pt x="139433" y="73396"/>
                  <a:pt x="140885" y="77406"/>
                </a:cubicBezTo>
                <a:cubicBezTo>
                  <a:pt x="142338" y="81417"/>
                  <a:pt x="141106" y="85902"/>
                  <a:pt x="137854" y="88618"/>
                </a:cubicBezTo>
                <a:lnTo>
                  <a:pt x="46899" y="164414"/>
                </a:lnTo>
                <a:cubicBezTo>
                  <a:pt x="43330" y="167382"/>
                  <a:pt x="38245" y="167540"/>
                  <a:pt x="34487" y="164824"/>
                </a:cubicBezTo>
                <a:cubicBezTo>
                  <a:pt x="30729" y="162108"/>
                  <a:pt x="29339" y="157181"/>
                  <a:pt x="31045" y="152886"/>
                </a:cubicBezTo>
                <a:lnTo>
                  <a:pt x="55805" y="90955"/>
                </a:lnTo>
                <a:lnTo>
                  <a:pt x="10106" y="90955"/>
                </a:lnTo>
                <a:cubicBezTo>
                  <a:pt x="5843" y="90955"/>
                  <a:pt x="2053" y="88302"/>
                  <a:pt x="600" y="84291"/>
                </a:cubicBezTo>
                <a:cubicBezTo>
                  <a:pt x="-853" y="80280"/>
                  <a:pt x="379" y="75796"/>
                  <a:pt x="3632" y="73080"/>
                </a:cubicBezTo>
                <a:lnTo>
                  <a:pt x="94587" y="-2716"/>
                </a:lnTo>
                <a:cubicBezTo>
                  <a:pt x="98156" y="-5685"/>
                  <a:pt x="103240" y="-5843"/>
                  <a:pt x="106998" y="-3127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0196" y="275694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High-performance async web framework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178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0196" y="3209698"/>
            <a:ext cx="792318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24174" y="322586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41485" y="64995"/>
                </a:moveTo>
                <a:cubicBezTo>
                  <a:pt x="136811" y="68090"/>
                  <a:pt x="131442" y="70585"/>
                  <a:pt x="125853" y="72574"/>
                </a:cubicBezTo>
                <a:cubicBezTo>
                  <a:pt x="111009" y="77880"/>
                  <a:pt x="91523" y="80849"/>
                  <a:pt x="70743" y="80849"/>
                </a:cubicBezTo>
                <a:cubicBezTo>
                  <a:pt x="49962" y="80849"/>
                  <a:pt x="30445" y="77849"/>
                  <a:pt x="15633" y="72574"/>
                </a:cubicBezTo>
                <a:cubicBezTo>
                  <a:pt x="10075" y="70585"/>
                  <a:pt x="4674" y="68090"/>
                  <a:pt x="0" y="64995"/>
                </a:cubicBezTo>
                <a:lnTo>
                  <a:pt x="0" y="90955"/>
                </a:lnTo>
                <a:cubicBezTo>
                  <a:pt x="0" y="104914"/>
                  <a:pt x="31676" y="116220"/>
                  <a:pt x="70743" y="116220"/>
                </a:cubicBezTo>
                <a:cubicBezTo>
                  <a:pt x="109809" y="116220"/>
                  <a:pt x="141485" y="104914"/>
                  <a:pt x="141485" y="90955"/>
                </a:cubicBezTo>
                <a:lnTo>
                  <a:pt x="141485" y="64995"/>
                </a:lnTo>
                <a:close/>
                <a:moveTo>
                  <a:pt x="141485" y="40424"/>
                </a:moveTo>
                <a:lnTo>
                  <a:pt x="141485" y="25265"/>
                </a:lnTo>
                <a:cubicBezTo>
                  <a:pt x="141485" y="11306"/>
                  <a:pt x="109809" y="0"/>
                  <a:pt x="70743" y="0"/>
                </a:cubicBezTo>
                <a:cubicBezTo>
                  <a:pt x="31676" y="0"/>
                  <a:pt x="0" y="11306"/>
                  <a:pt x="0" y="25265"/>
                </a:cubicBezTo>
                <a:lnTo>
                  <a:pt x="0" y="40424"/>
                </a:lnTo>
                <a:cubicBezTo>
                  <a:pt x="0" y="54383"/>
                  <a:pt x="31676" y="65690"/>
                  <a:pt x="70743" y="65690"/>
                </a:cubicBezTo>
                <a:cubicBezTo>
                  <a:pt x="109809" y="65690"/>
                  <a:pt x="141485" y="54383"/>
                  <a:pt x="141485" y="40424"/>
                </a:cubicBezTo>
                <a:close/>
                <a:moveTo>
                  <a:pt x="125853" y="123105"/>
                </a:moveTo>
                <a:cubicBezTo>
                  <a:pt x="111041" y="128379"/>
                  <a:pt x="91555" y="131379"/>
                  <a:pt x="70743" y="131379"/>
                </a:cubicBezTo>
                <a:cubicBezTo>
                  <a:pt x="49930" y="131379"/>
                  <a:pt x="30445" y="128379"/>
                  <a:pt x="15633" y="123105"/>
                </a:cubicBezTo>
                <a:cubicBezTo>
                  <a:pt x="10075" y="121115"/>
                  <a:pt x="4674" y="118620"/>
                  <a:pt x="0" y="115525"/>
                </a:cubicBezTo>
                <a:lnTo>
                  <a:pt x="0" y="136432"/>
                </a:lnTo>
                <a:cubicBezTo>
                  <a:pt x="0" y="150391"/>
                  <a:pt x="31676" y="161698"/>
                  <a:pt x="70743" y="161698"/>
                </a:cubicBezTo>
                <a:cubicBezTo>
                  <a:pt x="109809" y="161698"/>
                  <a:pt x="141485" y="150391"/>
                  <a:pt x="141485" y="136432"/>
                </a:cubicBezTo>
                <a:lnTo>
                  <a:pt x="141485" y="115525"/>
                </a:lnTo>
                <a:cubicBezTo>
                  <a:pt x="136811" y="118620"/>
                  <a:pt x="131442" y="121115"/>
                  <a:pt x="125853" y="12310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0196" y="343607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data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178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0196" y="3888828"/>
            <a:ext cx="404244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SQLAlchemy 2.0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4068" y="390499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20212"/>
                </a:moveTo>
                <a:cubicBezTo>
                  <a:pt x="9064" y="20212"/>
                  <a:pt x="0" y="29276"/>
                  <a:pt x="0" y="40424"/>
                </a:cubicBezTo>
                <a:lnTo>
                  <a:pt x="0" y="42761"/>
                </a:lnTo>
                <a:cubicBezTo>
                  <a:pt x="0" y="44909"/>
                  <a:pt x="1390" y="46741"/>
                  <a:pt x="3190" y="47909"/>
                </a:cubicBezTo>
                <a:cubicBezTo>
                  <a:pt x="7359" y="50625"/>
                  <a:pt x="10106" y="55299"/>
                  <a:pt x="10106" y="60637"/>
                </a:cubicBezTo>
                <a:cubicBezTo>
                  <a:pt x="10106" y="65974"/>
                  <a:pt x="7359" y="70648"/>
                  <a:pt x="3190" y="73364"/>
                </a:cubicBezTo>
                <a:cubicBezTo>
                  <a:pt x="1390" y="74532"/>
                  <a:pt x="0" y="76364"/>
                  <a:pt x="0" y="78512"/>
                </a:cubicBezTo>
                <a:lnTo>
                  <a:pt x="0" y="96008"/>
                </a:lnTo>
                <a:lnTo>
                  <a:pt x="161698" y="96008"/>
                </a:lnTo>
                <a:lnTo>
                  <a:pt x="161698" y="78512"/>
                </a:lnTo>
                <a:cubicBezTo>
                  <a:pt x="161698" y="76364"/>
                  <a:pt x="160308" y="74532"/>
                  <a:pt x="158508" y="73364"/>
                </a:cubicBezTo>
                <a:cubicBezTo>
                  <a:pt x="154339" y="70648"/>
                  <a:pt x="151592" y="65974"/>
                  <a:pt x="151592" y="60637"/>
                </a:cubicBezTo>
                <a:cubicBezTo>
                  <a:pt x="151592" y="55299"/>
                  <a:pt x="154339" y="50625"/>
                  <a:pt x="158508" y="47909"/>
                </a:cubicBezTo>
                <a:cubicBezTo>
                  <a:pt x="160308" y="46741"/>
                  <a:pt x="161698" y="44909"/>
                  <a:pt x="161698" y="42761"/>
                </a:cubicBezTo>
                <a:lnTo>
                  <a:pt x="161698" y="40424"/>
                </a:lnTo>
                <a:cubicBezTo>
                  <a:pt x="161698" y="29276"/>
                  <a:pt x="152634" y="20212"/>
                  <a:pt x="141485" y="20212"/>
                </a:cubicBezTo>
                <a:lnTo>
                  <a:pt x="20212" y="20212"/>
                </a:lnTo>
                <a:close/>
                <a:moveTo>
                  <a:pt x="161698" y="131379"/>
                </a:moveTo>
                <a:lnTo>
                  <a:pt x="161698" y="111167"/>
                </a:lnTo>
                <a:lnTo>
                  <a:pt x="0" y="111167"/>
                </a:lnTo>
                <a:lnTo>
                  <a:pt x="0" y="131379"/>
                </a:lnTo>
                <a:cubicBezTo>
                  <a:pt x="0" y="136969"/>
                  <a:pt x="4516" y="141485"/>
                  <a:pt x="10106" y="141485"/>
                </a:cubicBezTo>
                <a:lnTo>
                  <a:pt x="30318" y="141485"/>
                </a:lnTo>
                <a:lnTo>
                  <a:pt x="30318" y="133906"/>
                </a:lnTo>
                <a:cubicBezTo>
                  <a:pt x="30318" y="129705"/>
                  <a:pt x="33698" y="126326"/>
                  <a:pt x="37898" y="126326"/>
                </a:cubicBezTo>
                <a:cubicBezTo>
                  <a:pt x="42098" y="126326"/>
                  <a:pt x="45477" y="129705"/>
                  <a:pt x="45477" y="133906"/>
                </a:cubicBezTo>
                <a:lnTo>
                  <a:pt x="45477" y="141485"/>
                </a:lnTo>
                <a:lnTo>
                  <a:pt x="73269" y="141485"/>
                </a:lnTo>
                <a:lnTo>
                  <a:pt x="73269" y="133906"/>
                </a:lnTo>
                <a:cubicBezTo>
                  <a:pt x="73269" y="129705"/>
                  <a:pt x="76648" y="126326"/>
                  <a:pt x="80849" y="126326"/>
                </a:cubicBezTo>
                <a:cubicBezTo>
                  <a:pt x="85049" y="126326"/>
                  <a:pt x="88428" y="129705"/>
                  <a:pt x="88428" y="133906"/>
                </a:cubicBezTo>
                <a:lnTo>
                  <a:pt x="88428" y="141485"/>
                </a:lnTo>
                <a:lnTo>
                  <a:pt x="116220" y="141485"/>
                </a:lnTo>
                <a:lnTo>
                  <a:pt x="116220" y="133906"/>
                </a:lnTo>
                <a:cubicBezTo>
                  <a:pt x="116220" y="129705"/>
                  <a:pt x="119599" y="126326"/>
                  <a:pt x="123800" y="126326"/>
                </a:cubicBezTo>
                <a:cubicBezTo>
                  <a:pt x="128000" y="126326"/>
                  <a:pt x="131379" y="129705"/>
                  <a:pt x="131379" y="133906"/>
                </a:cubicBezTo>
                <a:lnTo>
                  <a:pt x="131379" y="141485"/>
                </a:lnTo>
                <a:lnTo>
                  <a:pt x="151592" y="141485"/>
                </a:lnTo>
                <a:cubicBezTo>
                  <a:pt x="157181" y="141485"/>
                  <a:pt x="161698" y="136969"/>
                  <a:pt x="161698" y="131379"/>
                </a:cubicBezTo>
                <a:close/>
                <a:moveTo>
                  <a:pt x="50531" y="50531"/>
                </a:moveTo>
                <a:lnTo>
                  <a:pt x="50531" y="70743"/>
                </a:lnTo>
                <a:cubicBezTo>
                  <a:pt x="50531" y="76333"/>
                  <a:pt x="46014" y="80849"/>
                  <a:pt x="40424" y="80849"/>
                </a:cubicBezTo>
                <a:cubicBezTo>
                  <a:pt x="34834" y="80849"/>
                  <a:pt x="30318" y="76333"/>
                  <a:pt x="30318" y="70743"/>
                </a:cubicBezTo>
                <a:lnTo>
                  <a:pt x="30318" y="50531"/>
                </a:lnTo>
                <a:cubicBezTo>
                  <a:pt x="30318" y="44941"/>
                  <a:pt x="34834" y="40424"/>
                  <a:pt x="40424" y="40424"/>
                </a:cubicBezTo>
                <a:cubicBezTo>
                  <a:pt x="46014" y="40424"/>
                  <a:pt x="50531" y="44941"/>
                  <a:pt x="50531" y="50531"/>
                </a:cubicBezTo>
                <a:close/>
                <a:moveTo>
                  <a:pt x="90955" y="50531"/>
                </a:moveTo>
                <a:lnTo>
                  <a:pt x="90955" y="70743"/>
                </a:lnTo>
                <a:cubicBezTo>
                  <a:pt x="90955" y="76333"/>
                  <a:pt x="86439" y="80849"/>
                  <a:pt x="80849" y="80849"/>
                </a:cubicBezTo>
                <a:cubicBezTo>
                  <a:pt x="75259" y="80849"/>
                  <a:pt x="70743" y="76333"/>
                  <a:pt x="70743" y="70743"/>
                </a:cubicBezTo>
                <a:lnTo>
                  <a:pt x="70743" y="50531"/>
                </a:lnTo>
                <a:cubicBezTo>
                  <a:pt x="70743" y="44941"/>
                  <a:pt x="75259" y="40424"/>
                  <a:pt x="80849" y="40424"/>
                </a:cubicBezTo>
                <a:cubicBezTo>
                  <a:pt x="86439" y="40424"/>
                  <a:pt x="90955" y="44941"/>
                  <a:pt x="90955" y="50531"/>
                </a:cubicBezTo>
                <a:close/>
                <a:moveTo>
                  <a:pt x="131379" y="50531"/>
                </a:moveTo>
                <a:lnTo>
                  <a:pt x="131379" y="70743"/>
                </a:lnTo>
                <a:cubicBezTo>
                  <a:pt x="131379" y="76333"/>
                  <a:pt x="126863" y="80849"/>
                  <a:pt x="121273" y="80849"/>
                </a:cubicBezTo>
                <a:cubicBezTo>
                  <a:pt x="115683" y="80849"/>
                  <a:pt x="111167" y="76333"/>
                  <a:pt x="111167" y="70743"/>
                </a:cubicBezTo>
                <a:lnTo>
                  <a:pt x="111167" y="50531"/>
                </a:lnTo>
                <a:cubicBezTo>
                  <a:pt x="111167" y="44941"/>
                  <a:pt x="115683" y="40424"/>
                  <a:pt x="121273" y="40424"/>
                </a:cubicBezTo>
                <a:cubicBezTo>
                  <a:pt x="126863" y="40424"/>
                  <a:pt x="131379" y="44941"/>
                  <a:pt x="131379" y="505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0196" y="411520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ORM and model layer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178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0196" y="4567958"/>
            <a:ext cx="120464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mitmproxy + scapy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03962" y="458412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78322" y="27792"/>
                </a:moveTo>
                <a:lnTo>
                  <a:pt x="103588" y="27792"/>
                </a:lnTo>
                <a:lnTo>
                  <a:pt x="103588" y="42951"/>
                </a:lnTo>
                <a:lnTo>
                  <a:pt x="78322" y="42951"/>
                </a:lnTo>
                <a:lnTo>
                  <a:pt x="78322" y="27792"/>
                </a:lnTo>
                <a:close/>
                <a:moveTo>
                  <a:pt x="75796" y="10106"/>
                </a:moveTo>
                <a:cubicBezTo>
                  <a:pt x="67427" y="10106"/>
                  <a:pt x="60637" y="16896"/>
                  <a:pt x="60637" y="25265"/>
                </a:cubicBezTo>
                <a:lnTo>
                  <a:pt x="60637" y="45477"/>
                </a:lnTo>
                <a:cubicBezTo>
                  <a:pt x="60637" y="53847"/>
                  <a:pt x="67427" y="60637"/>
                  <a:pt x="75796" y="60637"/>
                </a:cubicBezTo>
                <a:lnTo>
                  <a:pt x="80849" y="60637"/>
                </a:lnTo>
                <a:lnTo>
                  <a:pt x="80849" y="70743"/>
                </a:lnTo>
                <a:lnTo>
                  <a:pt x="10106" y="70743"/>
                </a:lnTo>
                <a:cubicBezTo>
                  <a:pt x="4516" y="70743"/>
                  <a:pt x="0" y="75259"/>
                  <a:pt x="0" y="80849"/>
                </a:cubicBezTo>
                <a:cubicBezTo>
                  <a:pt x="0" y="86439"/>
                  <a:pt x="4516" y="90955"/>
                  <a:pt x="10106" y="90955"/>
                </a:cubicBezTo>
                <a:lnTo>
                  <a:pt x="40424" y="90955"/>
                </a:lnTo>
                <a:lnTo>
                  <a:pt x="40424" y="101061"/>
                </a:lnTo>
                <a:lnTo>
                  <a:pt x="35371" y="101061"/>
                </a:lnTo>
                <a:cubicBezTo>
                  <a:pt x="27002" y="101061"/>
                  <a:pt x="20212" y="107851"/>
                  <a:pt x="20212" y="116220"/>
                </a:cubicBezTo>
                <a:lnTo>
                  <a:pt x="20212" y="136432"/>
                </a:lnTo>
                <a:cubicBezTo>
                  <a:pt x="20212" y="144801"/>
                  <a:pt x="27002" y="151592"/>
                  <a:pt x="35371" y="151592"/>
                </a:cubicBezTo>
                <a:lnTo>
                  <a:pt x="65690" y="151592"/>
                </a:lnTo>
                <a:cubicBezTo>
                  <a:pt x="74059" y="151592"/>
                  <a:pt x="80849" y="144801"/>
                  <a:pt x="80849" y="136432"/>
                </a:cubicBezTo>
                <a:lnTo>
                  <a:pt x="80849" y="116220"/>
                </a:lnTo>
                <a:cubicBezTo>
                  <a:pt x="80849" y="107851"/>
                  <a:pt x="74059" y="101061"/>
                  <a:pt x="65690" y="101061"/>
                </a:cubicBezTo>
                <a:lnTo>
                  <a:pt x="60637" y="101061"/>
                </a:lnTo>
                <a:lnTo>
                  <a:pt x="60637" y="90955"/>
                </a:lnTo>
                <a:lnTo>
                  <a:pt x="121273" y="90955"/>
                </a:lnTo>
                <a:lnTo>
                  <a:pt x="121273" y="101061"/>
                </a:lnTo>
                <a:lnTo>
                  <a:pt x="116220" y="101061"/>
                </a:lnTo>
                <a:cubicBezTo>
                  <a:pt x="107851" y="101061"/>
                  <a:pt x="101061" y="107851"/>
                  <a:pt x="101061" y="116220"/>
                </a:cubicBezTo>
                <a:lnTo>
                  <a:pt x="101061" y="136432"/>
                </a:lnTo>
                <a:cubicBezTo>
                  <a:pt x="101061" y="144801"/>
                  <a:pt x="107851" y="151592"/>
                  <a:pt x="116220" y="151592"/>
                </a:cubicBezTo>
                <a:lnTo>
                  <a:pt x="146538" y="151592"/>
                </a:lnTo>
                <a:cubicBezTo>
                  <a:pt x="154908" y="151592"/>
                  <a:pt x="161698" y="144801"/>
                  <a:pt x="161698" y="136432"/>
                </a:cubicBezTo>
                <a:lnTo>
                  <a:pt x="161698" y="116220"/>
                </a:lnTo>
                <a:cubicBezTo>
                  <a:pt x="161698" y="107851"/>
                  <a:pt x="154908" y="101061"/>
                  <a:pt x="146538" y="101061"/>
                </a:cubicBezTo>
                <a:lnTo>
                  <a:pt x="141485" y="101061"/>
                </a:lnTo>
                <a:lnTo>
                  <a:pt x="141485" y="90955"/>
                </a:lnTo>
                <a:lnTo>
                  <a:pt x="171804" y="90955"/>
                </a:lnTo>
                <a:cubicBezTo>
                  <a:pt x="177394" y="90955"/>
                  <a:pt x="181910" y="86439"/>
                  <a:pt x="181910" y="80849"/>
                </a:cubicBezTo>
                <a:cubicBezTo>
                  <a:pt x="181910" y="75259"/>
                  <a:pt x="177394" y="70743"/>
                  <a:pt x="171804" y="70743"/>
                </a:cubicBezTo>
                <a:lnTo>
                  <a:pt x="101061" y="70743"/>
                </a:lnTo>
                <a:lnTo>
                  <a:pt x="101061" y="60637"/>
                </a:lnTo>
                <a:lnTo>
                  <a:pt x="106114" y="60637"/>
                </a:lnTo>
                <a:cubicBezTo>
                  <a:pt x="114483" y="60637"/>
                  <a:pt x="121273" y="53847"/>
                  <a:pt x="121273" y="45477"/>
                </a:cubicBezTo>
                <a:lnTo>
                  <a:pt x="121273" y="25265"/>
                </a:lnTo>
                <a:cubicBezTo>
                  <a:pt x="121273" y="16896"/>
                  <a:pt x="114483" y="10106"/>
                  <a:pt x="106114" y="10106"/>
                </a:cubicBezTo>
                <a:lnTo>
                  <a:pt x="75796" y="10106"/>
                </a:lnTo>
                <a:close/>
                <a:moveTo>
                  <a:pt x="141485" y="118747"/>
                </a:moveTo>
                <a:lnTo>
                  <a:pt x="144012" y="118747"/>
                </a:lnTo>
                <a:lnTo>
                  <a:pt x="144012" y="133906"/>
                </a:lnTo>
                <a:lnTo>
                  <a:pt x="118747" y="133906"/>
                </a:lnTo>
                <a:lnTo>
                  <a:pt x="118747" y="118747"/>
                </a:lnTo>
                <a:lnTo>
                  <a:pt x="141485" y="118747"/>
                </a:lnTo>
                <a:close/>
                <a:moveTo>
                  <a:pt x="60637" y="118747"/>
                </a:moveTo>
                <a:lnTo>
                  <a:pt x="63163" y="118747"/>
                </a:lnTo>
                <a:lnTo>
                  <a:pt x="63163" y="133906"/>
                </a:lnTo>
                <a:lnTo>
                  <a:pt x="37898" y="133906"/>
                </a:lnTo>
                <a:lnTo>
                  <a:pt x="37898" y="118747"/>
                </a:lnTo>
                <a:lnTo>
                  <a:pt x="60637" y="118747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90196" y="479433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capture and parsing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178" y="515006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0196" y="5247088"/>
            <a:ext cx="74380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14068" y="526325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37898" y="17686"/>
                </a:moveTo>
                <a:cubicBezTo>
                  <a:pt x="37898" y="7927"/>
                  <a:pt x="45825" y="0"/>
                  <a:pt x="55584" y="0"/>
                </a:cubicBezTo>
                <a:lnTo>
                  <a:pt x="63163" y="0"/>
                </a:lnTo>
                <a:cubicBezTo>
                  <a:pt x="68753" y="0"/>
                  <a:pt x="73269" y="4516"/>
                  <a:pt x="73269" y="10106"/>
                </a:cubicBezTo>
                <a:lnTo>
                  <a:pt x="73269" y="151592"/>
                </a:lnTo>
                <a:cubicBezTo>
                  <a:pt x="73269" y="157181"/>
                  <a:pt x="68753" y="161698"/>
                  <a:pt x="63163" y="161698"/>
                </a:cubicBezTo>
                <a:lnTo>
                  <a:pt x="53057" y="161698"/>
                </a:lnTo>
                <a:cubicBezTo>
                  <a:pt x="43646" y="161698"/>
                  <a:pt x="35719" y="155255"/>
                  <a:pt x="33476" y="146538"/>
                </a:cubicBezTo>
                <a:cubicBezTo>
                  <a:pt x="33255" y="146538"/>
                  <a:pt x="33066" y="146538"/>
                  <a:pt x="32845" y="146538"/>
                </a:cubicBezTo>
                <a:cubicBezTo>
                  <a:pt x="18886" y="146538"/>
                  <a:pt x="7580" y="135232"/>
                  <a:pt x="7580" y="121273"/>
                </a:cubicBezTo>
                <a:cubicBezTo>
                  <a:pt x="7580" y="115589"/>
                  <a:pt x="9474" y="110346"/>
                  <a:pt x="12633" y="106114"/>
                </a:cubicBezTo>
                <a:cubicBezTo>
                  <a:pt x="6506" y="101503"/>
                  <a:pt x="2527" y="94176"/>
                  <a:pt x="2527" y="85902"/>
                </a:cubicBezTo>
                <a:cubicBezTo>
                  <a:pt x="2527" y="76143"/>
                  <a:pt x="8085" y="67648"/>
                  <a:pt x="16170" y="63447"/>
                </a:cubicBezTo>
                <a:cubicBezTo>
                  <a:pt x="13927" y="59658"/>
                  <a:pt x="12633" y="55236"/>
                  <a:pt x="12633" y="50531"/>
                </a:cubicBezTo>
                <a:cubicBezTo>
                  <a:pt x="12633" y="36571"/>
                  <a:pt x="23939" y="25265"/>
                  <a:pt x="37898" y="25265"/>
                </a:cubicBezTo>
                <a:lnTo>
                  <a:pt x="37898" y="17686"/>
                </a:lnTo>
                <a:close/>
                <a:moveTo>
                  <a:pt x="123800" y="17686"/>
                </a:moveTo>
                <a:lnTo>
                  <a:pt x="123800" y="25265"/>
                </a:lnTo>
                <a:cubicBezTo>
                  <a:pt x="137759" y="25265"/>
                  <a:pt x="149065" y="36571"/>
                  <a:pt x="149065" y="50531"/>
                </a:cubicBezTo>
                <a:cubicBezTo>
                  <a:pt x="149065" y="55268"/>
                  <a:pt x="147770" y="59689"/>
                  <a:pt x="145528" y="63447"/>
                </a:cubicBezTo>
                <a:cubicBezTo>
                  <a:pt x="153644" y="67648"/>
                  <a:pt x="159171" y="76112"/>
                  <a:pt x="159171" y="85902"/>
                </a:cubicBezTo>
                <a:cubicBezTo>
                  <a:pt x="159171" y="94176"/>
                  <a:pt x="155192" y="101503"/>
                  <a:pt x="149065" y="106114"/>
                </a:cubicBezTo>
                <a:cubicBezTo>
                  <a:pt x="152223" y="110346"/>
                  <a:pt x="154118" y="115589"/>
                  <a:pt x="154118" y="121273"/>
                </a:cubicBezTo>
                <a:cubicBezTo>
                  <a:pt x="154118" y="135232"/>
                  <a:pt x="142812" y="146538"/>
                  <a:pt x="128853" y="146538"/>
                </a:cubicBezTo>
                <a:cubicBezTo>
                  <a:pt x="128632" y="146538"/>
                  <a:pt x="128442" y="146538"/>
                  <a:pt x="128221" y="146538"/>
                </a:cubicBezTo>
                <a:cubicBezTo>
                  <a:pt x="125979" y="155255"/>
                  <a:pt x="118052" y="161698"/>
                  <a:pt x="108641" y="161698"/>
                </a:cubicBezTo>
                <a:lnTo>
                  <a:pt x="98534" y="161698"/>
                </a:lnTo>
                <a:cubicBezTo>
                  <a:pt x="92945" y="161698"/>
                  <a:pt x="88428" y="157181"/>
                  <a:pt x="88428" y="151592"/>
                </a:cubicBezTo>
                <a:lnTo>
                  <a:pt x="88428" y="10106"/>
                </a:lnTo>
                <a:cubicBezTo>
                  <a:pt x="88428" y="4516"/>
                  <a:pt x="92945" y="0"/>
                  <a:pt x="98534" y="0"/>
                </a:cubicBezTo>
                <a:lnTo>
                  <a:pt x="106114" y="0"/>
                </a:lnTo>
                <a:cubicBezTo>
                  <a:pt x="115873" y="0"/>
                  <a:pt x="123800" y="7927"/>
                  <a:pt x="123800" y="17686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90196" y="547346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enhancement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8519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94259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07447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111167"/>
                </a:lnTo>
                <a:cubicBezTo>
                  <a:pt x="0" y="122315"/>
                  <a:pt x="9064" y="131379"/>
                  <a:pt x="20212" y="131379"/>
                </a:cubicBezTo>
                <a:lnTo>
                  <a:pt x="65690" y="131379"/>
                </a:lnTo>
                <a:lnTo>
                  <a:pt x="60637" y="146538"/>
                </a:lnTo>
                <a:lnTo>
                  <a:pt x="37898" y="146538"/>
                </a:lnTo>
                <a:cubicBezTo>
                  <a:pt x="33698" y="146538"/>
                  <a:pt x="30318" y="149918"/>
                  <a:pt x="30318" y="154118"/>
                </a:cubicBezTo>
                <a:cubicBezTo>
                  <a:pt x="30318" y="158318"/>
                  <a:pt x="33698" y="161698"/>
                  <a:pt x="37898" y="161698"/>
                </a:cubicBezTo>
                <a:lnTo>
                  <a:pt x="123800" y="161698"/>
                </a:lnTo>
                <a:cubicBezTo>
                  <a:pt x="128000" y="161698"/>
                  <a:pt x="131379" y="158318"/>
                  <a:pt x="131379" y="154118"/>
                </a:cubicBezTo>
                <a:cubicBezTo>
                  <a:pt x="131379" y="149918"/>
                  <a:pt x="128000" y="146538"/>
                  <a:pt x="123800" y="146538"/>
                </a:cubicBezTo>
                <a:lnTo>
                  <a:pt x="101061" y="146538"/>
                </a:lnTo>
                <a:lnTo>
                  <a:pt x="96008" y="131379"/>
                </a:lnTo>
                <a:lnTo>
                  <a:pt x="141485" y="131379"/>
                </a:lnTo>
                <a:cubicBezTo>
                  <a:pt x="152634" y="131379"/>
                  <a:pt x="161698" y="122315"/>
                  <a:pt x="161698" y="111167"/>
                </a:cubicBezTo>
                <a:lnTo>
                  <a:pt x="161698" y="30318"/>
                </a:lnTo>
                <a:cubicBezTo>
                  <a:pt x="161698" y="19170"/>
                  <a:pt x="152634" y="10106"/>
                  <a:pt x="141485" y="10106"/>
                </a:cubicBezTo>
                <a:lnTo>
                  <a:pt x="20212" y="10106"/>
                </a:lnTo>
                <a:close/>
                <a:moveTo>
                  <a:pt x="30318" y="30318"/>
                </a:moveTo>
                <a:lnTo>
                  <a:pt x="131379" y="30318"/>
                </a:lnTo>
                <a:cubicBezTo>
                  <a:pt x="136969" y="30318"/>
                  <a:pt x="141485" y="34834"/>
                  <a:pt x="141485" y="40424"/>
                </a:cubicBezTo>
                <a:lnTo>
                  <a:pt x="141485" y="90955"/>
                </a:lnTo>
                <a:cubicBezTo>
                  <a:pt x="141485" y="96545"/>
                  <a:pt x="136969" y="101061"/>
                  <a:pt x="131379" y="101061"/>
                </a:cubicBezTo>
                <a:lnTo>
                  <a:pt x="30318" y="101061"/>
                </a:lnTo>
                <a:cubicBezTo>
                  <a:pt x="24728" y="101061"/>
                  <a:pt x="20212" y="96545"/>
                  <a:pt x="20212" y="90955"/>
                </a:cubicBezTo>
                <a:lnTo>
                  <a:pt x="20212" y="40424"/>
                </a:lnTo>
                <a:cubicBezTo>
                  <a:pt x="20212" y="34834"/>
                  <a:pt x="24728" y="30318"/>
                  <a:pt x="30318" y="3031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79352" y="1305708"/>
            <a:ext cx="1972711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Tech Stack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94259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491278" y="1851438"/>
            <a:ext cx="65487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19 + Vite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15149" y="186760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32074" y="55963"/>
                </a:moveTo>
                <a:cubicBezTo>
                  <a:pt x="130369" y="55394"/>
                  <a:pt x="128663" y="54857"/>
                  <a:pt x="126958" y="54352"/>
                </a:cubicBezTo>
                <a:cubicBezTo>
                  <a:pt x="127242" y="53183"/>
                  <a:pt x="127495" y="52015"/>
                  <a:pt x="127747" y="50846"/>
                </a:cubicBezTo>
                <a:cubicBezTo>
                  <a:pt x="131632" y="32024"/>
                  <a:pt x="129074" y="16896"/>
                  <a:pt x="120452" y="11906"/>
                </a:cubicBezTo>
                <a:cubicBezTo>
                  <a:pt x="112146" y="7137"/>
                  <a:pt x="98598" y="12096"/>
                  <a:pt x="84891" y="24034"/>
                </a:cubicBezTo>
                <a:cubicBezTo>
                  <a:pt x="83533" y="25202"/>
                  <a:pt x="82207" y="26434"/>
                  <a:pt x="80944" y="27665"/>
                </a:cubicBezTo>
                <a:cubicBezTo>
                  <a:pt x="80091" y="26844"/>
                  <a:pt x="79207" y="26023"/>
                  <a:pt x="78322" y="25234"/>
                </a:cubicBezTo>
                <a:cubicBezTo>
                  <a:pt x="63953" y="12475"/>
                  <a:pt x="49551" y="7106"/>
                  <a:pt x="40930" y="12127"/>
                </a:cubicBezTo>
                <a:cubicBezTo>
                  <a:pt x="32655" y="16928"/>
                  <a:pt x="30192" y="31171"/>
                  <a:pt x="33666" y="48983"/>
                </a:cubicBezTo>
                <a:cubicBezTo>
                  <a:pt x="34013" y="50752"/>
                  <a:pt x="34392" y="52489"/>
                  <a:pt x="34834" y="54257"/>
                </a:cubicBezTo>
                <a:cubicBezTo>
                  <a:pt x="32813" y="54826"/>
                  <a:pt x="30824" y="55457"/>
                  <a:pt x="28960" y="56120"/>
                </a:cubicBezTo>
                <a:cubicBezTo>
                  <a:pt x="12096" y="61963"/>
                  <a:pt x="0" y="71185"/>
                  <a:pt x="0" y="80722"/>
                </a:cubicBezTo>
                <a:cubicBezTo>
                  <a:pt x="0" y="90576"/>
                  <a:pt x="12885" y="100461"/>
                  <a:pt x="30413" y="106461"/>
                </a:cubicBezTo>
                <a:cubicBezTo>
                  <a:pt x="31834" y="106935"/>
                  <a:pt x="33255" y="107409"/>
                  <a:pt x="34708" y="107819"/>
                </a:cubicBezTo>
                <a:cubicBezTo>
                  <a:pt x="34234" y="109714"/>
                  <a:pt x="33824" y="111578"/>
                  <a:pt x="33445" y="113504"/>
                </a:cubicBezTo>
                <a:cubicBezTo>
                  <a:pt x="30129" y="131032"/>
                  <a:pt x="32719" y="144928"/>
                  <a:pt x="40993" y="149697"/>
                </a:cubicBezTo>
                <a:cubicBezTo>
                  <a:pt x="49520" y="154623"/>
                  <a:pt x="63858" y="149570"/>
                  <a:pt x="77817" y="137348"/>
                </a:cubicBezTo>
                <a:cubicBezTo>
                  <a:pt x="78922" y="136369"/>
                  <a:pt x="80028" y="135359"/>
                  <a:pt x="81133" y="134285"/>
                </a:cubicBezTo>
                <a:cubicBezTo>
                  <a:pt x="82523" y="135643"/>
                  <a:pt x="83975" y="136938"/>
                  <a:pt x="85428" y="138201"/>
                </a:cubicBezTo>
                <a:cubicBezTo>
                  <a:pt x="98945" y="149823"/>
                  <a:pt x="112304" y="154529"/>
                  <a:pt x="120547" y="149760"/>
                </a:cubicBezTo>
                <a:cubicBezTo>
                  <a:pt x="129074" y="144833"/>
                  <a:pt x="131853" y="129895"/>
                  <a:pt x="128253" y="111704"/>
                </a:cubicBezTo>
                <a:cubicBezTo>
                  <a:pt x="127969" y="110314"/>
                  <a:pt x="127653" y="108893"/>
                  <a:pt x="127305" y="107440"/>
                </a:cubicBezTo>
                <a:cubicBezTo>
                  <a:pt x="128316" y="107156"/>
                  <a:pt x="129295" y="106840"/>
                  <a:pt x="130274" y="106525"/>
                </a:cubicBezTo>
                <a:cubicBezTo>
                  <a:pt x="148497" y="100493"/>
                  <a:pt x="161698" y="90734"/>
                  <a:pt x="161698" y="80722"/>
                </a:cubicBezTo>
                <a:cubicBezTo>
                  <a:pt x="161698" y="71153"/>
                  <a:pt x="149254" y="61868"/>
                  <a:pt x="132074" y="55963"/>
                </a:cubicBezTo>
                <a:close/>
                <a:moveTo>
                  <a:pt x="89344" y="29150"/>
                </a:moveTo>
                <a:cubicBezTo>
                  <a:pt x="101093" y="18917"/>
                  <a:pt x="112051" y="14906"/>
                  <a:pt x="117041" y="17780"/>
                </a:cubicBezTo>
                <a:cubicBezTo>
                  <a:pt x="122379" y="20844"/>
                  <a:pt x="124431" y="33224"/>
                  <a:pt x="121084" y="49488"/>
                </a:cubicBezTo>
                <a:cubicBezTo>
                  <a:pt x="120863" y="50562"/>
                  <a:pt x="120642" y="51604"/>
                  <a:pt x="120357" y="52646"/>
                </a:cubicBezTo>
                <a:cubicBezTo>
                  <a:pt x="113346" y="51067"/>
                  <a:pt x="106240" y="49930"/>
                  <a:pt x="99103" y="49299"/>
                </a:cubicBezTo>
                <a:cubicBezTo>
                  <a:pt x="94997" y="43425"/>
                  <a:pt x="90513" y="37803"/>
                  <a:pt x="85649" y="32529"/>
                </a:cubicBezTo>
                <a:cubicBezTo>
                  <a:pt x="86881" y="31360"/>
                  <a:pt x="88081" y="30255"/>
                  <a:pt x="89344" y="29150"/>
                </a:cubicBezTo>
                <a:close/>
                <a:moveTo>
                  <a:pt x="52804" y="97113"/>
                </a:moveTo>
                <a:cubicBezTo>
                  <a:pt x="54415" y="99861"/>
                  <a:pt x="56057" y="102609"/>
                  <a:pt x="57794" y="105293"/>
                </a:cubicBezTo>
                <a:cubicBezTo>
                  <a:pt x="52868" y="104756"/>
                  <a:pt x="47972" y="103967"/>
                  <a:pt x="43140" y="102924"/>
                </a:cubicBezTo>
                <a:cubicBezTo>
                  <a:pt x="44530" y="98377"/>
                  <a:pt x="46267" y="93671"/>
                  <a:pt x="48288" y="88871"/>
                </a:cubicBezTo>
                <a:cubicBezTo>
                  <a:pt x="49741" y="91650"/>
                  <a:pt x="51225" y="94397"/>
                  <a:pt x="52804" y="97113"/>
                </a:cubicBezTo>
                <a:close/>
                <a:moveTo>
                  <a:pt x="43235" y="59121"/>
                </a:moveTo>
                <a:cubicBezTo>
                  <a:pt x="47783" y="58110"/>
                  <a:pt x="52615" y="57289"/>
                  <a:pt x="57636" y="56657"/>
                </a:cubicBezTo>
                <a:cubicBezTo>
                  <a:pt x="55963" y="59279"/>
                  <a:pt x="54320" y="61963"/>
                  <a:pt x="52773" y="64679"/>
                </a:cubicBezTo>
                <a:cubicBezTo>
                  <a:pt x="51225" y="67363"/>
                  <a:pt x="49709" y="70111"/>
                  <a:pt x="48288" y="72890"/>
                </a:cubicBezTo>
                <a:cubicBezTo>
                  <a:pt x="46299" y="68185"/>
                  <a:pt x="44625" y="63574"/>
                  <a:pt x="43235" y="59121"/>
                </a:cubicBezTo>
                <a:close/>
                <a:moveTo>
                  <a:pt x="51889" y="80880"/>
                </a:moveTo>
                <a:cubicBezTo>
                  <a:pt x="53973" y="76522"/>
                  <a:pt x="56247" y="72259"/>
                  <a:pt x="58647" y="68058"/>
                </a:cubicBezTo>
                <a:cubicBezTo>
                  <a:pt x="61047" y="63858"/>
                  <a:pt x="63637" y="59784"/>
                  <a:pt x="66353" y="55773"/>
                </a:cubicBezTo>
                <a:cubicBezTo>
                  <a:pt x="71090" y="55426"/>
                  <a:pt x="75922" y="55236"/>
                  <a:pt x="80849" y="55236"/>
                </a:cubicBezTo>
                <a:cubicBezTo>
                  <a:pt x="85776" y="55236"/>
                  <a:pt x="90639" y="55426"/>
                  <a:pt x="95345" y="55773"/>
                </a:cubicBezTo>
                <a:cubicBezTo>
                  <a:pt x="98029" y="59752"/>
                  <a:pt x="100587" y="63826"/>
                  <a:pt x="103019" y="67995"/>
                </a:cubicBezTo>
                <a:cubicBezTo>
                  <a:pt x="105451" y="72164"/>
                  <a:pt x="107725" y="76427"/>
                  <a:pt x="109872" y="80754"/>
                </a:cubicBezTo>
                <a:cubicBezTo>
                  <a:pt x="107756" y="85112"/>
                  <a:pt x="105482" y="89407"/>
                  <a:pt x="103051" y="93639"/>
                </a:cubicBezTo>
                <a:cubicBezTo>
                  <a:pt x="100650" y="97840"/>
                  <a:pt x="98092" y="101914"/>
                  <a:pt x="95408" y="105956"/>
                </a:cubicBezTo>
                <a:cubicBezTo>
                  <a:pt x="90702" y="106304"/>
                  <a:pt x="85807" y="106461"/>
                  <a:pt x="80849" y="106461"/>
                </a:cubicBezTo>
                <a:cubicBezTo>
                  <a:pt x="75891" y="106461"/>
                  <a:pt x="71090" y="106304"/>
                  <a:pt x="66448" y="106019"/>
                </a:cubicBezTo>
                <a:cubicBezTo>
                  <a:pt x="63700" y="102008"/>
                  <a:pt x="61110" y="97903"/>
                  <a:pt x="58679" y="93703"/>
                </a:cubicBezTo>
                <a:cubicBezTo>
                  <a:pt x="56247" y="89502"/>
                  <a:pt x="54004" y="85239"/>
                  <a:pt x="51889" y="80880"/>
                </a:cubicBezTo>
                <a:close/>
                <a:moveTo>
                  <a:pt x="108925" y="97050"/>
                </a:moveTo>
                <a:cubicBezTo>
                  <a:pt x="110535" y="94271"/>
                  <a:pt x="112051" y="91460"/>
                  <a:pt x="113536" y="88618"/>
                </a:cubicBezTo>
                <a:cubicBezTo>
                  <a:pt x="115557" y="93197"/>
                  <a:pt x="117326" y="97840"/>
                  <a:pt x="118873" y="102609"/>
                </a:cubicBezTo>
                <a:cubicBezTo>
                  <a:pt x="113978" y="103714"/>
                  <a:pt x="109020" y="104567"/>
                  <a:pt x="104030" y="105135"/>
                </a:cubicBezTo>
                <a:cubicBezTo>
                  <a:pt x="105735" y="102482"/>
                  <a:pt x="107346" y="99766"/>
                  <a:pt x="108925" y="97050"/>
                </a:cubicBezTo>
                <a:close/>
                <a:moveTo>
                  <a:pt x="113473" y="72890"/>
                </a:moveTo>
                <a:cubicBezTo>
                  <a:pt x="111988" y="70111"/>
                  <a:pt x="110472" y="67332"/>
                  <a:pt x="108893" y="64616"/>
                </a:cubicBezTo>
                <a:cubicBezTo>
                  <a:pt x="107346" y="61931"/>
                  <a:pt x="105735" y="59279"/>
                  <a:pt x="104061" y="56657"/>
                </a:cubicBezTo>
                <a:cubicBezTo>
                  <a:pt x="109146" y="57289"/>
                  <a:pt x="114009" y="58142"/>
                  <a:pt x="118557" y="59184"/>
                </a:cubicBezTo>
                <a:cubicBezTo>
                  <a:pt x="117104" y="63858"/>
                  <a:pt x="115399" y="68406"/>
                  <a:pt x="113473" y="72890"/>
                </a:cubicBezTo>
                <a:close/>
                <a:moveTo>
                  <a:pt x="80912" y="37361"/>
                </a:moveTo>
                <a:cubicBezTo>
                  <a:pt x="84228" y="40961"/>
                  <a:pt x="87355" y="44751"/>
                  <a:pt x="90260" y="48667"/>
                </a:cubicBezTo>
                <a:cubicBezTo>
                  <a:pt x="84007" y="48383"/>
                  <a:pt x="77722" y="48383"/>
                  <a:pt x="71469" y="48667"/>
                </a:cubicBezTo>
                <a:cubicBezTo>
                  <a:pt x="74564" y="44593"/>
                  <a:pt x="77754" y="40803"/>
                  <a:pt x="80912" y="37361"/>
                </a:cubicBezTo>
                <a:close/>
                <a:moveTo>
                  <a:pt x="44277" y="18001"/>
                </a:moveTo>
                <a:cubicBezTo>
                  <a:pt x="49583" y="14906"/>
                  <a:pt x="61363" y="19328"/>
                  <a:pt x="73775" y="30318"/>
                </a:cubicBezTo>
                <a:cubicBezTo>
                  <a:pt x="74564" y="31013"/>
                  <a:pt x="75354" y="31771"/>
                  <a:pt x="76175" y="32529"/>
                </a:cubicBezTo>
                <a:cubicBezTo>
                  <a:pt x="71280" y="37803"/>
                  <a:pt x="66763" y="43425"/>
                  <a:pt x="62626" y="49299"/>
                </a:cubicBezTo>
                <a:cubicBezTo>
                  <a:pt x="55489" y="49930"/>
                  <a:pt x="48415" y="51036"/>
                  <a:pt x="41403" y="52583"/>
                </a:cubicBezTo>
                <a:cubicBezTo>
                  <a:pt x="40993" y="50973"/>
                  <a:pt x="40645" y="49330"/>
                  <a:pt x="40298" y="47688"/>
                </a:cubicBezTo>
                <a:cubicBezTo>
                  <a:pt x="37329" y="32403"/>
                  <a:pt x="39287" y="20875"/>
                  <a:pt x="44277" y="18001"/>
                </a:cubicBezTo>
                <a:close/>
                <a:moveTo>
                  <a:pt x="36540" y="101250"/>
                </a:moveTo>
                <a:cubicBezTo>
                  <a:pt x="35213" y="100872"/>
                  <a:pt x="33919" y="100461"/>
                  <a:pt x="32624" y="100019"/>
                </a:cubicBezTo>
                <a:cubicBezTo>
                  <a:pt x="25897" y="97903"/>
                  <a:pt x="18254" y="94555"/>
                  <a:pt x="12727" y="90165"/>
                </a:cubicBezTo>
                <a:cubicBezTo>
                  <a:pt x="9538" y="87955"/>
                  <a:pt x="7390" y="84544"/>
                  <a:pt x="6790" y="80722"/>
                </a:cubicBezTo>
                <a:cubicBezTo>
                  <a:pt x="6790" y="74943"/>
                  <a:pt x="16770" y="67553"/>
                  <a:pt x="31171" y="62531"/>
                </a:cubicBezTo>
                <a:cubicBezTo>
                  <a:pt x="32971" y="61900"/>
                  <a:pt x="34803" y="61331"/>
                  <a:pt x="36635" y="60795"/>
                </a:cubicBezTo>
                <a:cubicBezTo>
                  <a:pt x="38782" y="67648"/>
                  <a:pt x="41372" y="74375"/>
                  <a:pt x="44372" y="80880"/>
                </a:cubicBezTo>
                <a:cubicBezTo>
                  <a:pt x="41340" y="87481"/>
                  <a:pt x="38719" y="94303"/>
                  <a:pt x="36540" y="101250"/>
                </a:cubicBezTo>
                <a:close/>
                <a:moveTo>
                  <a:pt x="73364" y="132200"/>
                </a:moveTo>
                <a:cubicBezTo>
                  <a:pt x="68153" y="136969"/>
                  <a:pt x="62121" y="140759"/>
                  <a:pt x="55552" y="143349"/>
                </a:cubicBezTo>
                <a:cubicBezTo>
                  <a:pt x="52046" y="145023"/>
                  <a:pt x="48004" y="145180"/>
                  <a:pt x="44404" y="143759"/>
                </a:cubicBezTo>
                <a:cubicBezTo>
                  <a:pt x="39382" y="140854"/>
                  <a:pt x="37298" y="129705"/>
                  <a:pt x="40140" y="114704"/>
                </a:cubicBezTo>
                <a:cubicBezTo>
                  <a:pt x="40488" y="112936"/>
                  <a:pt x="40867" y="111167"/>
                  <a:pt x="41309" y="109430"/>
                </a:cubicBezTo>
                <a:cubicBezTo>
                  <a:pt x="48383" y="110946"/>
                  <a:pt x="55520" y="111988"/>
                  <a:pt x="62753" y="112525"/>
                </a:cubicBezTo>
                <a:cubicBezTo>
                  <a:pt x="66921" y="118431"/>
                  <a:pt x="71501" y="124084"/>
                  <a:pt x="76396" y="129390"/>
                </a:cubicBezTo>
                <a:cubicBezTo>
                  <a:pt x="75385" y="130369"/>
                  <a:pt x="74375" y="131316"/>
                  <a:pt x="73364" y="132200"/>
                </a:cubicBezTo>
                <a:close/>
                <a:moveTo>
                  <a:pt x="81101" y="124526"/>
                </a:moveTo>
                <a:cubicBezTo>
                  <a:pt x="77880" y="121052"/>
                  <a:pt x="74659" y="117199"/>
                  <a:pt x="71532" y="113062"/>
                </a:cubicBezTo>
                <a:cubicBezTo>
                  <a:pt x="74564" y="113188"/>
                  <a:pt x="77691" y="113251"/>
                  <a:pt x="80849" y="113251"/>
                </a:cubicBezTo>
                <a:cubicBezTo>
                  <a:pt x="84102" y="113251"/>
                  <a:pt x="87291" y="113188"/>
                  <a:pt x="90450" y="113030"/>
                </a:cubicBezTo>
                <a:cubicBezTo>
                  <a:pt x="87544" y="117041"/>
                  <a:pt x="84418" y="120863"/>
                  <a:pt x="81101" y="124526"/>
                </a:cubicBezTo>
                <a:close/>
                <a:moveTo>
                  <a:pt x="122379" y="134001"/>
                </a:moveTo>
                <a:cubicBezTo>
                  <a:pt x="122094" y="137854"/>
                  <a:pt x="120199" y="141454"/>
                  <a:pt x="117168" y="143886"/>
                </a:cubicBezTo>
                <a:cubicBezTo>
                  <a:pt x="112146" y="146791"/>
                  <a:pt x="101440" y="143001"/>
                  <a:pt x="89881" y="133085"/>
                </a:cubicBezTo>
                <a:cubicBezTo>
                  <a:pt x="88555" y="131948"/>
                  <a:pt x="87228" y="130716"/>
                  <a:pt x="85870" y="129453"/>
                </a:cubicBezTo>
                <a:cubicBezTo>
                  <a:pt x="90702" y="124116"/>
                  <a:pt x="95155" y="118462"/>
                  <a:pt x="99198" y="112525"/>
                </a:cubicBezTo>
                <a:cubicBezTo>
                  <a:pt x="106430" y="111925"/>
                  <a:pt x="113630" y="110820"/>
                  <a:pt x="120736" y="109209"/>
                </a:cubicBezTo>
                <a:cubicBezTo>
                  <a:pt x="121052" y="110504"/>
                  <a:pt x="121336" y="111799"/>
                  <a:pt x="121589" y="113062"/>
                </a:cubicBezTo>
                <a:cubicBezTo>
                  <a:pt x="123137" y="119884"/>
                  <a:pt x="123389" y="126989"/>
                  <a:pt x="122379" y="134001"/>
                </a:cubicBezTo>
                <a:close/>
                <a:moveTo>
                  <a:pt x="128126" y="100050"/>
                </a:moveTo>
                <a:cubicBezTo>
                  <a:pt x="127242" y="100335"/>
                  <a:pt x="126358" y="100619"/>
                  <a:pt x="125442" y="100872"/>
                </a:cubicBezTo>
                <a:cubicBezTo>
                  <a:pt x="123231" y="93987"/>
                  <a:pt x="120515" y="87260"/>
                  <a:pt x="117389" y="80722"/>
                </a:cubicBezTo>
                <a:cubicBezTo>
                  <a:pt x="120421" y="74280"/>
                  <a:pt x="122979" y="67648"/>
                  <a:pt x="125126" y="60858"/>
                </a:cubicBezTo>
                <a:cubicBezTo>
                  <a:pt x="126768" y="61331"/>
                  <a:pt x="128347" y="61837"/>
                  <a:pt x="129863" y="62342"/>
                </a:cubicBezTo>
                <a:cubicBezTo>
                  <a:pt x="144580" y="67395"/>
                  <a:pt x="154908" y="74911"/>
                  <a:pt x="154908" y="80659"/>
                </a:cubicBezTo>
                <a:cubicBezTo>
                  <a:pt x="154908" y="86849"/>
                  <a:pt x="143886" y="94839"/>
                  <a:pt x="128126" y="100050"/>
                </a:cubicBezTo>
                <a:close/>
                <a:moveTo>
                  <a:pt x="80849" y="95313"/>
                </a:moveTo>
                <a:cubicBezTo>
                  <a:pt x="88832" y="95313"/>
                  <a:pt x="95313" y="88832"/>
                  <a:pt x="95313" y="80849"/>
                </a:cubicBezTo>
                <a:cubicBezTo>
                  <a:pt x="95313" y="72866"/>
                  <a:pt x="88832" y="66384"/>
                  <a:pt x="80849" y="66384"/>
                </a:cubicBezTo>
                <a:cubicBezTo>
                  <a:pt x="72866" y="66384"/>
                  <a:pt x="66384" y="72866"/>
                  <a:pt x="66384" y="80849"/>
                </a:cubicBezTo>
                <a:cubicBezTo>
                  <a:pt x="66384" y="88832"/>
                  <a:pt x="72866" y="95313"/>
                  <a:pt x="80849" y="95313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491278" y="207781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UI framework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94259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491278" y="2530568"/>
            <a:ext cx="102678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5.9+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5043" y="254673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13946" y="379"/>
                </a:moveTo>
                <a:cubicBezTo>
                  <a:pt x="108577" y="-1169"/>
                  <a:pt x="102987" y="1958"/>
                  <a:pt x="101440" y="7327"/>
                </a:cubicBezTo>
                <a:lnTo>
                  <a:pt x="61016" y="148812"/>
                </a:lnTo>
                <a:cubicBezTo>
                  <a:pt x="59468" y="154181"/>
                  <a:pt x="62595" y="159771"/>
                  <a:pt x="67964" y="161319"/>
                </a:cubicBezTo>
                <a:cubicBezTo>
                  <a:pt x="73332" y="162866"/>
                  <a:pt x="78922" y="159740"/>
                  <a:pt x="80470" y="154371"/>
                </a:cubicBezTo>
                <a:lnTo>
                  <a:pt x="120894" y="12885"/>
                </a:lnTo>
                <a:cubicBezTo>
                  <a:pt x="122442" y="7516"/>
                  <a:pt x="119315" y="1926"/>
                  <a:pt x="113946" y="379"/>
                </a:cubicBezTo>
                <a:close/>
                <a:moveTo>
                  <a:pt x="134348" y="43361"/>
                </a:moveTo>
                <a:cubicBezTo>
                  <a:pt x="130400" y="47309"/>
                  <a:pt x="130400" y="53720"/>
                  <a:pt x="134348" y="57668"/>
                </a:cubicBezTo>
                <a:lnTo>
                  <a:pt x="157529" y="80849"/>
                </a:lnTo>
                <a:lnTo>
                  <a:pt x="134348" y="104030"/>
                </a:lnTo>
                <a:cubicBezTo>
                  <a:pt x="130400" y="107977"/>
                  <a:pt x="130400" y="114388"/>
                  <a:pt x="134348" y="118336"/>
                </a:cubicBezTo>
                <a:cubicBezTo>
                  <a:pt x="138296" y="122284"/>
                  <a:pt x="144707" y="122284"/>
                  <a:pt x="148654" y="118336"/>
                </a:cubicBezTo>
                <a:lnTo>
                  <a:pt x="178973" y="88018"/>
                </a:lnTo>
                <a:cubicBezTo>
                  <a:pt x="182920" y="84070"/>
                  <a:pt x="182920" y="77659"/>
                  <a:pt x="178973" y="73711"/>
                </a:cubicBezTo>
                <a:lnTo>
                  <a:pt x="148654" y="43393"/>
                </a:lnTo>
                <a:cubicBezTo>
                  <a:pt x="144707" y="39445"/>
                  <a:pt x="138296" y="39445"/>
                  <a:pt x="134348" y="43393"/>
                </a:cubicBezTo>
                <a:close/>
                <a:moveTo>
                  <a:pt x="47593" y="43361"/>
                </a:moveTo>
                <a:cubicBezTo>
                  <a:pt x="43646" y="39414"/>
                  <a:pt x="37235" y="39414"/>
                  <a:pt x="33287" y="43361"/>
                </a:cubicBezTo>
                <a:lnTo>
                  <a:pt x="2969" y="73680"/>
                </a:lnTo>
                <a:cubicBezTo>
                  <a:pt x="-979" y="77627"/>
                  <a:pt x="-979" y="84039"/>
                  <a:pt x="2969" y="87986"/>
                </a:cubicBezTo>
                <a:lnTo>
                  <a:pt x="33287" y="118305"/>
                </a:lnTo>
                <a:cubicBezTo>
                  <a:pt x="37235" y="122252"/>
                  <a:pt x="43646" y="122252"/>
                  <a:pt x="47593" y="118305"/>
                </a:cubicBezTo>
                <a:cubicBezTo>
                  <a:pt x="51541" y="114357"/>
                  <a:pt x="51541" y="107946"/>
                  <a:pt x="47593" y="103998"/>
                </a:cubicBezTo>
                <a:lnTo>
                  <a:pt x="24413" y="80849"/>
                </a:lnTo>
                <a:lnTo>
                  <a:pt x="47562" y="57668"/>
                </a:lnTo>
                <a:cubicBezTo>
                  <a:pt x="51510" y="53720"/>
                  <a:pt x="51510" y="47309"/>
                  <a:pt x="47562" y="43361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491278" y="275694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94259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491278" y="3209698"/>
            <a:ext cx="98635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ECharts + Axios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5149" y="322586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106" y="10106"/>
                </a:moveTo>
                <a:cubicBezTo>
                  <a:pt x="15696" y="10106"/>
                  <a:pt x="20212" y="14622"/>
                  <a:pt x="20212" y="20212"/>
                </a:cubicBezTo>
                <a:lnTo>
                  <a:pt x="20212" y="126326"/>
                </a:lnTo>
                <a:cubicBezTo>
                  <a:pt x="20212" y="129105"/>
                  <a:pt x="22486" y="131379"/>
                  <a:pt x="25265" y="131379"/>
                </a:cubicBezTo>
                <a:lnTo>
                  <a:pt x="151592" y="131379"/>
                </a:lnTo>
                <a:cubicBezTo>
                  <a:pt x="157181" y="131379"/>
                  <a:pt x="161698" y="135895"/>
                  <a:pt x="161698" y="141485"/>
                </a:cubicBezTo>
                <a:cubicBezTo>
                  <a:pt x="161698" y="147075"/>
                  <a:pt x="157181" y="151592"/>
                  <a:pt x="151592" y="151592"/>
                </a:cubicBezTo>
                <a:lnTo>
                  <a:pt x="25265" y="151592"/>
                </a:lnTo>
                <a:cubicBezTo>
                  <a:pt x="11306" y="151592"/>
                  <a:pt x="0" y="140285"/>
                  <a:pt x="0" y="126326"/>
                </a:cubicBezTo>
                <a:lnTo>
                  <a:pt x="0" y="20212"/>
                </a:lnTo>
                <a:cubicBezTo>
                  <a:pt x="0" y="14622"/>
                  <a:pt x="4516" y="10106"/>
                  <a:pt x="10106" y="10106"/>
                </a:cubicBezTo>
                <a:close/>
                <a:moveTo>
                  <a:pt x="75796" y="30318"/>
                </a:moveTo>
                <a:cubicBezTo>
                  <a:pt x="77912" y="30318"/>
                  <a:pt x="79933" y="31203"/>
                  <a:pt x="81386" y="32782"/>
                </a:cubicBezTo>
                <a:lnTo>
                  <a:pt x="103840" y="57257"/>
                </a:lnTo>
                <a:lnTo>
                  <a:pt x="118431" y="42635"/>
                </a:lnTo>
                <a:cubicBezTo>
                  <a:pt x="121400" y="39666"/>
                  <a:pt x="126200" y="39666"/>
                  <a:pt x="129137" y="42635"/>
                </a:cubicBezTo>
                <a:lnTo>
                  <a:pt x="149349" y="62847"/>
                </a:lnTo>
                <a:cubicBezTo>
                  <a:pt x="150770" y="64268"/>
                  <a:pt x="151560" y="66195"/>
                  <a:pt x="151560" y="68216"/>
                </a:cubicBezTo>
                <a:lnTo>
                  <a:pt x="151560" y="103588"/>
                </a:lnTo>
                <a:cubicBezTo>
                  <a:pt x="151560" y="107788"/>
                  <a:pt x="148181" y="111167"/>
                  <a:pt x="143980" y="111167"/>
                </a:cubicBezTo>
                <a:lnTo>
                  <a:pt x="47972" y="111167"/>
                </a:lnTo>
                <a:cubicBezTo>
                  <a:pt x="43772" y="111167"/>
                  <a:pt x="40393" y="107788"/>
                  <a:pt x="40393" y="103588"/>
                </a:cubicBezTo>
                <a:lnTo>
                  <a:pt x="40393" y="68216"/>
                </a:lnTo>
                <a:cubicBezTo>
                  <a:pt x="40393" y="66321"/>
                  <a:pt x="41119" y="64490"/>
                  <a:pt x="42382" y="63100"/>
                </a:cubicBezTo>
                <a:lnTo>
                  <a:pt x="70174" y="32782"/>
                </a:lnTo>
                <a:cubicBezTo>
                  <a:pt x="71595" y="31203"/>
                  <a:pt x="73648" y="30318"/>
                  <a:pt x="75764" y="30318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491278" y="343607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and API requests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94259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491278" y="3888828"/>
            <a:ext cx="83274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TailwindCSS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05043" y="390499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51749" y="3253"/>
                </a:moveTo>
                <a:lnTo>
                  <a:pt x="81828" y="49899"/>
                </a:lnTo>
                <a:cubicBezTo>
                  <a:pt x="72638" y="56026"/>
                  <a:pt x="66795" y="65974"/>
                  <a:pt x="65848" y="76838"/>
                </a:cubicBezTo>
                <a:cubicBezTo>
                  <a:pt x="85523" y="80880"/>
                  <a:pt x="101029" y="96387"/>
                  <a:pt x="105103" y="116094"/>
                </a:cubicBezTo>
                <a:cubicBezTo>
                  <a:pt x="115999" y="115146"/>
                  <a:pt x="125916" y="109304"/>
                  <a:pt x="132043" y="100114"/>
                </a:cubicBezTo>
                <a:lnTo>
                  <a:pt x="178657" y="30160"/>
                </a:lnTo>
                <a:cubicBezTo>
                  <a:pt x="180773" y="26971"/>
                  <a:pt x="181910" y="23244"/>
                  <a:pt x="181910" y="19391"/>
                </a:cubicBezTo>
                <a:cubicBezTo>
                  <a:pt x="181910" y="8685"/>
                  <a:pt x="173225" y="0"/>
                  <a:pt x="162519" y="0"/>
                </a:cubicBezTo>
                <a:cubicBezTo>
                  <a:pt x="158697" y="0"/>
                  <a:pt x="154939" y="1137"/>
                  <a:pt x="151749" y="3253"/>
                </a:cubicBezTo>
                <a:close/>
                <a:moveTo>
                  <a:pt x="90955" y="126326"/>
                </a:moveTo>
                <a:cubicBezTo>
                  <a:pt x="90955" y="106777"/>
                  <a:pt x="75133" y="90955"/>
                  <a:pt x="55584" y="90955"/>
                </a:cubicBezTo>
                <a:cubicBezTo>
                  <a:pt x="36035" y="90955"/>
                  <a:pt x="20212" y="106777"/>
                  <a:pt x="20212" y="126326"/>
                </a:cubicBezTo>
                <a:cubicBezTo>
                  <a:pt x="20212" y="127558"/>
                  <a:pt x="20275" y="128790"/>
                  <a:pt x="20402" y="129990"/>
                </a:cubicBezTo>
                <a:cubicBezTo>
                  <a:pt x="20970" y="135516"/>
                  <a:pt x="17180" y="141485"/>
                  <a:pt x="11622" y="141485"/>
                </a:cubicBezTo>
                <a:lnTo>
                  <a:pt x="10106" y="141485"/>
                </a:lnTo>
                <a:cubicBezTo>
                  <a:pt x="4516" y="141485"/>
                  <a:pt x="0" y="146002"/>
                  <a:pt x="0" y="151592"/>
                </a:cubicBezTo>
                <a:cubicBezTo>
                  <a:pt x="0" y="157181"/>
                  <a:pt x="4516" y="161698"/>
                  <a:pt x="10106" y="161698"/>
                </a:cubicBezTo>
                <a:lnTo>
                  <a:pt x="55584" y="161698"/>
                </a:lnTo>
                <a:cubicBezTo>
                  <a:pt x="75133" y="161698"/>
                  <a:pt x="90955" y="145875"/>
                  <a:pt x="90955" y="126326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491278" y="411520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Utility-first CSS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94259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491278" y="4567958"/>
            <a:ext cx="69530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Router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15149" y="458412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8198" y="2969"/>
                </a:moveTo>
                <a:cubicBezTo>
                  <a:pt x="104251" y="-979"/>
                  <a:pt x="97840" y="-979"/>
                  <a:pt x="93892" y="2969"/>
                </a:cubicBezTo>
                <a:cubicBezTo>
                  <a:pt x="89944" y="6916"/>
                  <a:pt x="89944" y="13327"/>
                  <a:pt x="93892" y="17275"/>
                </a:cubicBezTo>
                <a:lnTo>
                  <a:pt x="96861" y="20212"/>
                </a:lnTo>
                <a:lnTo>
                  <a:pt x="8874" y="108198"/>
                </a:lnTo>
                <a:cubicBezTo>
                  <a:pt x="3190" y="113883"/>
                  <a:pt x="0" y="121589"/>
                  <a:pt x="0" y="129642"/>
                </a:cubicBezTo>
                <a:lnTo>
                  <a:pt x="0" y="131379"/>
                </a:lnTo>
                <a:cubicBezTo>
                  <a:pt x="0" y="148118"/>
                  <a:pt x="13580" y="161698"/>
                  <a:pt x="30318" y="161698"/>
                </a:cubicBezTo>
                <a:lnTo>
                  <a:pt x="32055" y="161698"/>
                </a:lnTo>
                <a:cubicBezTo>
                  <a:pt x="40109" y="161698"/>
                  <a:pt x="47814" y="158508"/>
                  <a:pt x="53499" y="152823"/>
                </a:cubicBezTo>
                <a:lnTo>
                  <a:pt x="141485" y="64837"/>
                </a:lnTo>
                <a:lnTo>
                  <a:pt x="144454" y="67806"/>
                </a:lnTo>
                <a:cubicBezTo>
                  <a:pt x="148402" y="71753"/>
                  <a:pt x="154813" y="71753"/>
                  <a:pt x="158761" y="67806"/>
                </a:cubicBezTo>
                <a:cubicBezTo>
                  <a:pt x="162708" y="63858"/>
                  <a:pt x="162708" y="57447"/>
                  <a:pt x="158761" y="53499"/>
                </a:cubicBezTo>
                <a:lnTo>
                  <a:pt x="108230" y="2969"/>
                </a:lnTo>
                <a:close/>
                <a:moveTo>
                  <a:pt x="64837" y="80849"/>
                </a:moveTo>
                <a:lnTo>
                  <a:pt x="111167" y="34519"/>
                </a:lnTo>
                <a:lnTo>
                  <a:pt x="127179" y="50531"/>
                </a:lnTo>
                <a:lnTo>
                  <a:pt x="96861" y="80849"/>
                </a:lnTo>
                <a:lnTo>
                  <a:pt x="64805" y="80849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491278" y="4794334"/>
            <a:ext cx="326629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Routing and page navigation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29600" y="1071247"/>
            <a:ext cx="3735215" cy="2579077"/>
          </a:xfrm>
          <a:custGeom>
            <a:avLst/>
            <a:gdLst/>
            <a:ahLst/>
            <a:cxnLst/>
            <a:rect l="l" t="t" r="r" b="b"/>
            <a:pathLst>
              <a:path w="3735215" h="2579077">
                <a:moveTo>
                  <a:pt x="129366" y="0"/>
                </a:moveTo>
                <a:lnTo>
                  <a:pt x="3605848" y="0"/>
                </a:lnTo>
                <a:cubicBezTo>
                  <a:pt x="3677295" y="0"/>
                  <a:pt x="3735215" y="57919"/>
                  <a:pt x="3735215" y="129366"/>
                </a:cubicBezTo>
                <a:lnTo>
                  <a:pt x="3735215" y="2449710"/>
                </a:lnTo>
                <a:cubicBezTo>
                  <a:pt x="3735215" y="2521158"/>
                  <a:pt x="3677295" y="2579077"/>
                  <a:pt x="3605848" y="2579077"/>
                </a:cubicBezTo>
                <a:lnTo>
                  <a:pt x="129366" y="2579077"/>
                </a:lnTo>
                <a:cubicBezTo>
                  <a:pt x="57919" y="2579077"/>
                  <a:pt x="0" y="2521158"/>
                  <a:pt x="0" y="2449710"/>
                </a:cubicBezTo>
                <a:lnTo>
                  <a:pt x="0" y="129366"/>
                </a:lnTo>
                <a:cubicBezTo>
                  <a:pt x="0" y="57919"/>
                  <a:pt x="57919" y="0"/>
                  <a:pt x="1293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8295340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408529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90955" y="30318"/>
                </a:moveTo>
                <a:cubicBezTo>
                  <a:pt x="90955" y="24741"/>
                  <a:pt x="86427" y="20212"/>
                  <a:pt x="80849" y="20212"/>
                </a:cubicBezTo>
                <a:cubicBezTo>
                  <a:pt x="75271" y="20212"/>
                  <a:pt x="70743" y="24741"/>
                  <a:pt x="70743" y="30318"/>
                </a:cubicBezTo>
                <a:cubicBezTo>
                  <a:pt x="70743" y="35896"/>
                  <a:pt x="75271" y="40424"/>
                  <a:pt x="80849" y="40424"/>
                </a:cubicBezTo>
                <a:cubicBezTo>
                  <a:pt x="86427" y="40424"/>
                  <a:pt x="90955" y="35896"/>
                  <a:pt x="90955" y="30318"/>
                </a:cubicBezTo>
                <a:close/>
                <a:moveTo>
                  <a:pt x="80849" y="131379"/>
                </a:moveTo>
                <a:cubicBezTo>
                  <a:pt x="91997" y="131379"/>
                  <a:pt x="101061" y="122315"/>
                  <a:pt x="101061" y="111167"/>
                </a:cubicBezTo>
                <a:cubicBezTo>
                  <a:pt x="101061" y="106051"/>
                  <a:pt x="99166" y="101345"/>
                  <a:pt x="96008" y="97808"/>
                </a:cubicBezTo>
                <a:lnTo>
                  <a:pt x="117957" y="53941"/>
                </a:lnTo>
                <a:cubicBezTo>
                  <a:pt x="119820" y="50183"/>
                  <a:pt x="118305" y="45635"/>
                  <a:pt x="114578" y="43772"/>
                </a:cubicBezTo>
                <a:cubicBezTo>
                  <a:pt x="110851" y="41909"/>
                  <a:pt x="106272" y="43425"/>
                  <a:pt x="104409" y="47151"/>
                </a:cubicBezTo>
                <a:lnTo>
                  <a:pt x="82459" y="91018"/>
                </a:lnTo>
                <a:cubicBezTo>
                  <a:pt x="81923" y="90986"/>
                  <a:pt x="81386" y="90955"/>
                  <a:pt x="80849" y="90955"/>
                </a:cubicBezTo>
                <a:cubicBezTo>
                  <a:pt x="69701" y="90955"/>
                  <a:pt x="60637" y="100019"/>
                  <a:pt x="60637" y="111167"/>
                </a:cubicBezTo>
                <a:cubicBezTo>
                  <a:pt x="60637" y="122315"/>
                  <a:pt x="69701" y="131379"/>
                  <a:pt x="80849" y="131379"/>
                </a:cubicBezTo>
                <a:close/>
                <a:moveTo>
                  <a:pt x="55584" y="45477"/>
                </a:moveTo>
                <a:cubicBezTo>
                  <a:pt x="55584" y="39900"/>
                  <a:pt x="51055" y="35371"/>
                  <a:pt x="45477" y="35371"/>
                </a:cubicBezTo>
                <a:cubicBezTo>
                  <a:pt x="39900" y="35371"/>
                  <a:pt x="35371" y="39900"/>
                  <a:pt x="35371" y="45477"/>
                </a:cubicBezTo>
                <a:cubicBezTo>
                  <a:pt x="35371" y="51055"/>
                  <a:pt x="39900" y="55584"/>
                  <a:pt x="45477" y="55584"/>
                </a:cubicBezTo>
                <a:cubicBezTo>
                  <a:pt x="51055" y="55584"/>
                  <a:pt x="55584" y="51055"/>
                  <a:pt x="55584" y="45477"/>
                </a:cubicBezTo>
                <a:close/>
                <a:moveTo>
                  <a:pt x="30318" y="90955"/>
                </a:moveTo>
                <a:cubicBezTo>
                  <a:pt x="35896" y="90955"/>
                  <a:pt x="40424" y="86427"/>
                  <a:pt x="40424" y="80849"/>
                </a:cubicBezTo>
                <a:cubicBezTo>
                  <a:pt x="40424" y="75271"/>
                  <a:pt x="35896" y="70743"/>
                  <a:pt x="30318" y="70743"/>
                </a:cubicBezTo>
                <a:cubicBezTo>
                  <a:pt x="24741" y="70743"/>
                  <a:pt x="20212" y="75271"/>
                  <a:pt x="20212" y="80849"/>
                </a:cubicBezTo>
                <a:cubicBezTo>
                  <a:pt x="20212" y="86427"/>
                  <a:pt x="24741" y="90955"/>
                  <a:pt x="30318" y="90955"/>
                </a:cubicBezTo>
                <a:close/>
                <a:moveTo>
                  <a:pt x="141485" y="80849"/>
                </a:moveTo>
                <a:cubicBezTo>
                  <a:pt x="141485" y="75271"/>
                  <a:pt x="136957" y="70743"/>
                  <a:pt x="131379" y="70743"/>
                </a:cubicBezTo>
                <a:cubicBezTo>
                  <a:pt x="125802" y="70743"/>
                  <a:pt x="121273" y="75271"/>
                  <a:pt x="121273" y="80849"/>
                </a:cubicBezTo>
                <a:cubicBezTo>
                  <a:pt x="121273" y="86427"/>
                  <a:pt x="125802" y="90955"/>
                  <a:pt x="131379" y="90955"/>
                </a:cubicBezTo>
                <a:cubicBezTo>
                  <a:pt x="136957" y="90955"/>
                  <a:pt x="141485" y="86427"/>
                  <a:pt x="141485" y="8084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780433" y="1305708"/>
            <a:ext cx="1996966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99383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339807" y="1859523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2147" y="2182918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76189" y="2344615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47738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104E64">
              <a:alpha val="4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10088162" y="1859523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20502" y="2182918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124544" y="2344615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milliseconds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9383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339807" y="2773114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C27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&gt;99%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72147" y="3096509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Availability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76189" y="3258207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uptime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47738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10088162" y="2773114"/>
            <a:ext cx="1560382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&gt;70%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20502" y="3096509"/>
            <a:ext cx="149570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124544" y="3258207"/>
            <a:ext cx="1487618" cy="12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4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coverage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129600" y="3787767"/>
            <a:ext cx="3735215" cy="2465889"/>
          </a:xfrm>
          <a:custGeom>
            <a:avLst/>
            <a:gdLst/>
            <a:ahLst/>
            <a:cxnLst/>
            <a:rect l="l" t="t" r="r" b="b"/>
            <a:pathLst>
              <a:path w="3735215" h="2465889">
                <a:moveTo>
                  <a:pt x="129361" y="0"/>
                </a:moveTo>
                <a:lnTo>
                  <a:pt x="3605854" y="0"/>
                </a:lnTo>
                <a:cubicBezTo>
                  <a:pt x="3677298" y="0"/>
                  <a:pt x="3735215" y="57917"/>
                  <a:pt x="3735215" y="129361"/>
                </a:cubicBezTo>
                <a:lnTo>
                  <a:pt x="3735215" y="2336528"/>
                </a:lnTo>
                <a:cubicBezTo>
                  <a:pt x="3735215" y="2407972"/>
                  <a:pt x="3677298" y="2465889"/>
                  <a:pt x="3605854" y="2465889"/>
                </a:cubicBezTo>
                <a:lnTo>
                  <a:pt x="129361" y="2465889"/>
                </a:lnTo>
                <a:cubicBezTo>
                  <a:pt x="57917" y="2465889"/>
                  <a:pt x="0" y="2407972"/>
                  <a:pt x="0" y="2336528"/>
                </a:cubicBezTo>
                <a:lnTo>
                  <a:pt x="0" y="129361"/>
                </a:lnTo>
                <a:cubicBezTo>
                  <a:pt x="0" y="57965"/>
                  <a:pt x="57965" y="0"/>
                  <a:pt x="129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8295340" y="395350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8408529" y="406669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80849" y="0"/>
                </a:moveTo>
                <a:cubicBezTo>
                  <a:pt x="82302" y="0"/>
                  <a:pt x="83754" y="316"/>
                  <a:pt x="85081" y="916"/>
                </a:cubicBezTo>
                <a:lnTo>
                  <a:pt x="144580" y="26150"/>
                </a:lnTo>
                <a:cubicBezTo>
                  <a:pt x="151528" y="29087"/>
                  <a:pt x="156708" y="35940"/>
                  <a:pt x="156676" y="44214"/>
                </a:cubicBezTo>
                <a:cubicBezTo>
                  <a:pt x="156518" y="75543"/>
                  <a:pt x="143633" y="132864"/>
                  <a:pt x="89218" y="158918"/>
                </a:cubicBezTo>
                <a:cubicBezTo>
                  <a:pt x="83944" y="161445"/>
                  <a:pt x="77817" y="161445"/>
                  <a:pt x="72543" y="158918"/>
                </a:cubicBezTo>
                <a:cubicBezTo>
                  <a:pt x="18096" y="132864"/>
                  <a:pt x="5243" y="75543"/>
                  <a:pt x="5085" y="44214"/>
                </a:cubicBezTo>
                <a:cubicBezTo>
                  <a:pt x="5053" y="35940"/>
                  <a:pt x="10232" y="29087"/>
                  <a:pt x="17180" y="26150"/>
                </a:cubicBezTo>
                <a:lnTo>
                  <a:pt x="76648" y="916"/>
                </a:lnTo>
                <a:cubicBezTo>
                  <a:pt x="77975" y="316"/>
                  <a:pt x="79396" y="0"/>
                  <a:pt x="80849" y="0"/>
                </a:cubicBezTo>
                <a:close/>
                <a:moveTo>
                  <a:pt x="80849" y="21096"/>
                </a:moveTo>
                <a:lnTo>
                  <a:pt x="80849" y="140506"/>
                </a:lnTo>
                <a:cubicBezTo>
                  <a:pt x="124431" y="119410"/>
                  <a:pt x="136148" y="72669"/>
                  <a:pt x="136432" y="44688"/>
                </a:cubicBezTo>
                <a:lnTo>
                  <a:pt x="80849" y="21128"/>
                </a:lnTo>
                <a:lnTo>
                  <a:pt x="80849" y="2112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780433" y="4022228"/>
            <a:ext cx="2150578" cy="25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Requirements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95340" y="4470939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8424698" y="4584127"/>
            <a:ext cx="97019" cy="129358"/>
          </a:xfrm>
          <a:custGeom>
            <a:avLst/>
            <a:gdLst/>
            <a:ahLst/>
            <a:cxnLst/>
            <a:rect l="l" t="t" r="r" b="b"/>
            <a:pathLst>
              <a:path w="97019" h="129358">
                <a:moveTo>
                  <a:pt x="32340" y="24255"/>
                </a:moveTo>
                <a:lnTo>
                  <a:pt x="32340" y="40424"/>
                </a:lnTo>
                <a:lnTo>
                  <a:pt x="64679" y="40424"/>
                </a:lnTo>
                <a:lnTo>
                  <a:pt x="64679" y="24255"/>
                </a:lnTo>
                <a:cubicBezTo>
                  <a:pt x="64679" y="15336"/>
                  <a:pt x="57428" y="8085"/>
                  <a:pt x="48509" y="8085"/>
                </a:cubicBezTo>
                <a:cubicBezTo>
                  <a:pt x="39591" y="8085"/>
                  <a:pt x="32340" y="15336"/>
                  <a:pt x="32340" y="24255"/>
                </a:cubicBezTo>
                <a:close/>
                <a:moveTo>
                  <a:pt x="16170" y="40424"/>
                </a:moveTo>
                <a:lnTo>
                  <a:pt x="16170" y="24255"/>
                </a:lnTo>
                <a:cubicBezTo>
                  <a:pt x="16170" y="6392"/>
                  <a:pt x="30647" y="-8085"/>
                  <a:pt x="48509" y="-8085"/>
                </a:cubicBezTo>
                <a:cubicBezTo>
                  <a:pt x="66372" y="-8085"/>
                  <a:pt x="80849" y="6392"/>
                  <a:pt x="80849" y="24255"/>
                </a:cubicBezTo>
                <a:lnTo>
                  <a:pt x="80849" y="40424"/>
                </a:lnTo>
                <a:cubicBezTo>
                  <a:pt x="89767" y="40424"/>
                  <a:pt x="97019" y="47676"/>
                  <a:pt x="97019" y="56594"/>
                </a:cubicBezTo>
                <a:lnTo>
                  <a:pt x="97019" y="113188"/>
                </a:lnTo>
                <a:cubicBezTo>
                  <a:pt x="97019" y="122107"/>
                  <a:pt x="89767" y="129358"/>
                  <a:pt x="80849" y="129358"/>
                </a:cubicBezTo>
                <a:lnTo>
                  <a:pt x="16170" y="129358"/>
                </a:lnTo>
                <a:cubicBezTo>
                  <a:pt x="7251" y="129358"/>
                  <a:pt x="0" y="122107"/>
                  <a:pt x="0" y="113188"/>
                </a:cubicBezTo>
                <a:lnTo>
                  <a:pt x="0" y="56594"/>
                </a:lnTo>
                <a:cubicBezTo>
                  <a:pt x="0" y="47676"/>
                  <a:pt x="7251" y="40424"/>
                  <a:pt x="16170" y="4042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8651075" y="4567958"/>
            <a:ext cx="1447194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AES-256 encrypted storage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95340" y="4891353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8400444" y="5004541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60434" y="-2021"/>
                </a:moveTo>
                <a:cubicBezTo>
                  <a:pt x="58893" y="-3588"/>
                  <a:pt x="56645" y="-4219"/>
                  <a:pt x="54522" y="-3638"/>
                </a:cubicBezTo>
                <a:cubicBezTo>
                  <a:pt x="52400" y="-3057"/>
                  <a:pt x="50758" y="-1415"/>
                  <a:pt x="50227" y="707"/>
                </a:cubicBezTo>
                <a:lnTo>
                  <a:pt x="46362" y="15917"/>
                </a:lnTo>
                <a:cubicBezTo>
                  <a:pt x="46084" y="17029"/>
                  <a:pt x="44947" y="17686"/>
                  <a:pt x="43860" y="17357"/>
                </a:cubicBezTo>
                <a:lnTo>
                  <a:pt x="28752" y="13113"/>
                </a:lnTo>
                <a:cubicBezTo>
                  <a:pt x="26630" y="12506"/>
                  <a:pt x="24356" y="13113"/>
                  <a:pt x="22815" y="14654"/>
                </a:cubicBezTo>
                <a:cubicBezTo>
                  <a:pt x="21273" y="16195"/>
                  <a:pt x="20667" y="18469"/>
                  <a:pt x="21273" y="20591"/>
                </a:cubicBezTo>
                <a:lnTo>
                  <a:pt x="25543" y="35700"/>
                </a:lnTo>
                <a:cubicBezTo>
                  <a:pt x="25846" y="36786"/>
                  <a:pt x="25189" y="37923"/>
                  <a:pt x="24103" y="38201"/>
                </a:cubicBezTo>
                <a:lnTo>
                  <a:pt x="8868" y="42067"/>
                </a:lnTo>
                <a:cubicBezTo>
                  <a:pt x="6746" y="42597"/>
                  <a:pt x="5078" y="44265"/>
                  <a:pt x="4497" y="46387"/>
                </a:cubicBezTo>
                <a:cubicBezTo>
                  <a:pt x="3916" y="48509"/>
                  <a:pt x="4548" y="50758"/>
                  <a:pt x="6114" y="52299"/>
                </a:cubicBezTo>
                <a:lnTo>
                  <a:pt x="17357" y="63239"/>
                </a:lnTo>
                <a:cubicBezTo>
                  <a:pt x="18166" y="64022"/>
                  <a:pt x="18166" y="65336"/>
                  <a:pt x="17357" y="66144"/>
                </a:cubicBezTo>
                <a:lnTo>
                  <a:pt x="6139" y="77084"/>
                </a:lnTo>
                <a:cubicBezTo>
                  <a:pt x="4573" y="78625"/>
                  <a:pt x="3941" y="80874"/>
                  <a:pt x="4522" y="82996"/>
                </a:cubicBezTo>
                <a:cubicBezTo>
                  <a:pt x="5104" y="85119"/>
                  <a:pt x="6771" y="86761"/>
                  <a:pt x="8893" y="87317"/>
                </a:cubicBezTo>
                <a:lnTo>
                  <a:pt x="24103" y="91182"/>
                </a:lnTo>
                <a:cubicBezTo>
                  <a:pt x="25215" y="91460"/>
                  <a:pt x="25872" y="92597"/>
                  <a:pt x="25543" y="93684"/>
                </a:cubicBezTo>
                <a:lnTo>
                  <a:pt x="21273" y="108767"/>
                </a:lnTo>
                <a:cubicBezTo>
                  <a:pt x="20667" y="110889"/>
                  <a:pt x="21273" y="113163"/>
                  <a:pt x="22815" y="114704"/>
                </a:cubicBezTo>
                <a:cubicBezTo>
                  <a:pt x="24356" y="116245"/>
                  <a:pt x="26630" y="116852"/>
                  <a:pt x="28752" y="116245"/>
                </a:cubicBezTo>
                <a:lnTo>
                  <a:pt x="43860" y="111976"/>
                </a:lnTo>
                <a:cubicBezTo>
                  <a:pt x="44947" y="111672"/>
                  <a:pt x="46084" y="112329"/>
                  <a:pt x="46362" y="113416"/>
                </a:cubicBezTo>
                <a:lnTo>
                  <a:pt x="50227" y="128625"/>
                </a:lnTo>
                <a:cubicBezTo>
                  <a:pt x="50758" y="130748"/>
                  <a:pt x="52425" y="132415"/>
                  <a:pt x="54548" y="132996"/>
                </a:cubicBezTo>
                <a:cubicBezTo>
                  <a:pt x="56670" y="133577"/>
                  <a:pt x="58919" y="132946"/>
                  <a:pt x="60460" y="131379"/>
                </a:cubicBezTo>
                <a:lnTo>
                  <a:pt x="71400" y="120136"/>
                </a:lnTo>
                <a:cubicBezTo>
                  <a:pt x="72183" y="119328"/>
                  <a:pt x="73497" y="119328"/>
                  <a:pt x="74305" y="120136"/>
                </a:cubicBezTo>
                <a:lnTo>
                  <a:pt x="85220" y="131379"/>
                </a:lnTo>
                <a:cubicBezTo>
                  <a:pt x="86761" y="132946"/>
                  <a:pt x="89009" y="133577"/>
                  <a:pt x="91132" y="132996"/>
                </a:cubicBezTo>
                <a:cubicBezTo>
                  <a:pt x="93254" y="132415"/>
                  <a:pt x="94896" y="130748"/>
                  <a:pt x="95452" y="128625"/>
                </a:cubicBezTo>
                <a:lnTo>
                  <a:pt x="99318" y="113441"/>
                </a:lnTo>
                <a:cubicBezTo>
                  <a:pt x="99596" y="112329"/>
                  <a:pt x="100733" y="111672"/>
                  <a:pt x="101819" y="112001"/>
                </a:cubicBezTo>
                <a:lnTo>
                  <a:pt x="116928" y="116271"/>
                </a:lnTo>
                <a:cubicBezTo>
                  <a:pt x="119050" y="116877"/>
                  <a:pt x="121324" y="116271"/>
                  <a:pt x="122865" y="114730"/>
                </a:cubicBezTo>
                <a:cubicBezTo>
                  <a:pt x="124406" y="113188"/>
                  <a:pt x="125012" y="110914"/>
                  <a:pt x="124406" y="108792"/>
                </a:cubicBezTo>
                <a:lnTo>
                  <a:pt x="120136" y="93684"/>
                </a:lnTo>
                <a:cubicBezTo>
                  <a:pt x="119833" y="92597"/>
                  <a:pt x="120490" y="91460"/>
                  <a:pt x="121576" y="91182"/>
                </a:cubicBezTo>
                <a:lnTo>
                  <a:pt x="136786" y="87317"/>
                </a:lnTo>
                <a:cubicBezTo>
                  <a:pt x="138908" y="86786"/>
                  <a:pt x="140576" y="85119"/>
                  <a:pt x="141157" y="82996"/>
                </a:cubicBezTo>
                <a:cubicBezTo>
                  <a:pt x="141738" y="80874"/>
                  <a:pt x="141106" y="78600"/>
                  <a:pt x="139540" y="77084"/>
                </a:cubicBezTo>
                <a:lnTo>
                  <a:pt x="128297" y="66144"/>
                </a:lnTo>
                <a:cubicBezTo>
                  <a:pt x="127488" y="65361"/>
                  <a:pt x="127488" y="64047"/>
                  <a:pt x="128297" y="63239"/>
                </a:cubicBezTo>
                <a:lnTo>
                  <a:pt x="139540" y="52299"/>
                </a:lnTo>
                <a:cubicBezTo>
                  <a:pt x="141106" y="50758"/>
                  <a:pt x="141738" y="48509"/>
                  <a:pt x="141157" y="46387"/>
                </a:cubicBezTo>
                <a:cubicBezTo>
                  <a:pt x="140576" y="44265"/>
                  <a:pt x="138908" y="42622"/>
                  <a:pt x="136786" y="42067"/>
                </a:cubicBezTo>
                <a:lnTo>
                  <a:pt x="121576" y="38201"/>
                </a:lnTo>
                <a:cubicBezTo>
                  <a:pt x="120465" y="37923"/>
                  <a:pt x="119808" y="36786"/>
                  <a:pt x="120136" y="35700"/>
                </a:cubicBezTo>
                <a:lnTo>
                  <a:pt x="124406" y="20591"/>
                </a:lnTo>
                <a:cubicBezTo>
                  <a:pt x="125012" y="18469"/>
                  <a:pt x="124406" y="16195"/>
                  <a:pt x="122865" y="14654"/>
                </a:cubicBezTo>
                <a:cubicBezTo>
                  <a:pt x="121324" y="13113"/>
                  <a:pt x="119050" y="12506"/>
                  <a:pt x="116928" y="13113"/>
                </a:cubicBezTo>
                <a:lnTo>
                  <a:pt x="101819" y="17382"/>
                </a:lnTo>
                <a:cubicBezTo>
                  <a:pt x="100733" y="17686"/>
                  <a:pt x="99596" y="17029"/>
                  <a:pt x="99318" y="15942"/>
                </a:cubicBezTo>
                <a:lnTo>
                  <a:pt x="95452" y="707"/>
                </a:lnTo>
                <a:cubicBezTo>
                  <a:pt x="94922" y="-1415"/>
                  <a:pt x="93254" y="-3082"/>
                  <a:pt x="91132" y="-3663"/>
                </a:cubicBezTo>
                <a:cubicBezTo>
                  <a:pt x="89009" y="-4245"/>
                  <a:pt x="86761" y="-3613"/>
                  <a:pt x="85220" y="-2046"/>
                </a:cubicBezTo>
                <a:lnTo>
                  <a:pt x="74280" y="9222"/>
                </a:lnTo>
                <a:cubicBezTo>
                  <a:pt x="73497" y="10030"/>
                  <a:pt x="72183" y="10030"/>
                  <a:pt x="71374" y="9222"/>
                </a:cubicBezTo>
                <a:lnTo>
                  <a:pt x="60434" y="-2021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8651075" y="4988371"/>
            <a:ext cx="1317836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database connection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95340" y="5311767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8408529" y="5424955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0" y="64679"/>
                </a:moveTo>
                <a:cubicBezTo>
                  <a:pt x="0" y="28982"/>
                  <a:pt x="28982" y="0"/>
                  <a:pt x="64679" y="0"/>
                </a:cubicBezTo>
                <a:cubicBezTo>
                  <a:pt x="100376" y="0"/>
                  <a:pt x="129358" y="28982"/>
                  <a:pt x="129358" y="64679"/>
                </a:cubicBezTo>
                <a:cubicBezTo>
                  <a:pt x="129358" y="100376"/>
                  <a:pt x="100376" y="129358"/>
                  <a:pt x="64679" y="129358"/>
                </a:cubicBezTo>
                <a:cubicBezTo>
                  <a:pt x="28982" y="129358"/>
                  <a:pt x="0" y="100376"/>
                  <a:pt x="0" y="64679"/>
                </a:cubicBezTo>
                <a:close/>
                <a:moveTo>
                  <a:pt x="72764" y="24255"/>
                </a:moveTo>
                <a:cubicBezTo>
                  <a:pt x="72764" y="19792"/>
                  <a:pt x="69141" y="16170"/>
                  <a:pt x="64679" y="16170"/>
                </a:cubicBezTo>
                <a:cubicBezTo>
                  <a:pt x="60217" y="16170"/>
                  <a:pt x="56594" y="19792"/>
                  <a:pt x="56594" y="24255"/>
                </a:cubicBezTo>
                <a:cubicBezTo>
                  <a:pt x="56594" y="28717"/>
                  <a:pt x="60217" y="32340"/>
                  <a:pt x="64679" y="32340"/>
                </a:cubicBezTo>
                <a:cubicBezTo>
                  <a:pt x="69141" y="32340"/>
                  <a:pt x="72764" y="28717"/>
                  <a:pt x="72764" y="24255"/>
                </a:cubicBezTo>
                <a:close/>
                <a:moveTo>
                  <a:pt x="64679" y="105103"/>
                </a:moveTo>
                <a:cubicBezTo>
                  <a:pt x="73598" y="105103"/>
                  <a:pt x="80849" y="97852"/>
                  <a:pt x="80849" y="88934"/>
                </a:cubicBezTo>
                <a:cubicBezTo>
                  <a:pt x="80849" y="84841"/>
                  <a:pt x="79333" y="81076"/>
                  <a:pt x="76806" y="78246"/>
                </a:cubicBezTo>
                <a:lnTo>
                  <a:pt x="94366" y="43153"/>
                </a:lnTo>
                <a:cubicBezTo>
                  <a:pt x="95856" y="40146"/>
                  <a:pt x="94644" y="36508"/>
                  <a:pt x="91662" y="35018"/>
                </a:cubicBezTo>
                <a:cubicBezTo>
                  <a:pt x="88681" y="33527"/>
                  <a:pt x="85018" y="34740"/>
                  <a:pt x="83527" y="37721"/>
                </a:cubicBezTo>
                <a:lnTo>
                  <a:pt x="65968" y="72814"/>
                </a:lnTo>
                <a:cubicBezTo>
                  <a:pt x="65538" y="72789"/>
                  <a:pt x="65109" y="72764"/>
                  <a:pt x="64679" y="72764"/>
                </a:cubicBezTo>
                <a:cubicBezTo>
                  <a:pt x="55760" y="72764"/>
                  <a:pt x="48509" y="80015"/>
                  <a:pt x="48509" y="88934"/>
                </a:cubicBezTo>
                <a:cubicBezTo>
                  <a:pt x="48509" y="97852"/>
                  <a:pt x="55760" y="105103"/>
                  <a:pt x="64679" y="105103"/>
                </a:cubicBezTo>
                <a:close/>
                <a:moveTo>
                  <a:pt x="44467" y="36382"/>
                </a:moveTo>
                <a:cubicBezTo>
                  <a:pt x="44467" y="31920"/>
                  <a:pt x="40844" y="28297"/>
                  <a:pt x="36382" y="28297"/>
                </a:cubicBezTo>
                <a:cubicBezTo>
                  <a:pt x="31920" y="28297"/>
                  <a:pt x="28297" y="31920"/>
                  <a:pt x="28297" y="36382"/>
                </a:cubicBezTo>
                <a:cubicBezTo>
                  <a:pt x="28297" y="40844"/>
                  <a:pt x="31920" y="44467"/>
                  <a:pt x="36382" y="44467"/>
                </a:cubicBezTo>
                <a:cubicBezTo>
                  <a:pt x="40844" y="44467"/>
                  <a:pt x="44467" y="40844"/>
                  <a:pt x="44467" y="36382"/>
                </a:cubicBezTo>
                <a:close/>
                <a:moveTo>
                  <a:pt x="24255" y="72764"/>
                </a:moveTo>
                <a:cubicBezTo>
                  <a:pt x="28717" y="72764"/>
                  <a:pt x="32340" y="69141"/>
                  <a:pt x="32340" y="64679"/>
                </a:cubicBezTo>
                <a:cubicBezTo>
                  <a:pt x="32340" y="60217"/>
                  <a:pt x="28717" y="56594"/>
                  <a:pt x="24255" y="56594"/>
                </a:cubicBezTo>
                <a:cubicBezTo>
                  <a:pt x="19792" y="56594"/>
                  <a:pt x="16170" y="60217"/>
                  <a:pt x="16170" y="64679"/>
                </a:cubicBezTo>
                <a:cubicBezTo>
                  <a:pt x="16170" y="69141"/>
                  <a:pt x="19792" y="72764"/>
                  <a:pt x="24255" y="72764"/>
                </a:cubicBezTo>
                <a:close/>
                <a:moveTo>
                  <a:pt x="113188" y="64679"/>
                </a:moveTo>
                <a:cubicBezTo>
                  <a:pt x="113188" y="60217"/>
                  <a:pt x="109566" y="56594"/>
                  <a:pt x="105103" y="56594"/>
                </a:cubicBezTo>
                <a:cubicBezTo>
                  <a:pt x="100641" y="56594"/>
                  <a:pt x="97019" y="60217"/>
                  <a:pt x="97019" y="64679"/>
                </a:cubicBezTo>
                <a:cubicBezTo>
                  <a:pt x="97019" y="69141"/>
                  <a:pt x="100641" y="72764"/>
                  <a:pt x="105103" y="72764"/>
                </a:cubicBezTo>
                <a:cubicBezTo>
                  <a:pt x="109566" y="72764"/>
                  <a:pt x="113188" y="69141"/>
                  <a:pt x="113188" y="6467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651075" y="5408785"/>
            <a:ext cx="1277411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 100req/min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295340" y="5732180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8408529" y="5845369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8085" y="16170"/>
                </a:moveTo>
                <a:cubicBezTo>
                  <a:pt x="4826" y="16170"/>
                  <a:pt x="1870" y="18140"/>
                  <a:pt x="606" y="21172"/>
                </a:cubicBezTo>
                <a:cubicBezTo>
                  <a:pt x="-657" y="24204"/>
                  <a:pt x="51" y="27665"/>
                  <a:pt x="2375" y="29965"/>
                </a:cubicBezTo>
                <a:lnTo>
                  <a:pt x="48509" y="76124"/>
                </a:lnTo>
                <a:lnTo>
                  <a:pt x="48509" y="105103"/>
                </a:lnTo>
                <a:cubicBezTo>
                  <a:pt x="48509" y="107251"/>
                  <a:pt x="49368" y="109297"/>
                  <a:pt x="50884" y="110813"/>
                </a:cubicBezTo>
                <a:lnTo>
                  <a:pt x="67054" y="126983"/>
                </a:lnTo>
                <a:cubicBezTo>
                  <a:pt x="69378" y="129308"/>
                  <a:pt x="72840" y="129990"/>
                  <a:pt x="75872" y="128726"/>
                </a:cubicBezTo>
                <a:cubicBezTo>
                  <a:pt x="78903" y="127463"/>
                  <a:pt x="80849" y="124532"/>
                  <a:pt x="80849" y="121273"/>
                </a:cubicBezTo>
                <a:lnTo>
                  <a:pt x="80849" y="76124"/>
                </a:lnTo>
                <a:lnTo>
                  <a:pt x="126983" y="29990"/>
                </a:lnTo>
                <a:cubicBezTo>
                  <a:pt x="129308" y="27665"/>
                  <a:pt x="129990" y="24204"/>
                  <a:pt x="128726" y="21172"/>
                </a:cubicBezTo>
                <a:cubicBezTo>
                  <a:pt x="127463" y="18140"/>
                  <a:pt x="124532" y="16170"/>
                  <a:pt x="121273" y="16170"/>
                </a:cubicBezTo>
                <a:lnTo>
                  <a:pt x="8085" y="16170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651075" y="5829199"/>
            <a:ext cx="1616976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validation and sanitization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327438" y="6391098"/>
            <a:ext cx="11537125" cy="460838"/>
          </a:xfrm>
          <a:custGeom>
            <a:avLst/>
            <a:gdLst/>
            <a:ahLst/>
            <a:cxnLst/>
            <a:rect l="l" t="t" r="r" b="b"/>
            <a:pathLst>
              <a:path w="11537125" h="460838">
                <a:moveTo>
                  <a:pt x="97020" y="0"/>
                </a:moveTo>
                <a:lnTo>
                  <a:pt x="11440104" y="0"/>
                </a:lnTo>
                <a:cubicBezTo>
                  <a:pt x="11493687" y="0"/>
                  <a:pt x="11537125" y="43437"/>
                  <a:pt x="11537125" y="97020"/>
                </a:cubicBezTo>
                <a:lnTo>
                  <a:pt x="11537125" y="363818"/>
                </a:lnTo>
                <a:cubicBezTo>
                  <a:pt x="11537125" y="417401"/>
                  <a:pt x="11493687" y="460838"/>
                  <a:pt x="11440104" y="460838"/>
                </a:cubicBezTo>
                <a:lnTo>
                  <a:pt x="97020" y="460838"/>
                </a:lnTo>
                <a:cubicBezTo>
                  <a:pt x="43437" y="460838"/>
                  <a:pt x="0" y="417401"/>
                  <a:pt x="0" y="363818"/>
                </a:cubicBezTo>
                <a:lnTo>
                  <a:pt x="0" y="97020"/>
                </a:lnTo>
                <a:cubicBezTo>
                  <a:pt x="0" y="43473"/>
                  <a:pt x="43473" y="0"/>
                  <a:pt x="970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2832487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33" y="74564"/>
                </a:moveTo>
                <a:lnTo>
                  <a:pt x="77059" y="12791"/>
                </a:lnTo>
                <a:cubicBezTo>
                  <a:pt x="75354" y="11054"/>
                  <a:pt x="73017" y="10106"/>
                  <a:pt x="70616" y="10106"/>
                </a:cubicBezTo>
                <a:cubicBezTo>
                  <a:pt x="68216" y="10106"/>
                  <a:pt x="65879" y="11054"/>
                  <a:pt x="64174" y="12759"/>
                </a:cubicBezTo>
                <a:lnTo>
                  <a:pt x="51320" y="25581"/>
                </a:lnTo>
                <a:lnTo>
                  <a:pt x="67585" y="41846"/>
                </a:lnTo>
                <a:cubicBezTo>
                  <a:pt x="76143" y="38972"/>
                  <a:pt x="84228" y="47151"/>
                  <a:pt x="81291" y="55647"/>
                </a:cubicBezTo>
                <a:lnTo>
                  <a:pt x="96987" y="71343"/>
                </a:lnTo>
                <a:cubicBezTo>
                  <a:pt x="107788" y="67616"/>
                  <a:pt x="116315" y="81133"/>
                  <a:pt x="108198" y="89250"/>
                </a:cubicBezTo>
                <a:cubicBezTo>
                  <a:pt x="99829" y="97619"/>
                  <a:pt x="86028" y="88334"/>
                  <a:pt x="90513" y="77470"/>
                </a:cubicBezTo>
                <a:lnTo>
                  <a:pt x="75891" y="62847"/>
                </a:lnTo>
                <a:lnTo>
                  <a:pt x="75891" y="101345"/>
                </a:lnTo>
                <a:cubicBezTo>
                  <a:pt x="83881" y="105293"/>
                  <a:pt x="82933" y="114546"/>
                  <a:pt x="78764" y="118715"/>
                </a:cubicBezTo>
                <a:cubicBezTo>
                  <a:pt x="76743" y="120736"/>
                  <a:pt x="73964" y="121905"/>
                  <a:pt x="71090" y="121905"/>
                </a:cubicBezTo>
                <a:cubicBezTo>
                  <a:pt x="68216" y="121905"/>
                  <a:pt x="65469" y="120768"/>
                  <a:pt x="63416" y="118715"/>
                </a:cubicBezTo>
                <a:cubicBezTo>
                  <a:pt x="57857" y="113157"/>
                  <a:pt x="59910" y="103903"/>
                  <a:pt x="66953" y="101029"/>
                </a:cubicBezTo>
                <a:lnTo>
                  <a:pt x="66953" y="62184"/>
                </a:lnTo>
                <a:cubicBezTo>
                  <a:pt x="60384" y="59500"/>
                  <a:pt x="59184" y="52489"/>
                  <a:pt x="61079" y="47972"/>
                </a:cubicBezTo>
                <a:lnTo>
                  <a:pt x="45035" y="31897"/>
                </a:lnTo>
                <a:lnTo>
                  <a:pt x="2684" y="74248"/>
                </a:lnTo>
                <a:cubicBezTo>
                  <a:pt x="947" y="75985"/>
                  <a:pt x="0" y="78291"/>
                  <a:pt x="0" y="80691"/>
                </a:cubicBezTo>
                <a:cubicBezTo>
                  <a:pt x="0" y="83091"/>
                  <a:pt x="947" y="85428"/>
                  <a:pt x="2684" y="87134"/>
                </a:cubicBezTo>
                <a:lnTo>
                  <a:pt x="64458" y="148939"/>
                </a:lnTo>
                <a:cubicBezTo>
                  <a:pt x="66163" y="150644"/>
                  <a:pt x="68469" y="151592"/>
                  <a:pt x="70901" y="151592"/>
                </a:cubicBezTo>
                <a:cubicBezTo>
                  <a:pt x="73332" y="151592"/>
                  <a:pt x="75638" y="150644"/>
                  <a:pt x="77343" y="148939"/>
                </a:cubicBezTo>
                <a:lnTo>
                  <a:pt x="138833" y="87449"/>
                </a:lnTo>
                <a:cubicBezTo>
                  <a:pt x="140538" y="85744"/>
                  <a:pt x="141485" y="83407"/>
                  <a:pt x="141485" y="81007"/>
                </a:cubicBezTo>
                <a:cubicBezTo>
                  <a:pt x="141485" y="78607"/>
                  <a:pt x="140538" y="76269"/>
                  <a:pt x="138833" y="7456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3068970" y="6524499"/>
            <a:ext cx="75997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2134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4288145" y="6540668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10504" y="74627"/>
                </a:moveTo>
                <a:lnTo>
                  <a:pt x="89628" y="74627"/>
                </a:lnTo>
                <a:lnTo>
                  <a:pt x="89628" y="55868"/>
                </a:lnTo>
                <a:lnTo>
                  <a:pt x="110504" y="55868"/>
                </a:lnTo>
                <a:lnTo>
                  <a:pt x="110504" y="74627"/>
                </a:lnTo>
                <a:close/>
                <a:moveTo>
                  <a:pt x="110504" y="10106"/>
                </a:moveTo>
                <a:lnTo>
                  <a:pt x="89628" y="10106"/>
                </a:lnTo>
                <a:lnTo>
                  <a:pt x="89628" y="29276"/>
                </a:lnTo>
                <a:lnTo>
                  <a:pt x="110504" y="29276"/>
                </a:lnTo>
                <a:lnTo>
                  <a:pt x="110504" y="10106"/>
                </a:lnTo>
                <a:close/>
                <a:moveTo>
                  <a:pt x="135201" y="55836"/>
                </a:moveTo>
                <a:lnTo>
                  <a:pt x="114325" y="55836"/>
                </a:lnTo>
                <a:lnTo>
                  <a:pt x="114325" y="74596"/>
                </a:lnTo>
                <a:lnTo>
                  <a:pt x="135201" y="74596"/>
                </a:lnTo>
                <a:lnTo>
                  <a:pt x="135201" y="55836"/>
                </a:lnTo>
                <a:close/>
                <a:moveTo>
                  <a:pt x="85839" y="33066"/>
                </a:moveTo>
                <a:lnTo>
                  <a:pt x="64963" y="33066"/>
                </a:lnTo>
                <a:lnTo>
                  <a:pt x="64963" y="52046"/>
                </a:lnTo>
                <a:lnTo>
                  <a:pt x="85839" y="52046"/>
                </a:lnTo>
                <a:lnTo>
                  <a:pt x="85839" y="33066"/>
                </a:lnTo>
                <a:close/>
                <a:moveTo>
                  <a:pt x="110504" y="33066"/>
                </a:moveTo>
                <a:lnTo>
                  <a:pt x="89628" y="33066"/>
                </a:lnTo>
                <a:lnTo>
                  <a:pt x="89628" y="52046"/>
                </a:lnTo>
                <a:lnTo>
                  <a:pt x="110504" y="52046"/>
                </a:lnTo>
                <a:lnTo>
                  <a:pt x="110504" y="33066"/>
                </a:lnTo>
                <a:close/>
                <a:moveTo>
                  <a:pt x="197922" y="64647"/>
                </a:moveTo>
                <a:cubicBezTo>
                  <a:pt x="193374" y="61584"/>
                  <a:pt x="182889" y="60479"/>
                  <a:pt x="174836" y="61995"/>
                </a:cubicBezTo>
                <a:cubicBezTo>
                  <a:pt x="173793" y="54415"/>
                  <a:pt x="169561" y="47814"/>
                  <a:pt x="161856" y="41877"/>
                </a:cubicBezTo>
                <a:lnTo>
                  <a:pt x="157434" y="38940"/>
                </a:lnTo>
                <a:lnTo>
                  <a:pt x="154497" y="43361"/>
                </a:lnTo>
                <a:cubicBezTo>
                  <a:pt x="148686" y="52141"/>
                  <a:pt x="147107" y="66606"/>
                  <a:pt x="153328" y="76143"/>
                </a:cubicBezTo>
                <a:cubicBezTo>
                  <a:pt x="150581" y="77627"/>
                  <a:pt x="145180" y="79649"/>
                  <a:pt x="138043" y="79522"/>
                </a:cubicBezTo>
                <a:lnTo>
                  <a:pt x="758" y="79522"/>
                </a:lnTo>
                <a:cubicBezTo>
                  <a:pt x="-1990" y="95566"/>
                  <a:pt x="2590" y="116410"/>
                  <a:pt x="14654" y="130716"/>
                </a:cubicBezTo>
                <a:cubicBezTo>
                  <a:pt x="26371" y="144580"/>
                  <a:pt x="43930" y="151623"/>
                  <a:pt x="66890" y="151623"/>
                </a:cubicBezTo>
                <a:cubicBezTo>
                  <a:pt x="116599" y="151623"/>
                  <a:pt x="153392" y="128726"/>
                  <a:pt x="170604" y="87134"/>
                </a:cubicBezTo>
                <a:cubicBezTo>
                  <a:pt x="177362" y="87260"/>
                  <a:pt x="191953" y="87165"/>
                  <a:pt x="199438" y="72859"/>
                </a:cubicBezTo>
                <a:cubicBezTo>
                  <a:pt x="199911" y="72069"/>
                  <a:pt x="201522" y="68690"/>
                  <a:pt x="202122" y="67458"/>
                </a:cubicBezTo>
                <a:lnTo>
                  <a:pt x="197922" y="64647"/>
                </a:lnTo>
                <a:close/>
                <a:moveTo>
                  <a:pt x="36508" y="55836"/>
                </a:moveTo>
                <a:lnTo>
                  <a:pt x="15664" y="55836"/>
                </a:lnTo>
                <a:lnTo>
                  <a:pt x="15664" y="74596"/>
                </a:lnTo>
                <a:lnTo>
                  <a:pt x="36540" y="74596"/>
                </a:lnTo>
                <a:lnTo>
                  <a:pt x="36540" y="55836"/>
                </a:lnTo>
                <a:lnTo>
                  <a:pt x="36508" y="55836"/>
                </a:lnTo>
                <a:close/>
                <a:moveTo>
                  <a:pt x="61173" y="55836"/>
                </a:moveTo>
                <a:lnTo>
                  <a:pt x="40298" y="55836"/>
                </a:lnTo>
                <a:lnTo>
                  <a:pt x="40298" y="74596"/>
                </a:lnTo>
                <a:lnTo>
                  <a:pt x="61173" y="74596"/>
                </a:lnTo>
                <a:lnTo>
                  <a:pt x="61173" y="55836"/>
                </a:lnTo>
                <a:close/>
                <a:moveTo>
                  <a:pt x="85839" y="55836"/>
                </a:moveTo>
                <a:lnTo>
                  <a:pt x="64963" y="55836"/>
                </a:lnTo>
                <a:lnTo>
                  <a:pt x="64963" y="74596"/>
                </a:lnTo>
                <a:lnTo>
                  <a:pt x="85839" y="74596"/>
                </a:lnTo>
                <a:lnTo>
                  <a:pt x="85839" y="55836"/>
                </a:lnTo>
                <a:close/>
                <a:moveTo>
                  <a:pt x="61173" y="33066"/>
                </a:moveTo>
                <a:lnTo>
                  <a:pt x="40298" y="33066"/>
                </a:lnTo>
                <a:lnTo>
                  <a:pt x="40298" y="52046"/>
                </a:lnTo>
                <a:lnTo>
                  <a:pt x="61173" y="52046"/>
                </a:lnTo>
                <a:lnTo>
                  <a:pt x="61173" y="33066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554946" y="6524499"/>
            <a:ext cx="114805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+ Compose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5897289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6184302" y="6540668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0424" y="101061"/>
                </a:moveTo>
                <a:lnTo>
                  <a:pt x="7737" y="101061"/>
                </a:lnTo>
                <a:cubicBezTo>
                  <a:pt x="-126" y="101061"/>
                  <a:pt x="-4958" y="92502"/>
                  <a:pt x="-916" y="85744"/>
                </a:cubicBezTo>
                <a:lnTo>
                  <a:pt x="15791" y="57889"/>
                </a:lnTo>
                <a:cubicBezTo>
                  <a:pt x="18538" y="53310"/>
                  <a:pt x="23465" y="50531"/>
                  <a:pt x="28802" y="50531"/>
                </a:cubicBezTo>
                <a:lnTo>
                  <a:pt x="58805" y="50531"/>
                </a:lnTo>
                <a:cubicBezTo>
                  <a:pt x="82838" y="9822"/>
                  <a:pt x="118684" y="7769"/>
                  <a:pt x="142654" y="11275"/>
                </a:cubicBezTo>
                <a:cubicBezTo>
                  <a:pt x="146696" y="11875"/>
                  <a:pt x="149855" y="15033"/>
                  <a:pt x="150423" y="19044"/>
                </a:cubicBezTo>
                <a:cubicBezTo>
                  <a:pt x="153929" y="43014"/>
                  <a:pt x="151876" y="78859"/>
                  <a:pt x="111167" y="102893"/>
                </a:cubicBezTo>
                <a:lnTo>
                  <a:pt x="111167" y="132895"/>
                </a:lnTo>
                <a:cubicBezTo>
                  <a:pt x="111167" y="138233"/>
                  <a:pt x="108388" y="143159"/>
                  <a:pt x="103809" y="145907"/>
                </a:cubicBezTo>
                <a:lnTo>
                  <a:pt x="75954" y="162613"/>
                </a:lnTo>
                <a:cubicBezTo>
                  <a:pt x="69227" y="166656"/>
                  <a:pt x="60637" y="161792"/>
                  <a:pt x="60637" y="153960"/>
                </a:cubicBezTo>
                <a:lnTo>
                  <a:pt x="60637" y="121273"/>
                </a:lnTo>
                <a:cubicBezTo>
                  <a:pt x="60637" y="110125"/>
                  <a:pt x="51573" y="101061"/>
                  <a:pt x="40424" y="101061"/>
                </a:cubicBezTo>
                <a:lnTo>
                  <a:pt x="40393" y="101061"/>
                </a:lnTo>
                <a:close/>
                <a:moveTo>
                  <a:pt x="126326" y="50531"/>
                </a:moveTo>
                <a:cubicBezTo>
                  <a:pt x="126326" y="42164"/>
                  <a:pt x="119534" y="35371"/>
                  <a:pt x="111167" y="35371"/>
                </a:cubicBezTo>
                <a:cubicBezTo>
                  <a:pt x="102801" y="35371"/>
                  <a:pt x="96008" y="42164"/>
                  <a:pt x="96008" y="50531"/>
                </a:cubicBezTo>
                <a:cubicBezTo>
                  <a:pt x="96008" y="58897"/>
                  <a:pt x="102801" y="65690"/>
                  <a:pt x="111167" y="65690"/>
                </a:cubicBezTo>
                <a:cubicBezTo>
                  <a:pt x="119534" y="65690"/>
                  <a:pt x="126326" y="58897"/>
                  <a:pt x="126326" y="50531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6430891" y="6524499"/>
            <a:ext cx="929761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755658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  <a:ln/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7853704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21273" y="161698"/>
                </a:moveTo>
                <a:lnTo>
                  <a:pt x="30318" y="161698"/>
                </a:lnTo>
                <a:cubicBezTo>
                  <a:pt x="13580" y="161698"/>
                  <a:pt x="0" y="148118"/>
                  <a:pt x="0" y="131379"/>
                </a:cubicBezTo>
                <a:lnTo>
                  <a:pt x="0" y="30318"/>
                </a:lnTo>
                <a:cubicBezTo>
                  <a:pt x="0" y="13580"/>
                  <a:pt x="13580" y="0"/>
                  <a:pt x="30318" y="0"/>
                </a:cubicBezTo>
                <a:lnTo>
                  <a:pt x="126326" y="0"/>
                </a:lnTo>
                <a:cubicBezTo>
                  <a:pt x="134695" y="0"/>
                  <a:pt x="141485" y="6790"/>
                  <a:pt x="141485" y="15159"/>
                </a:cubicBezTo>
                <a:lnTo>
                  <a:pt x="141485" y="106114"/>
                </a:lnTo>
                <a:cubicBezTo>
                  <a:pt x="141485" y="112715"/>
                  <a:pt x="137253" y="118336"/>
                  <a:pt x="131379" y="120421"/>
                </a:cubicBezTo>
                <a:lnTo>
                  <a:pt x="131379" y="141485"/>
                </a:lnTo>
                <a:cubicBezTo>
                  <a:pt x="136969" y="141485"/>
                  <a:pt x="141485" y="146002"/>
                  <a:pt x="141485" y="151592"/>
                </a:cubicBezTo>
                <a:cubicBezTo>
                  <a:pt x="141485" y="157181"/>
                  <a:pt x="136969" y="161698"/>
                  <a:pt x="131379" y="161698"/>
                </a:cubicBezTo>
                <a:lnTo>
                  <a:pt x="121273" y="161698"/>
                </a:lnTo>
                <a:close/>
                <a:moveTo>
                  <a:pt x="30318" y="121273"/>
                </a:moveTo>
                <a:cubicBezTo>
                  <a:pt x="24728" y="121273"/>
                  <a:pt x="20212" y="125789"/>
                  <a:pt x="20212" y="131379"/>
                </a:cubicBezTo>
                <a:cubicBezTo>
                  <a:pt x="20212" y="136969"/>
                  <a:pt x="24728" y="141485"/>
                  <a:pt x="30318" y="141485"/>
                </a:cubicBezTo>
                <a:lnTo>
                  <a:pt x="111167" y="141485"/>
                </a:lnTo>
                <a:lnTo>
                  <a:pt x="111167" y="121273"/>
                </a:lnTo>
                <a:lnTo>
                  <a:pt x="30318" y="121273"/>
                </a:lnTo>
                <a:close/>
                <a:moveTo>
                  <a:pt x="40424" y="48004"/>
                </a:moveTo>
                <a:cubicBezTo>
                  <a:pt x="40424" y="52204"/>
                  <a:pt x="43804" y="55584"/>
                  <a:pt x="48004" y="55584"/>
                </a:cubicBezTo>
                <a:lnTo>
                  <a:pt x="103588" y="55584"/>
                </a:lnTo>
                <a:cubicBezTo>
                  <a:pt x="107788" y="55584"/>
                  <a:pt x="111167" y="52204"/>
                  <a:pt x="111167" y="48004"/>
                </a:cubicBezTo>
                <a:cubicBezTo>
                  <a:pt x="111167" y="43804"/>
                  <a:pt x="107788" y="40424"/>
                  <a:pt x="103588" y="40424"/>
                </a:cubicBezTo>
                <a:lnTo>
                  <a:pt x="48004" y="40424"/>
                </a:lnTo>
                <a:cubicBezTo>
                  <a:pt x="43804" y="40424"/>
                  <a:pt x="40424" y="43804"/>
                  <a:pt x="40424" y="48004"/>
                </a:cubicBezTo>
                <a:close/>
                <a:moveTo>
                  <a:pt x="48004" y="70743"/>
                </a:moveTo>
                <a:cubicBezTo>
                  <a:pt x="43804" y="70743"/>
                  <a:pt x="40424" y="74122"/>
                  <a:pt x="40424" y="78322"/>
                </a:cubicBezTo>
                <a:cubicBezTo>
                  <a:pt x="40424" y="82523"/>
                  <a:pt x="43804" y="85902"/>
                  <a:pt x="48004" y="85902"/>
                </a:cubicBezTo>
                <a:lnTo>
                  <a:pt x="103588" y="85902"/>
                </a:lnTo>
                <a:cubicBezTo>
                  <a:pt x="107788" y="85902"/>
                  <a:pt x="111167" y="82523"/>
                  <a:pt x="111167" y="78322"/>
                </a:cubicBezTo>
                <a:cubicBezTo>
                  <a:pt x="111167" y="74122"/>
                  <a:pt x="107788" y="70743"/>
                  <a:pt x="103588" y="70743"/>
                </a:cubicBezTo>
                <a:lnTo>
                  <a:pt x="48004" y="7074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090186" y="6524499"/>
            <a:ext cx="135826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Sphinx Documentation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500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Value Proposition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84187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5391" y="113109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438" y="1099344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Developers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527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5313" y="1654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1688" y="1623219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Benchmarking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38" y="184546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Quantitatively evaluate wallet privacy protection level, identify improvement space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187" y="23534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87375" y="24804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7625" y="23812"/>
                </a:moveTo>
                <a:cubicBezTo>
                  <a:pt x="47625" y="10666"/>
                  <a:pt x="58291" y="0"/>
                  <a:pt x="71438" y="0"/>
                </a:cubicBezTo>
                <a:cubicBezTo>
                  <a:pt x="84584" y="0"/>
                  <a:pt x="95250" y="10666"/>
                  <a:pt x="95250" y="23812"/>
                </a:cubicBezTo>
                <a:lnTo>
                  <a:pt x="95250" y="24705"/>
                </a:lnTo>
                <a:cubicBezTo>
                  <a:pt x="95250" y="28600"/>
                  <a:pt x="92100" y="31750"/>
                  <a:pt x="88205" y="31750"/>
                </a:cubicBezTo>
                <a:lnTo>
                  <a:pt x="54694" y="31750"/>
                </a:lnTo>
                <a:cubicBezTo>
                  <a:pt x="50800" y="31750"/>
                  <a:pt x="47650" y="28600"/>
                  <a:pt x="47650" y="24705"/>
                </a:cubicBezTo>
                <a:lnTo>
                  <a:pt x="47650" y="23812"/>
                </a:lnTo>
                <a:close/>
                <a:moveTo>
                  <a:pt x="133350" y="26988"/>
                </a:moveTo>
                <a:cubicBezTo>
                  <a:pt x="135979" y="30485"/>
                  <a:pt x="135260" y="35471"/>
                  <a:pt x="131763" y="38100"/>
                </a:cubicBezTo>
                <a:lnTo>
                  <a:pt x="107504" y="56282"/>
                </a:lnTo>
                <a:cubicBezTo>
                  <a:pt x="108818" y="58489"/>
                  <a:pt x="109810" y="60920"/>
                  <a:pt x="110430" y="63500"/>
                </a:cubicBezTo>
                <a:lnTo>
                  <a:pt x="134938" y="63500"/>
                </a:lnTo>
                <a:cubicBezTo>
                  <a:pt x="139328" y="63500"/>
                  <a:pt x="142875" y="67047"/>
                  <a:pt x="142875" y="71438"/>
                </a:cubicBezTo>
                <a:cubicBezTo>
                  <a:pt x="142875" y="75828"/>
                  <a:pt x="139328" y="79375"/>
                  <a:pt x="134938" y="79375"/>
                </a:cubicBezTo>
                <a:lnTo>
                  <a:pt x="111125" y="79375"/>
                </a:lnTo>
                <a:lnTo>
                  <a:pt x="111125" y="87313"/>
                </a:lnTo>
                <a:cubicBezTo>
                  <a:pt x="111125" y="87957"/>
                  <a:pt x="111100" y="88627"/>
                  <a:pt x="111075" y="89272"/>
                </a:cubicBezTo>
                <a:lnTo>
                  <a:pt x="131763" y="104775"/>
                </a:lnTo>
                <a:cubicBezTo>
                  <a:pt x="135260" y="107404"/>
                  <a:pt x="135979" y="112390"/>
                  <a:pt x="133350" y="115888"/>
                </a:cubicBezTo>
                <a:cubicBezTo>
                  <a:pt x="130721" y="119385"/>
                  <a:pt x="125735" y="120104"/>
                  <a:pt x="122238" y="117475"/>
                </a:cubicBezTo>
                <a:lnTo>
                  <a:pt x="106586" y="105742"/>
                </a:lnTo>
                <a:cubicBezTo>
                  <a:pt x="100831" y="116706"/>
                  <a:pt x="90091" y="124644"/>
                  <a:pt x="77391" y="126554"/>
                </a:cubicBezTo>
                <a:lnTo>
                  <a:pt x="77391" y="69453"/>
                </a:lnTo>
                <a:cubicBezTo>
                  <a:pt x="77391" y="66154"/>
                  <a:pt x="74737" y="63500"/>
                  <a:pt x="71438" y="63500"/>
                </a:cubicBezTo>
                <a:cubicBezTo>
                  <a:pt x="68138" y="63500"/>
                  <a:pt x="65484" y="66154"/>
                  <a:pt x="65484" y="69453"/>
                </a:cubicBezTo>
                <a:lnTo>
                  <a:pt x="65484" y="126554"/>
                </a:lnTo>
                <a:cubicBezTo>
                  <a:pt x="52784" y="124644"/>
                  <a:pt x="42044" y="116706"/>
                  <a:pt x="36289" y="105742"/>
                </a:cubicBezTo>
                <a:lnTo>
                  <a:pt x="20638" y="117475"/>
                </a:lnTo>
                <a:cubicBezTo>
                  <a:pt x="17140" y="120104"/>
                  <a:pt x="12154" y="119385"/>
                  <a:pt x="9525" y="115888"/>
                </a:cubicBezTo>
                <a:cubicBezTo>
                  <a:pt x="6896" y="112390"/>
                  <a:pt x="7615" y="107404"/>
                  <a:pt x="11113" y="104775"/>
                </a:cubicBezTo>
                <a:lnTo>
                  <a:pt x="31800" y="89272"/>
                </a:lnTo>
                <a:cubicBezTo>
                  <a:pt x="31775" y="88627"/>
                  <a:pt x="31750" y="87982"/>
                  <a:pt x="31750" y="87313"/>
                </a:cubicBezTo>
                <a:lnTo>
                  <a:pt x="31750" y="79375"/>
                </a:lnTo>
                <a:lnTo>
                  <a:pt x="7938" y="79375"/>
                </a:lnTo>
                <a:cubicBezTo>
                  <a:pt x="3547" y="79375"/>
                  <a:pt x="0" y="75828"/>
                  <a:pt x="0" y="71438"/>
                </a:cubicBezTo>
                <a:cubicBezTo>
                  <a:pt x="0" y="67047"/>
                  <a:pt x="3547" y="63500"/>
                  <a:pt x="7938" y="63500"/>
                </a:cubicBezTo>
                <a:lnTo>
                  <a:pt x="32445" y="63500"/>
                </a:lnTo>
                <a:cubicBezTo>
                  <a:pt x="33065" y="60920"/>
                  <a:pt x="34057" y="58489"/>
                  <a:pt x="35371" y="56282"/>
                </a:cubicBezTo>
                <a:lnTo>
                  <a:pt x="11113" y="38100"/>
                </a:lnTo>
                <a:cubicBezTo>
                  <a:pt x="7615" y="35471"/>
                  <a:pt x="6896" y="30485"/>
                  <a:pt x="9525" y="26988"/>
                </a:cubicBezTo>
                <a:cubicBezTo>
                  <a:pt x="12154" y="23490"/>
                  <a:pt x="17140" y="22771"/>
                  <a:pt x="20637" y="25400"/>
                </a:cubicBezTo>
                <a:lnTo>
                  <a:pt x="47625" y="45641"/>
                </a:lnTo>
                <a:cubicBezTo>
                  <a:pt x="50676" y="44376"/>
                  <a:pt x="54025" y="43656"/>
                  <a:pt x="57547" y="43656"/>
                </a:cubicBezTo>
                <a:lnTo>
                  <a:pt x="85328" y="43656"/>
                </a:lnTo>
                <a:cubicBezTo>
                  <a:pt x="88850" y="43656"/>
                  <a:pt x="92199" y="44351"/>
                  <a:pt x="95250" y="45641"/>
                </a:cubicBezTo>
                <a:lnTo>
                  <a:pt x="122238" y="25400"/>
                </a:lnTo>
                <a:cubicBezTo>
                  <a:pt x="125735" y="22771"/>
                  <a:pt x="130721" y="23490"/>
                  <a:pt x="133350" y="2698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1688" y="2448719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Vulnerability Identification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438" y="267096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 potential privacy leakage patterns and security weaknesses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3178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3250" y="330596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1688" y="3274219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Guide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3496468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specific privacy enhancement implementation recommendations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16053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78771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470053" y="113109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55021" y="1099344"/>
            <a:ext cx="83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 Users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8771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481959" y="16549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96271" y="1623219"/>
            <a:ext cx="2024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Awareness Enhancement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021" y="18454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privacy risks in wallet-RPC communication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8771" y="219471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489896" y="2321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96271" y="2289969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Wallet Selection Guidance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4021" y="251221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more secure tools based on privacy assessment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8771" y="28614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489896" y="2988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8394" y="2356"/>
                </a:moveTo>
                <a:cubicBezTo>
                  <a:pt x="49138" y="-1315"/>
                  <a:pt x="52388" y="-3969"/>
                  <a:pt x="56158" y="-3969"/>
                </a:cubicBezTo>
                <a:lnTo>
                  <a:pt x="70991" y="-3969"/>
                </a:lnTo>
                <a:cubicBezTo>
                  <a:pt x="74761" y="-3969"/>
                  <a:pt x="78011" y="-1315"/>
                  <a:pt x="78755" y="2356"/>
                </a:cubicBezTo>
                <a:lnTo>
                  <a:pt x="82352" y="19720"/>
                </a:lnTo>
                <a:cubicBezTo>
                  <a:pt x="85849" y="21208"/>
                  <a:pt x="89123" y="23118"/>
                  <a:pt x="92100" y="25375"/>
                </a:cubicBezTo>
                <a:lnTo>
                  <a:pt x="108917" y="19794"/>
                </a:lnTo>
                <a:cubicBezTo>
                  <a:pt x="112489" y="18604"/>
                  <a:pt x="116408" y="20092"/>
                  <a:pt x="118294" y="23366"/>
                </a:cubicBezTo>
                <a:lnTo>
                  <a:pt x="125710" y="36215"/>
                </a:lnTo>
                <a:cubicBezTo>
                  <a:pt x="127595" y="39489"/>
                  <a:pt x="126926" y="43607"/>
                  <a:pt x="124098" y="46112"/>
                </a:cubicBezTo>
                <a:lnTo>
                  <a:pt x="110877" y="57869"/>
                </a:lnTo>
                <a:cubicBezTo>
                  <a:pt x="111100" y="59705"/>
                  <a:pt x="111199" y="61590"/>
                  <a:pt x="111199" y="63500"/>
                </a:cubicBezTo>
                <a:cubicBezTo>
                  <a:pt x="111199" y="65410"/>
                  <a:pt x="111075" y="67295"/>
                  <a:pt x="110877" y="69131"/>
                </a:cubicBezTo>
                <a:lnTo>
                  <a:pt x="124123" y="80913"/>
                </a:lnTo>
                <a:cubicBezTo>
                  <a:pt x="126950" y="83418"/>
                  <a:pt x="127595" y="87561"/>
                  <a:pt x="125735" y="90810"/>
                </a:cubicBezTo>
                <a:lnTo>
                  <a:pt x="118318" y="103659"/>
                </a:lnTo>
                <a:cubicBezTo>
                  <a:pt x="116433" y="106908"/>
                  <a:pt x="112514" y="108421"/>
                  <a:pt x="108942" y="107231"/>
                </a:cubicBezTo>
                <a:lnTo>
                  <a:pt x="92125" y="101650"/>
                </a:lnTo>
                <a:cubicBezTo>
                  <a:pt x="89123" y="103907"/>
                  <a:pt x="85849" y="105792"/>
                  <a:pt x="82376" y="107305"/>
                </a:cubicBezTo>
                <a:lnTo>
                  <a:pt x="78804" y="124644"/>
                </a:lnTo>
                <a:cubicBezTo>
                  <a:pt x="78036" y="128339"/>
                  <a:pt x="74786" y="130969"/>
                  <a:pt x="71041" y="130969"/>
                </a:cubicBezTo>
                <a:lnTo>
                  <a:pt x="56207" y="130969"/>
                </a:lnTo>
                <a:cubicBezTo>
                  <a:pt x="52437" y="130969"/>
                  <a:pt x="49188" y="128315"/>
                  <a:pt x="48444" y="124644"/>
                </a:cubicBezTo>
                <a:lnTo>
                  <a:pt x="44872" y="107305"/>
                </a:lnTo>
                <a:cubicBezTo>
                  <a:pt x="41374" y="105817"/>
                  <a:pt x="38125" y="103907"/>
                  <a:pt x="35123" y="101650"/>
                </a:cubicBezTo>
                <a:lnTo>
                  <a:pt x="18231" y="107231"/>
                </a:lnTo>
                <a:cubicBezTo>
                  <a:pt x="14660" y="108421"/>
                  <a:pt x="10740" y="106933"/>
                  <a:pt x="8855" y="103659"/>
                </a:cubicBezTo>
                <a:lnTo>
                  <a:pt x="1439" y="90810"/>
                </a:lnTo>
                <a:cubicBezTo>
                  <a:pt x="-446" y="87536"/>
                  <a:pt x="223" y="83418"/>
                  <a:pt x="3051" y="80913"/>
                </a:cubicBezTo>
                <a:lnTo>
                  <a:pt x="16297" y="69131"/>
                </a:lnTo>
                <a:cubicBezTo>
                  <a:pt x="16073" y="67295"/>
                  <a:pt x="15974" y="65410"/>
                  <a:pt x="15974" y="63500"/>
                </a:cubicBezTo>
                <a:cubicBezTo>
                  <a:pt x="15974" y="61590"/>
                  <a:pt x="16098" y="59705"/>
                  <a:pt x="16297" y="57869"/>
                </a:cubicBezTo>
                <a:lnTo>
                  <a:pt x="3051" y="46087"/>
                </a:lnTo>
                <a:cubicBezTo>
                  <a:pt x="223" y="43582"/>
                  <a:pt x="-422" y="39439"/>
                  <a:pt x="1439" y="36190"/>
                </a:cubicBezTo>
                <a:lnTo>
                  <a:pt x="8855" y="23341"/>
                </a:lnTo>
                <a:cubicBezTo>
                  <a:pt x="10740" y="20067"/>
                  <a:pt x="14660" y="18579"/>
                  <a:pt x="18231" y="19769"/>
                </a:cubicBezTo>
                <a:lnTo>
                  <a:pt x="35049" y="25350"/>
                </a:lnTo>
                <a:cubicBezTo>
                  <a:pt x="38050" y="23093"/>
                  <a:pt x="41325" y="21208"/>
                  <a:pt x="44797" y="19695"/>
                </a:cubicBezTo>
                <a:lnTo>
                  <a:pt x="48394" y="2356"/>
                </a:lnTo>
                <a:close/>
                <a:moveTo>
                  <a:pt x="63574" y="83344"/>
                </a:moveTo>
                <a:cubicBezTo>
                  <a:pt x="70664" y="83317"/>
                  <a:pt x="77201" y="79510"/>
                  <a:pt x="80722" y="73357"/>
                </a:cubicBezTo>
                <a:cubicBezTo>
                  <a:pt x="84244" y="67204"/>
                  <a:pt x="84216" y="59640"/>
                  <a:pt x="80648" y="53514"/>
                </a:cubicBezTo>
                <a:cubicBezTo>
                  <a:pt x="77080" y="47387"/>
                  <a:pt x="70515" y="43630"/>
                  <a:pt x="63426" y="43656"/>
                </a:cubicBezTo>
                <a:cubicBezTo>
                  <a:pt x="56336" y="43683"/>
                  <a:pt x="49799" y="47490"/>
                  <a:pt x="46278" y="53643"/>
                </a:cubicBezTo>
                <a:cubicBezTo>
                  <a:pt x="42756" y="59796"/>
                  <a:pt x="42784" y="67360"/>
                  <a:pt x="46352" y="73486"/>
                </a:cubicBezTo>
                <a:cubicBezTo>
                  <a:pt x="49920" y="79613"/>
                  <a:pt x="56485" y="83370"/>
                  <a:pt x="63574" y="83344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96271" y="2956719"/>
            <a:ext cx="2008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Recommendations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4021" y="31789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Obtain personalized privacy protection configuration solutions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0761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273479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394526" y="113109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749729" y="1099344"/>
            <a:ext cx="114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RPC Providers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3479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400479" y="165496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90979" y="1623219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Audit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8729" y="1845469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service privacy protection capability, establish user trust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3479" y="219471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8376667" y="232171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90979" y="2289969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 Enhancement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8729" y="2512219"/>
            <a:ext cx="330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Publicize privacy practices, enhance service differentiation competitiveness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121639"/>
            <a:ext cx="3762375" cy="2738438"/>
          </a:xfrm>
          <a:custGeom>
            <a:avLst/>
            <a:gdLst/>
            <a:ahLst/>
            <a:cxnLst/>
            <a:rect l="l" t="t" r="r" b="b"/>
            <a:pathLst>
              <a:path w="3762375" h="2738438">
                <a:moveTo>
                  <a:pt x="127009" y="0"/>
                </a:moveTo>
                <a:lnTo>
                  <a:pt x="3635366" y="0"/>
                </a:lnTo>
                <a:cubicBezTo>
                  <a:pt x="3705511" y="0"/>
                  <a:pt x="3762375" y="56864"/>
                  <a:pt x="3762375" y="127009"/>
                </a:cubicBezTo>
                <a:lnTo>
                  <a:pt x="3762375" y="2611429"/>
                </a:lnTo>
                <a:cubicBezTo>
                  <a:pt x="3762375" y="2681574"/>
                  <a:pt x="3705511" y="2738438"/>
                  <a:pt x="3635366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84187" y="42843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85391" y="43954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60438" y="4363733"/>
            <a:ext cx="153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Research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4187" y="47923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03250" y="491935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01688" y="4887608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Establishment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438" y="510985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Blockchain privacy leakage quantitative assessment methodology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4187" y="545910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03250" y="55861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01688" y="5554358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Contribution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9438" y="577660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real privacy leakage datasets for research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84187" y="61258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611188" y="625285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01688" y="6221108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Publishable Results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79438" y="6443358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high-quality academic papers and research reports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16053" y="4119490"/>
            <a:ext cx="7651750" cy="2738438"/>
          </a:xfrm>
          <a:custGeom>
            <a:avLst/>
            <a:gdLst/>
            <a:ahLst/>
            <a:cxnLst/>
            <a:rect l="l" t="t" r="r" b="b"/>
            <a:pathLst>
              <a:path w="7651750" h="2738438">
                <a:moveTo>
                  <a:pt x="127009" y="0"/>
                </a:moveTo>
                <a:lnTo>
                  <a:pt x="7524741" y="0"/>
                </a:lnTo>
                <a:cubicBezTo>
                  <a:pt x="7594886" y="0"/>
                  <a:pt x="7651750" y="56864"/>
                  <a:pt x="7651750" y="127009"/>
                </a:cubicBezTo>
                <a:lnTo>
                  <a:pt x="7651750" y="2611429"/>
                </a:lnTo>
                <a:cubicBezTo>
                  <a:pt x="7651750" y="2681574"/>
                  <a:pt x="7594886" y="2738438"/>
                  <a:pt x="7524741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378771" y="42822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4470053" y="439333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855021" y="4361584"/>
            <a:ext cx="1611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Agencies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378771" y="4790209"/>
            <a:ext cx="7389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privacy standard evidence and compliance assessment tools, promote establishment of industry privacy protection standards. Enable evidence-based policy making and regulatory oversight in the blockchain ecosystem.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Implementation Status &amp; Demo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Local end-to-end deployment is already running for the presentation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6537960" cy="324612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min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07592"/>
            <a:ext cx="6391656" cy="28437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4233672"/>
            <a:ext cx="6318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Backend service started successfully with FastAPI + Uvicorn on localhost:8000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1243584"/>
            <a:ext cx="4434840" cy="1572768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What is already running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Backend API: FastAPI service at http://localhost:8000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Frontend dashboard: React + Vite UI at http://localhost:5173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Database: MySQL 8.0 with async SQLAlchemy / aiomysql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API testing surface: Swagger /docs is accessible in 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953512"/>
            <a:ext cx="4434840" cy="1527048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Why this slide matters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Confirms that the project is executable rather than only conceptual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Proves backend / frontend connectivity before live explanation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• Provides the environment needed for later API and dashboard screenshots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Backend Port</a:t>
            </a:r>
          </a:p>
          <a:p>
            <a:pPr>
              <a:defRPr sz="1800" b="1">
                <a:solidFill>
                  <a:srgbClr val="2DC87D"/>
                </a:solidFill>
                <a:latin typeface="Aptos"/>
              </a:defRPr>
            </a:pPr>
            <a:r>
              <a:t>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Frontend Port</a:t>
            </a:r>
          </a:p>
          <a:p>
            <a:pPr>
              <a:defRPr sz="1800" b="1">
                <a:solidFill>
                  <a:srgbClr val="18C4FF"/>
                </a:solidFill>
                <a:latin typeface="Aptos"/>
              </a:defRPr>
            </a:pPr>
            <a:r>
              <a:t>5173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8032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Database</a:t>
            </a:r>
          </a:p>
          <a:p>
            <a:pPr>
              <a:defRPr sz="1800" b="1">
                <a:solidFill>
                  <a:srgbClr val="814DFF"/>
                </a:solidFill>
                <a:latin typeface="Aptos"/>
              </a:defRPr>
            </a:pPr>
            <a:r>
              <a:t>MySQL 8.0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8584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Docs Endpoint</a:t>
            </a:r>
          </a:p>
          <a:p>
            <a:pPr>
              <a:defRPr sz="1800" b="1">
                <a:solidFill>
                  <a:srgbClr val="FFB300"/>
                </a:solidFill>
                <a:latin typeface="Aptos"/>
              </a:defRPr>
            </a:pPr>
            <a:r>
              <a:t>/docs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Demo Mode</a:t>
            </a:r>
          </a:p>
          <a:p>
            <a:pPr>
              <a:defRPr sz="1800" b="1">
                <a:solidFill>
                  <a:srgbClr val="63DCFF"/>
                </a:solidFill>
                <a:latin typeface="Aptos"/>
              </a:defRPr>
            </a:pPr>
            <a:r>
              <a:t>Mock + Live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BACKEND API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FastAPI / Swagger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API layer exposes modular endpoints for session management, traffic analysis, and dashboard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25296"/>
            <a:ext cx="6446520" cy="452628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wagg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98448"/>
            <a:ext cx="6300216" cy="4123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04688"/>
            <a:ext cx="622706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Swagger groups show that the backend service is registered and callable through OpenAPI.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1261872"/>
            <a:ext cx="4480560" cy="20574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Available API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sessions – create, list, and inspect monitoring sessions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traffic – query captured traffic metadata and packet records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leaks – retrieve leak events and leakage categories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assessments / analytics – compute risk scores and summaries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rules / dashboard – inspection rules and visualization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3493008"/>
            <a:ext cx="4480560" cy="15544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What this validates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API-first architecture, not a dashboard-only mockup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Independent debugging of each module in front of the audience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Clean separation between monitoring logic and presentation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Style</a:t>
            </a:r>
          </a:p>
          <a:p>
            <a:pPr>
              <a:defRPr sz="1800" b="1">
                <a:solidFill>
                  <a:srgbClr val="18C4FF"/>
                </a:solidFill>
                <a:latin typeface="Aptos"/>
              </a:defRPr>
            </a:pPr>
            <a:r>
              <a:t>RESTful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9368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Validation</a:t>
            </a:r>
          </a:p>
          <a:p>
            <a:pPr>
              <a:defRPr sz="1800" b="1">
                <a:solidFill>
                  <a:srgbClr val="2DC87D"/>
                </a:solidFill>
                <a:latin typeface="Aptos"/>
              </a:defRPr>
            </a:pPr>
            <a:r>
              <a:t>Pydantic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Docs</a:t>
            </a:r>
          </a:p>
          <a:p>
            <a:pPr>
              <a:defRPr sz="1800" b="1">
                <a:solidFill>
                  <a:srgbClr val="814DFF"/>
                </a:solidFill>
                <a:latin typeface="Aptos"/>
              </a:defRPr>
            </a:pPr>
            <a:r>
              <a:t>OpenAPI 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FRONTEND DASHBOARD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Visualization Dashboard Connected to the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browser dashboard is already consuming dashboard APIs and rendering monitor / risk panels.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170432"/>
            <a:ext cx="11137392" cy="3584448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_to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43584"/>
            <a:ext cx="10991088" cy="3182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507992"/>
            <a:ext cx="10917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 after a richer end-to-end test run, showing 18 total sessions, 263 packets today, 584 detected leaks, and live monitor / risk panels.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3566160" cy="1078992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r>
              <a:t>What is visible now</a:t>
            </a:r>
          </a:p>
          <a:p>
            <a:r>
              <a:t>• The dashboard now shows an active session, 18 total sessions, and 263 packets from the connected demo environment</a:t>
            </a:r>
          </a:p>
          <a:p>
            <a:r>
              <a:t>• Leak monitoring is no longer empty: today's leak count reaches 584 and the real-time stream is populated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892040"/>
            <a:ext cx="3566160" cy="1078992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r>
              <a:t>Current demo observation</a:t>
            </a:r>
          </a:p>
          <a:p>
            <a:r>
              <a:t>• The monitor status is ACTIVE with a non-zero capture rate, updated timestamps, and synchronized dashboard counters</a:t>
            </a:r>
          </a:p>
          <a:p>
            <a:r>
              <a:t>• This is stronger evidence than a basic connectivity screen because it reflects running backend state and stored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4892040"/>
            <a:ext cx="3566160" cy="1078992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r>
              <a:t>Presentation significance</a:t>
            </a:r>
          </a:p>
          <a:p>
            <a:r>
              <a:t>• The frontend is clearly driven by backend APIs, database-backed data, and reporting endpoints rather than static placeholders</a:t>
            </a:r>
          </a:p>
          <a:p>
            <a:r>
              <a:t>• This screenshot is a stronger live-demo artifact because it shows multiple metrics updating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14</a:t>
            </a:r>
          </a:p>
        </p:txBody>
      </p:sp>
      <p:pic>
        <p:nvPicPr>
          <p:cNvPr id="14" name="Picture 13" descr="44ab3baf-117e-4149-bca1-87da201c41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243584"/>
            <a:ext cx="10991088" cy="3182112"/>
          </a:xfrm>
          <a:prstGeom prst="rect">
            <a:avLst/>
          </a:prstGeom>
        </p:spPr>
      </p:pic>
      <p:pic>
        <p:nvPicPr>
          <p:cNvPr id="15" name="Picture 14" descr="a8e31e4e-1a6d-45c6-a809-e382e2251b9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243584"/>
            <a:ext cx="10991088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End-to-End Pipeline for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A clear execution order helps the audience understand how the modules interact in a real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1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Start services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Backend API + MySQL</a:t>
            </a:r>
          </a:p>
        </p:txBody>
      </p:sp>
      <p:sp>
        <p:nvSpPr>
          <p:cNvPr id="8" name="Chevron 7"/>
          <p:cNvSpPr/>
          <p:nvPr/>
        </p:nvSpPr>
        <p:spPr>
          <a:xfrm>
            <a:off x="2240280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4872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2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Verify /docs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Swagger endpoint groups</a:t>
            </a:r>
          </a:p>
        </p:txBody>
      </p:sp>
      <p:sp>
        <p:nvSpPr>
          <p:cNvPr id="10" name="Chevron 9"/>
          <p:cNvSpPr/>
          <p:nvPr/>
        </p:nvSpPr>
        <p:spPr>
          <a:xfrm>
            <a:off x="4142231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3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Open dashboard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Frontend connectivity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6044183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4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Create session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Session object to analyze</a:t>
            </a:r>
          </a:p>
        </p:txBody>
      </p:sp>
      <p:sp>
        <p:nvSpPr>
          <p:cNvPr id="14" name="Chevron 13"/>
          <p:cNvSpPr/>
          <p:nvPr/>
        </p:nvSpPr>
        <p:spPr>
          <a:xfrm>
            <a:off x="7946136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8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5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Run assessment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Traffic / leak / risk logic</a:t>
            </a:r>
          </a:p>
        </p:txBody>
      </p:sp>
      <p:sp>
        <p:nvSpPr>
          <p:cNvPr id="16" name="Chevron 15"/>
          <p:cNvSpPr/>
          <p:nvPr/>
        </p:nvSpPr>
        <p:spPr>
          <a:xfrm>
            <a:off x="9848088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12680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6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Refresh report</a:t>
            </a:r>
          </a:p>
          <a:p>
            <a:pPr algn="ctr">
              <a:defRPr sz="1019" b="0">
                <a:solidFill>
                  <a:srgbClr val="B7C5D7"/>
                </a:solidFill>
                <a:latin typeface="Aptos"/>
              </a:defRPr>
            </a:pPr>
            <a:r>
              <a:t>Visual outputs &amp;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80360"/>
            <a:ext cx="5486400" cy="224028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Execution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Input: wallet–RPC communication metadata, timestamps, methods, and session context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Processing: parsing → anonymization → rule matching → confidence scoring → risk assessment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Output: sessions, leak events, risk labels, dashboard panels, and report-ready summaries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880360"/>
            <a:ext cx="5376672" cy="22402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Suggested presenter order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1. Show backend startup success and the Swagger home page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2. Point to session / traffic / leaks / dashboard endpoint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3. Switch to the frontend and show monitor status + risk 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4. Explain that later data population will drive charts and report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07008"/>
            <a:ext cx="5715000" cy="4983480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t>Representative dashboard endpoints</a:t>
            </a:r>
          </a:p>
          <a:p>
            <a:r>
              <a:t>GET /api/v1/dashboard/monitor/status</a:t>
            </a:r>
          </a:p>
          <a:p>
            <a:r>
              <a:t>Current capture state, rate, and timestamps</a:t>
            </a:r>
          </a:p>
          <a:p>
            <a:r>
              <a:t>GET /api/v1/dashboard/monitor/leaks/stream</a:t>
            </a:r>
          </a:p>
          <a:p>
            <a:r>
              <a:t>Real-time leak table for live dashboard updates</a:t>
            </a:r>
          </a:p>
          <a:p>
            <a:r>
              <a:t>GET /api/v1/dashboard/reports/timeline</a:t>
            </a:r>
          </a:p>
          <a:p>
            <a:r>
              <a:t>Session / leak event timeline summaries</a:t>
            </a:r>
          </a:p>
          <a:p>
            <a:r>
              <a:t>GET /api/v1/dashboard/reports/heatmap</a:t>
            </a:r>
          </a:p>
          <a:p>
            <a:r>
              <a:t>Time-pattern heatmap for activity distribution</a:t>
            </a:r>
          </a:p>
          <a:p>
            <a:r>
              <a:t>GET /api/v1/dashboard/charts</a:t>
            </a:r>
          </a:p>
          <a:p>
            <a:r>
              <a:t>Visualization data for trend and risk charts</a:t>
            </a:r>
          </a:p>
          <a:p>
            <a:r>
              <a:t>POST /api/v1/dashboard/comprehensive-report</a:t>
            </a:r>
          </a:p>
          <a:p>
            <a:r>
              <a:t>Aggregated report-ready session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166360" cy="269748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righ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307592"/>
            <a:ext cx="5020056" cy="2295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1968" y="3685032"/>
            <a:ext cx="49469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Expanded reporting views after a connected run: leak stream, timeline report, heatmap / charts, and comprehensive report outputs are all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133087"/>
            <a:ext cx="5166360" cy="2029968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r>
              <a:t>What the frontend receives</a:t>
            </a:r>
          </a:p>
          <a:p>
            <a:r>
              <a:t>• Monitor and leak stream data: active capture state, timestamps, leak type, method, confidence, and description</a:t>
            </a:r>
          </a:p>
          <a:p>
            <a:r>
              <a:t>• Report views: timeline summaries, heatmap patterns, chart panels, and risk distribution visualizations</a:t>
            </a:r>
          </a:p>
          <a:p>
            <a:r>
              <a:t>• Aggregated reporting: a comprehensive report can be generated with session-level records and summary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16</a:t>
            </a:r>
          </a:p>
        </p:txBody>
      </p:sp>
      <p:pic>
        <p:nvPicPr>
          <p:cNvPr id="13" name="Picture 12" descr="44ab3baf-117e-4149-bca1-87da201c41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307592"/>
            <a:ext cx="5020056" cy="2295144"/>
          </a:xfrm>
          <a:prstGeom prst="rect">
            <a:avLst/>
          </a:prstGeom>
        </p:spPr>
      </p:pic>
      <p:pic>
        <p:nvPicPr>
          <p:cNvPr id="14" name="Picture 13" descr="dashboard_api_montage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307592"/>
            <a:ext cx="5020056" cy="22951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What the Running System Already Proves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Three complementary views show that the project has moved from design into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min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35024"/>
            <a:ext cx="3511296" cy="1655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Service startup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wagge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335024"/>
            <a:ext cx="3511296" cy="1655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9120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Backend API groups exposed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_top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335024"/>
            <a:ext cx="3511296" cy="1655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65592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 reports and analytics 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94760"/>
            <a:ext cx="2560320" cy="196596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End-to-end feasibility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Backend, database, and frontend can all run together in one local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API-driven design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Dashboard values come from backend routes instead of hardcoded slide mockups.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794760"/>
            <a:ext cx="2560320" cy="196596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r>
              <a:t>Practical quantification</a:t>
            </a:r>
          </a:p>
          <a:p>
            <a:r>
              <a:t>The running UI now surfaces packet counts, leak tables, timeline reports, heatmaps, and report outputs from actual backend responses.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7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r>
              <a:t>Extensible experiment base</a:t>
            </a:r>
          </a:p>
          <a:p>
            <a:r>
              <a:t>The prototype now demonstrates connected monitoring plus reporting views, which makes later real-capture experiments easier to explain.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17</a:t>
            </a:r>
          </a:p>
        </p:txBody>
      </p:sp>
      <p:pic>
        <p:nvPicPr>
          <p:cNvPr id="21" name="Picture 20" descr="44ab3baf-117e-4149-bca1-87da201c41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1335024"/>
            <a:ext cx="3511296" cy="1655064"/>
          </a:xfrm>
          <a:prstGeom prst="rect">
            <a:avLst/>
          </a:prstGeom>
        </p:spPr>
      </p:pic>
      <p:pic>
        <p:nvPicPr>
          <p:cNvPr id="22" name="Picture 21" descr="1df1f399-3e44-4f0c-a844-28a68de63fd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1335024"/>
            <a:ext cx="3511296" cy="16550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From Local Validation to Richer Real-World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current prototype is already functional, but the next stage is broader experimental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61872"/>
            <a:ext cx="5486400" cy="22860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r>
              <a:t>Current limitations</a:t>
            </a:r>
          </a:p>
          <a:p>
            <a:r>
              <a:t>• The dashboard now shows connected monitoring, leak-stream, and reporting views, but the dataset is still limited in scale.</a:t>
            </a:r>
          </a:p>
          <a:p>
            <a:r>
              <a:t>• Real wallet traffic capture has been prepared, but not yet demonstrated with a larger controlled sample.</a:t>
            </a:r>
          </a:p>
          <a:p>
            <a:r>
              <a:t>• Cross-wallet / cross-provider comparisons still need more systematic experimental runs.</a:t>
            </a:r>
          </a:p>
          <a:p>
            <a:r>
              <a:t>• Some assessment outputs remain less complete than the monitoring and reporting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261872"/>
            <a:ext cx="5394960" cy="228600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Next steps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Run MetaMask / wallet proxy capture through rpc_proxy.py and the real-traffic pipeline.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Populate sessions, leaks, and assessment tables with larger experimental data.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Compare multiple wallets / RPC providers under the same measurement methodology.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Expand comprehensive report exports for reproducible course-demo evidence.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4160520"/>
            <a:ext cx="1965960" cy="960120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Current prototype</a:t>
            </a:r>
          </a:p>
        </p:txBody>
      </p:sp>
      <p:sp>
        <p:nvSpPr>
          <p:cNvPr id="10" name="Chevron 9"/>
          <p:cNvSpPr/>
          <p:nvPr/>
        </p:nvSpPr>
        <p:spPr>
          <a:xfrm>
            <a:off x="2907791" y="4160520"/>
            <a:ext cx="1965960" cy="960120"/>
          </a:xfrm>
          <a:prstGeom prst="chevron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Real capture</a:t>
            </a:r>
          </a:p>
        </p:txBody>
      </p:sp>
      <p:sp>
        <p:nvSpPr>
          <p:cNvPr id="11" name="Chevron 10"/>
          <p:cNvSpPr/>
          <p:nvPr/>
        </p:nvSpPr>
        <p:spPr>
          <a:xfrm>
            <a:off x="5157216" y="4160520"/>
            <a:ext cx="1965960" cy="960120"/>
          </a:xfrm>
          <a:prstGeom prst="chevron">
            <a:avLst/>
          </a:prstGeom>
          <a:solidFill>
            <a:srgbClr val="2D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Larger dataset</a:t>
            </a:r>
          </a:p>
        </p:txBody>
      </p:sp>
      <p:sp>
        <p:nvSpPr>
          <p:cNvPr id="12" name="Chevron 11"/>
          <p:cNvSpPr/>
          <p:nvPr/>
        </p:nvSpPr>
        <p:spPr>
          <a:xfrm>
            <a:off x="7406640" y="4160520"/>
            <a:ext cx="1965960" cy="960120"/>
          </a:xfrm>
          <a:prstGeom prst="chevron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Benchmarking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9656064" y="4160520"/>
            <a:ext cx="1965960" cy="960120"/>
          </a:xfrm>
          <a:prstGeom prst="chevron">
            <a:avLst/>
          </a:prstGeom>
          <a:solidFill>
            <a:srgbClr val="FF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Publishable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504688"/>
            <a:ext cx="10972800" cy="50292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sz="1150" b="0">
                <a:solidFill>
                  <a:srgbClr val="B7C5D7"/>
                </a:solidFill>
                <a:latin typeface="Aptos"/>
              </a:defRPr>
            </a:pPr>
            <a:r>
              <a:t>Roadmap message: the project is already runnable today, and the next improvement is to scale the amount and realism of evidence rather than redesign the entire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</TotalTime>
  <Words>1591</Words>
  <Application>Microsoft Macintosh PowerPoint</Application>
  <PresentationFormat>宽屏</PresentationFormat>
  <Paragraphs>387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Calibri Light</vt:lpstr>
      <vt:lpstr>Liter</vt:lpstr>
      <vt:lpstr>Arial</vt:lpstr>
      <vt:lpstr>Alimama ShuHeiTi</vt:lpstr>
      <vt:lpstr>Noto Sans SC</vt:lpstr>
      <vt:lpstr>MiSans</vt:lpstr>
      <vt:lpstr>Calibri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RPC Privacy Leakage Measurement System</dc:title>
  <dc:subject>Wallet RPC Privacy Leakage Measurement System</dc:subject>
  <dc:creator>Kimi</dc:creator>
  <cp:lastModifiedBy>Jone James</cp:lastModifiedBy>
  <cp:revision>2</cp:revision>
  <dcterms:created xsi:type="dcterms:W3CDTF">2026-03-07T06:20:20Z</dcterms:created>
  <dcterms:modified xsi:type="dcterms:W3CDTF">2026-03-07T06:56:28Z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{"Label":"Wallet RPC Privacy Leakage Measurement System","ContentProducer":"001191110108MACG2KBH8F10000","ProduceID":"19cc6f21-c5b2-886c-8000-00005371f4af","ReservedCode1":"","ContentPropagator":"001191110108MACG2KBH8F20000","PropagateID":"19cc6f21-c5b2-886c-8000-00005371f4af","ReservedCode2":""}</vt:lpwstr>
  </property>
</Properties>
</file>