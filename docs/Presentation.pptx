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9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MiSans" pitchFamily="2" charset="-122"/>
      <p:regular r:id="rId14"/>
    </p:embeddedFont>
    <p:embeddedFont>
      <p:font typeface="Noto Sans SC" panose="020B0200000000000000" pitchFamily="34" charset="-128"/>
      <p:regular r:id="rId15"/>
    </p:embeddedFont>
    <p:embeddedFont>
      <p:font typeface="Alimama ShuHeiTi"/>
      <p:regular r:id="rId16"/>
    </p:embeddedFont>
    <p:embeddedFont>
      <p:font typeface="Liter" panose="02000503030000020004" pitchFamily="2" charset="0"/>
      <p:regular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38"/>
    <p:restoredTop sz="94614"/>
  </p:normalViewPr>
  <p:slideViewPr>
    <p:cSldViewPr snapToGrid="0" snapToObjects="1">
      <p:cViewPr varScale="1">
        <p:scale>
          <a:sx n="124" d="100"/>
          <a:sy n="124" d="100"/>
        </p:scale>
        <p:origin x="7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18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84348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18485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21418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12601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76262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02790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51047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30810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5563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57722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84403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9813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3/7/26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365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20cd0b124f06e1d280f786aae5ea2da05208347f.jpg"/>
          <p:cNvPicPr>
            <a:picLocks noChangeAspect="1"/>
          </p:cNvPicPr>
          <p:nvPr/>
        </p:nvPicPr>
        <p:blipFill>
          <a:blip r:embed="rId3">
            <a:alphaModFix amt="60000"/>
          </a:blip>
          <a:srcRect l="111" r="11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12C85">
                  <a:alpha val="90000"/>
                </a:srgbClr>
              </a:gs>
              <a:gs pos="50000">
                <a:srgbClr val="59168B">
                  <a:alpha val="85000"/>
                </a:srgbClr>
              </a:gs>
              <a:gs pos="100000">
                <a:srgbClr val="0F172B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385763"/>
            <a:ext cx="2228850" cy="390525"/>
          </a:xfrm>
          <a:custGeom>
            <a:avLst/>
            <a:gdLst/>
            <a:ahLst/>
            <a:cxnLst/>
            <a:rect l="l" t="t" r="r" b="b"/>
            <a:pathLst>
              <a:path w="2228850" h="390525">
                <a:moveTo>
                  <a:pt x="76199" y="0"/>
                </a:moveTo>
                <a:lnTo>
                  <a:pt x="2152651" y="0"/>
                </a:lnTo>
                <a:cubicBezTo>
                  <a:pt x="2194734" y="0"/>
                  <a:pt x="2228850" y="34116"/>
                  <a:pt x="2228850" y="76199"/>
                </a:cubicBezTo>
                <a:lnTo>
                  <a:pt x="2228850" y="314326"/>
                </a:lnTo>
                <a:cubicBezTo>
                  <a:pt x="2228850" y="356409"/>
                  <a:pt x="2194734" y="390525"/>
                  <a:pt x="2152651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00B8DB">
              <a:alpha val="20000"/>
            </a:srgbClr>
          </a:solidFill>
          <a:ln w="12700">
            <a:solidFill>
              <a:srgbClr val="00D3F2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1025" y="476250"/>
            <a:ext cx="19108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53EA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CS6290 Course Project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633538"/>
            <a:ext cx="88773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Wallet RPC Privacy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Leakage Measurement System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433888"/>
            <a:ext cx="86487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kern="0" spc="45" dirty="0">
                <a:solidFill>
                  <a:srgbClr val="A2F4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Quantifying Privacy Risks in Blockchain Communication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5763" y="5114925"/>
            <a:ext cx="2124075" cy="504825"/>
          </a:xfrm>
          <a:custGeom>
            <a:avLst/>
            <a:gdLst/>
            <a:ahLst/>
            <a:cxnLst/>
            <a:rect l="l" t="t" r="r" b="b"/>
            <a:pathLst>
              <a:path w="2124075" h="504825">
                <a:moveTo>
                  <a:pt x="114302" y="0"/>
                </a:moveTo>
                <a:lnTo>
                  <a:pt x="2009773" y="0"/>
                </a:lnTo>
                <a:cubicBezTo>
                  <a:pt x="2072900" y="0"/>
                  <a:pt x="2124075" y="51175"/>
                  <a:pt x="2124075" y="114302"/>
                </a:cubicBezTo>
                <a:lnTo>
                  <a:pt x="2124075" y="390523"/>
                </a:lnTo>
                <a:cubicBezTo>
                  <a:pt x="2124075" y="453650"/>
                  <a:pt x="2072900" y="504825"/>
                  <a:pt x="2009773" y="504825"/>
                </a:cubicBezTo>
                <a:lnTo>
                  <a:pt x="114302" y="504825"/>
                </a:lnTo>
                <a:cubicBezTo>
                  <a:pt x="51175" y="504825"/>
                  <a:pt x="0" y="453650"/>
                  <a:pt x="0" y="3905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04838" y="527208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00D3F2"/>
          </a:solidFill>
          <a:ln/>
        </p:spPr>
      </p:sp>
      <p:sp>
        <p:nvSpPr>
          <p:cNvPr id="10" name="Text 7"/>
          <p:cNvSpPr/>
          <p:nvPr/>
        </p:nvSpPr>
        <p:spPr>
          <a:xfrm>
            <a:off x="933450" y="5233988"/>
            <a:ext cx="146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Privacy Protection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747665" y="5114925"/>
            <a:ext cx="2162175" cy="504825"/>
          </a:xfrm>
          <a:custGeom>
            <a:avLst/>
            <a:gdLst/>
            <a:ahLst/>
            <a:cxnLst/>
            <a:rect l="l" t="t" r="r" b="b"/>
            <a:pathLst>
              <a:path w="2162175" h="504825">
                <a:moveTo>
                  <a:pt x="114302" y="0"/>
                </a:moveTo>
                <a:lnTo>
                  <a:pt x="2047873" y="0"/>
                </a:lnTo>
                <a:cubicBezTo>
                  <a:pt x="2111000" y="0"/>
                  <a:pt x="2162175" y="51175"/>
                  <a:pt x="2162175" y="114302"/>
                </a:cubicBezTo>
                <a:lnTo>
                  <a:pt x="2162175" y="390523"/>
                </a:lnTo>
                <a:cubicBezTo>
                  <a:pt x="2162175" y="453650"/>
                  <a:pt x="2111000" y="504825"/>
                  <a:pt x="2047873" y="504825"/>
                </a:cubicBezTo>
                <a:lnTo>
                  <a:pt x="114302" y="504825"/>
                </a:lnTo>
                <a:cubicBezTo>
                  <a:pt x="51175" y="504825"/>
                  <a:pt x="0" y="453650"/>
                  <a:pt x="0" y="3905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66740" y="527208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00D3F2"/>
          </a:solidFill>
          <a:ln/>
        </p:spPr>
      </p:sp>
      <p:sp>
        <p:nvSpPr>
          <p:cNvPr id="13" name="Text 10"/>
          <p:cNvSpPr/>
          <p:nvPr/>
        </p:nvSpPr>
        <p:spPr>
          <a:xfrm>
            <a:off x="3295352" y="5233988"/>
            <a:ext cx="150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Quantification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149155" y="5114925"/>
            <a:ext cx="2562225" cy="504825"/>
          </a:xfrm>
          <a:custGeom>
            <a:avLst/>
            <a:gdLst/>
            <a:ahLst/>
            <a:cxnLst/>
            <a:rect l="l" t="t" r="r" b="b"/>
            <a:pathLst>
              <a:path w="2562225" h="504825">
                <a:moveTo>
                  <a:pt x="114302" y="0"/>
                </a:moveTo>
                <a:lnTo>
                  <a:pt x="2447923" y="0"/>
                </a:lnTo>
                <a:cubicBezTo>
                  <a:pt x="2511050" y="0"/>
                  <a:pt x="2562225" y="51175"/>
                  <a:pt x="2562225" y="114302"/>
                </a:cubicBezTo>
                <a:lnTo>
                  <a:pt x="2562225" y="390523"/>
                </a:lnTo>
                <a:cubicBezTo>
                  <a:pt x="2562225" y="453650"/>
                  <a:pt x="2511050" y="504825"/>
                  <a:pt x="2447923" y="504825"/>
                </a:cubicBezTo>
                <a:lnTo>
                  <a:pt x="114302" y="504825"/>
                </a:lnTo>
                <a:cubicBezTo>
                  <a:pt x="51175" y="504825"/>
                  <a:pt x="0" y="453650"/>
                  <a:pt x="0" y="3905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368230" y="527208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00D3F2"/>
          </a:solidFill>
          <a:ln/>
        </p:spPr>
      </p:sp>
      <p:sp>
        <p:nvSpPr>
          <p:cNvPr id="16" name="Text 13"/>
          <p:cNvSpPr/>
          <p:nvPr/>
        </p:nvSpPr>
        <p:spPr>
          <a:xfrm>
            <a:off x="5696843" y="5233988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Measurement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514350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352425"/>
                </a:lnTo>
                <a:cubicBezTo>
                  <a:pt x="57150" y="368196"/>
                  <a:pt x="44346" y="381000"/>
                  <a:pt x="28575" y="381000"/>
                </a:cubicBezTo>
                <a:lnTo>
                  <a:pt x="28575" y="381000"/>
                </a:lnTo>
                <a:cubicBezTo>
                  <a:pt x="12804" y="381000"/>
                  <a:pt x="0" y="368196"/>
                  <a:pt x="0" y="35242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52450" y="381000"/>
            <a:ext cx="2790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D3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2450" y="647700"/>
            <a:ext cx="2886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38263"/>
            <a:ext cx="5591175" cy="3076575"/>
          </a:xfrm>
          <a:custGeom>
            <a:avLst/>
            <a:gdLst/>
            <a:ahLst/>
            <a:cxnLst/>
            <a:rect l="l" t="t" r="r" b="b"/>
            <a:pathLst>
              <a:path w="5591175" h="3076575">
                <a:moveTo>
                  <a:pt x="152414" y="0"/>
                </a:moveTo>
                <a:lnTo>
                  <a:pt x="5438761" y="0"/>
                </a:lnTo>
                <a:cubicBezTo>
                  <a:pt x="5522937" y="0"/>
                  <a:pt x="5591175" y="68238"/>
                  <a:pt x="5591175" y="152414"/>
                </a:cubicBezTo>
                <a:lnTo>
                  <a:pt x="5591175" y="2924161"/>
                </a:lnTo>
                <a:cubicBezTo>
                  <a:pt x="5591175" y="3008337"/>
                  <a:pt x="5522937" y="3076575"/>
                  <a:pt x="5438761" y="3076575"/>
                </a:cubicBezTo>
                <a:lnTo>
                  <a:pt x="152414" y="3076575"/>
                </a:lnTo>
                <a:cubicBezTo>
                  <a:pt x="68238" y="3076575"/>
                  <a:pt x="0" y="3008337"/>
                  <a:pt x="0" y="2924161"/>
                </a:cubicBezTo>
                <a:lnTo>
                  <a:pt x="0" y="152414"/>
                </a:lnTo>
                <a:cubicBezTo>
                  <a:pt x="0" y="68294"/>
                  <a:pt x="68294" y="0"/>
                  <a:pt x="152414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9125" y="1571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752475" y="17049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190625" y="1652588"/>
            <a:ext cx="18097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Objectives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9125" y="2181225"/>
            <a:ext cx="520065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Quantify privacy leakage risks in blockchain wallet-RPC node communication, establish standardized measurement methodology. Through real-time traffic capture, rule-based detection, and risk assessment, transform abstract privacy threats into quantifiable, actionable insights.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5763" y="4614863"/>
            <a:ext cx="5591175" cy="1857375"/>
          </a:xfrm>
          <a:custGeom>
            <a:avLst/>
            <a:gdLst/>
            <a:ahLst/>
            <a:cxnLst/>
            <a:rect l="l" t="t" r="r" b="b"/>
            <a:pathLst>
              <a:path w="5591175" h="1857375">
                <a:moveTo>
                  <a:pt x="152398" y="0"/>
                </a:moveTo>
                <a:lnTo>
                  <a:pt x="5438777" y="0"/>
                </a:lnTo>
                <a:cubicBezTo>
                  <a:pt x="5522944" y="0"/>
                  <a:pt x="5591175" y="68231"/>
                  <a:pt x="5591175" y="152398"/>
                </a:cubicBezTo>
                <a:lnTo>
                  <a:pt x="5591175" y="1704977"/>
                </a:lnTo>
                <a:cubicBezTo>
                  <a:pt x="5591175" y="1789144"/>
                  <a:pt x="5522944" y="1857375"/>
                  <a:pt x="5438777" y="1857375"/>
                </a:cubicBezTo>
                <a:lnTo>
                  <a:pt x="152398" y="1857375"/>
                </a:lnTo>
                <a:cubicBezTo>
                  <a:pt x="68231" y="1857375"/>
                  <a:pt x="0" y="1789144"/>
                  <a:pt x="0" y="1704977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9125" y="48482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  <a:ln/>
        </p:spPr>
      </p:sp>
      <p:sp>
        <p:nvSpPr>
          <p:cNvPr id="12" name="Shape 10"/>
          <p:cNvSpPr/>
          <p:nvPr/>
        </p:nvSpPr>
        <p:spPr>
          <a:xfrm>
            <a:off x="740569" y="49815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190625" y="4929188"/>
            <a:ext cx="17716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Highlights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8175" y="54959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D3F2"/>
          </a:solidFill>
          <a:ln/>
        </p:spPr>
      </p:sp>
      <p:sp>
        <p:nvSpPr>
          <p:cNvPr id="15" name="Text 13"/>
          <p:cNvSpPr/>
          <p:nvPr/>
        </p:nvSpPr>
        <p:spPr>
          <a:xfrm>
            <a:off x="862013" y="5457825"/>
            <a:ext cx="1762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Empirical Method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2013" y="5648325"/>
            <a:ext cx="17526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network traffic measurement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57550" y="54959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D3F2"/>
          </a:solidFill>
          <a:ln/>
        </p:spPr>
      </p:sp>
      <p:sp>
        <p:nvSpPr>
          <p:cNvPr id="18" name="Text 16"/>
          <p:cNvSpPr/>
          <p:nvPr/>
        </p:nvSpPr>
        <p:spPr>
          <a:xfrm>
            <a:off x="3481388" y="5457825"/>
            <a:ext cx="1847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 Detection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81388" y="5648325"/>
            <a:ext cx="18383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Comprehensive pattern recognition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8175" y="59436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D3F2"/>
          </a:solidFill>
          <a:ln/>
        </p:spPr>
      </p:sp>
      <p:sp>
        <p:nvSpPr>
          <p:cNvPr id="21" name="Text 19"/>
          <p:cNvSpPr/>
          <p:nvPr/>
        </p:nvSpPr>
        <p:spPr>
          <a:xfrm>
            <a:off x="862013" y="5905500"/>
            <a:ext cx="1771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Quantitative Metrics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2013" y="6096000"/>
            <a:ext cx="17621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Multi-dimensional scoring system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57550" y="59436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D3F2"/>
          </a:solidFill>
          <a:ln/>
        </p:spPr>
      </p:sp>
      <p:sp>
        <p:nvSpPr>
          <p:cNvPr id="24" name="Text 22"/>
          <p:cNvSpPr/>
          <p:nvPr/>
        </p:nvSpPr>
        <p:spPr>
          <a:xfrm>
            <a:off x="3481388" y="5905500"/>
            <a:ext cx="1819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Actionable Advice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481388" y="6096000"/>
            <a:ext cx="18097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Evidence-based recommendations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15063" y="1338263"/>
            <a:ext cx="5591175" cy="1819275"/>
          </a:xfrm>
          <a:custGeom>
            <a:avLst/>
            <a:gdLst/>
            <a:ahLst/>
            <a:cxnLst/>
            <a:rect l="l" t="t" r="r" b="b"/>
            <a:pathLst>
              <a:path w="5591175" h="1819275">
                <a:moveTo>
                  <a:pt x="152401" y="0"/>
                </a:moveTo>
                <a:lnTo>
                  <a:pt x="5438774" y="0"/>
                </a:lnTo>
                <a:cubicBezTo>
                  <a:pt x="5522943" y="0"/>
                  <a:pt x="5591175" y="68232"/>
                  <a:pt x="5591175" y="152401"/>
                </a:cubicBezTo>
                <a:lnTo>
                  <a:pt x="5591175" y="1666874"/>
                </a:lnTo>
                <a:cubicBezTo>
                  <a:pt x="5591175" y="1751043"/>
                  <a:pt x="5522943" y="1819275"/>
                  <a:pt x="5438774" y="1819275"/>
                </a:cubicBezTo>
                <a:lnTo>
                  <a:pt x="152401" y="1819275"/>
                </a:lnTo>
                <a:cubicBezTo>
                  <a:pt x="68232" y="1819275"/>
                  <a:pt x="0" y="1751043"/>
                  <a:pt x="0" y="1666874"/>
                </a:cubicBezTo>
                <a:lnTo>
                  <a:pt x="0" y="152401"/>
                </a:lnTo>
                <a:cubicBezTo>
                  <a:pt x="0" y="68288"/>
                  <a:pt x="68288" y="0"/>
                  <a:pt x="152401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48425" y="1571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  <a:ln/>
        </p:spPr>
      </p:sp>
      <p:sp>
        <p:nvSpPr>
          <p:cNvPr id="28" name="Shape 26"/>
          <p:cNvSpPr/>
          <p:nvPr/>
        </p:nvSpPr>
        <p:spPr>
          <a:xfrm>
            <a:off x="6557963" y="17049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7019925" y="1652588"/>
            <a:ext cx="18764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Audience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48425" y="2181225"/>
            <a:ext cx="52006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Wallet developers, RPC providers, end users, academic researchers, regulatory agencies. Provide targeted privacy protection recommendations and assessment tools for different roles.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15063" y="3357563"/>
            <a:ext cx="1752600" cy="1304925"/>
          </a:xfrm>
          <a:custGeom>
            <a:avLst/>
            <a:gdLst/>
            <a:ahLst/>
            <a:cxnLst/>
            <a:rect l="l" t="t" r="r" b="b"/>
            <a:pathLst>
              <a:path w="1752600" h="1304925">
                <a:moveTo>
                  <a:pt x="114298" y="0"/>
                </a:moveTo>
                <a:lnTo>
                  <a:pt x="1638302" y="0"/>
                </a:lnTo>
                <a:cubicBezTo>
                  <a:pt x="1701427" y="0"/>
                  <a:pt x="1752600" y="51173"/>
                  <a:pt x="1752600" y="114298"/>
                </a:cubicBezTo>
                <a:lnTo>
                  <a:pt x="1752600" y="1190627"/>
                </a:lnTo>
                <a:cubicBezTo>
                  <a:pt x="1752600" y="1253752"/>
                  <a:pt x="1701427" y="1304925"/>
                  <a:pt x="1638302" y="1304925"/>
                </a:cubicBezTo>
                <a:lnTo>
                  <a:pt x="114298" y="1304925"/>
                </a:lnTo>
                <a:cubicBezTo>
                  <a:pt x="51173" y="1304925"/>
                  <a:pt x="0" y="1253752"/>
                  <a:pt x="0" y="11906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flip="none" rotWithShape="1">
            <a:gsLst>
              <a:gs pos="0">
                <a:srgbClr val="104E64">
                  <a:alpha val="40000"/>
                </a:srgbClr>
              </a:gs>
              <a:gs pos="100000">
                <a:srgbClr val="1C398E">
                  <a:alpha val="40000"/>
                </a:srgbClr>
              </a:gs>
            </a:gsLst>
            <a:lin ang="2700000" scaled="1"/>
          </a:gradFill>
          <a:ln w="12700">
            <a:solidFill>
              <a:srgbClr val="00B8DB">
                <a:alpha val="30196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24600" y="3552825"/>
            <a:ext cx="1533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0D3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72225" y="4010025"/>
            <a:ext cx="1438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76988" y="4276725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Timeline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132713" y="3357563"/>
            <a:ext cx="1752600" cy="1304925"/>
          </a:xfrm>
          <a:custGeom>
            <a:avLst/>
            <a:gdLst/>
            <a:ahLst/>
            <a:cxnLst/>
            <a:rect l="l" t="t" r="r" b="b"/>
            <a:pathLst>
              <a:path w="1752600" h="1304925">
                <a:moveTo>
                  <a:pt x="114298" y="0"/>
                </a:moveTo>
                <a:lnTo>
                  <a:pt x="1638302" y="0"/>
                </a:lnTo>
                <a:cubicBezTo>
                  <a:pt x="1701427" y="0"/>
                  <a:pt x="1752600" y="51173"/>
                  <a:pt x="1752600" y="114298"/>
                </a:cubicBezTo>
                <a:lnTo>
                  <a:pt x="1752600" y="1190627"/>
                </a:lnTo>
                <a:cubicBezTo>
                  <a:pt x="1752600" y="1253752"/>
                  <a:pt x="1701427" y="1304925"/>
                  <a:pt x="1638302" y="1304925"/>
                </a:cubicBezTo>
                <a:lnTo>
                  <a:pt x="114298" y="1304925"/>
                </a:lnTo>
                <a:cubicBezTo>
                  <a:pt x="51173" y="1304925"/>
                  <a:pt x="0" y="1253752"/>
                  <a:pt x="0" y="11906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flip="none" rotWithShape="1">
            <a:gsLst>
              <a:gs pos="0">
                <a:srgbClr val="59168B">
                  <a:alpha val="40000"/>
                </a:srgbClr>
              </a:gs>
              <a:gs pos="100000">
                <a:srgbClr val="861043">
                  <a:alpha val="40000"/>
                </a:srgbClr>
              </a:gs>
            </a:gsLst>
            <a:lin ang="2700000" scaled="1"/>
          </a:gradFill>
          <a:ln w="12700">
            <a:solidFill>
              <a:srgbClr val="AD46FF">
                <a:alpha val="30196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42250" y="3552825"/>
            <a:ext cx="1533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C27A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289875" y="4010025"/>
            <a:ext cx="1438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People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294638" y="4276725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 Size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050363" y="3357563"/>
            <a:ext cx="1752600" cy="1304925"/>
          </a:xfrm>
          <a:custGeom>
            <a:avLst/>
            <a:gdLst/>
            <a:ahLst/>
            <a:cxnLst/>
            <a:rect l="l" t="t" r="r" b="b"/>
            <a:pathLst>
              <a:path w="1752600" h="1304925">
                <a:moveTo>
                  <a:pt x="114298" y="0"/>
                </a:moveTo>
                <a:lnTo>
                  <a:pt x="1638302" y="0"/>
                </a:lnTo>
                <a:cubicBezTo>
                  <a:pt x="1701427" y="0"/>
                  <a:pt x="1752600" y="51173"/>
                  <a:pt x="1752600" y="114298"/>
                </a:cubicBezTo>
                <a:lnTo>
                  <a:pt x="1752600" y="1190627"/>
                </a:lnTo>
                <a:cubicBezTo>
                  <a:pt x="1752600" y="1253752"/>
                  <a:pt x="1701427" y="1304925"/>
                  <a:pt x="1638302" y="1304925"/>
                </a:cubicBezTo>
                <a:lnTo>
                  <a:pt x="114298" y="1304925"/>
                </a:lnTo>
                <a:cubicBezTo>
                  <a:pt x="51173" y="1304925"/>
                  <a:pt x="0" y="1253752"/>
                  <a:pt x="0" y="11906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flip="none" rotWithShape="1">
            <a:gsLst>
              <a:gs pos="0">
                <a:srgbClr val="0D542B">
                  <a:alpha val="40000"/>
                </a:srgbClr>
              </a:gs>
              <a:gs pos="100000">
                <a:srgbClr val="004F3B">
                  <a:alpha val="40000"/>
                </a:srgbClr>
              </a:gs>
            </a:gsLst>
            <a:lin ang="2700000" scaled="1"/>
          </a:gradFill>
          <a:ln w="12700">
            <a:solidFill>
              <a:srgbClr val="00C950">
                <a:alpha val="30196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159901" y="3552825"/>
            <a:ext cx="1533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5000+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207526" y="4010025"/>
            <a:ext cx="1438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Samples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212288" y="4276725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Samples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514350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352425"/>
                </a:lnTo>
                <a:cubicBezTo>
                  <a:pt x="57150" y="368196"/>
                  <a:pt x="44346" y="381000"/>
                  <a:pt x="28575" y="381000"/>
                </a:cubicBezTo>
                <a:lnTo>
                  <a:pt x="28575" y="381000"/>
                </a:lnTo>
                <a:cubicBezTo>
                  <a:pt x="12804" y="381000"/>
                  <a:pt x="0" y="368196"/>
                  <a:pt x="0" y="35242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52450" y="381000"/>
            <a:ext cx="400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D3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PROBLEM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2450" y="647700"/>
            <a:ext cx="4095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Problem Statement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62063"/>
            <a:ext cx="5610225" cy="3514725"/>
          </a:xfrm>
          <a:custGeom>
            <a:avLst/>
            <a:gdLst/>
            <a:ahLst/>
            <a:cxnLst/>
            <a:rect l="l" t="t" r="r" b="b"/>
            <a:pathLst>
              <a:path w="5610225" h="3514725">
                <a:moveTo>
                  <a:pt x="152398" y="0"/>
                </a:moveTo>
                <a:lnTo>
                  <a:pt x="5457827" y="0"/>
                </a:lnTo>
                <a:cubicBezTo>
                  <a:pt x="5541994" y="0"/>
                  <a:pt x="5610225" y="68231"/>
                  <a:pt x="5610225" y="152398"/>
                </a:cubicBezTo>
                <a:lnTo>
                  <a:pt x="5610225" y="3362327"/>
                </a:lnTo>
                <a:cubicBezTo>
                  <a:pt x="5610225" y="3446494"/>
                  <a:pt x="5541994" y="3514725"/>
                  <a:pt x="5457827" y="3514725"/>
                </a:cubicBezTo>
                <a:lnTo>
                  <a:pt x="152398" y="3514725"/>
                </a:lnTo>
                <a:cubicBezTo>
                  <a:pt x="68231" y="3514725"/>
                  <a:pt x="0" y="3446494"/>
                  <a:pt x="0" y="3362327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1025" y="14573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B2C36"/>
              </a:gs>
              <a:gs pos="100000">
                <a:srgbClr val="F54900"/>
              </a:gs>
            </a:gsLst>
            <a:lin ang="270000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714375" y="15906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152525" y="1538288"/>
            <a:ext cx="23241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Privacy Risk Sources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1025" y="2066925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 with encryption protection intact, RPC providers can infer user behavior and identity through metadata: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0075" y="2714625"/>
            <a:ext cx="2533650" cy="876300"/>
          </a:xfrm>
          <a:custGeom>
            <a:avLst/>
            <a:gdLst/>
            <a:ahLst/>
            <a:cxnLst/>
            <a:rect l="l" t="t" r="r" b="b"/>
            <a:pathLst>
              <a:path w="2533650" h="876300">
                <a:moveTo>
                  <a:pt x="38100" y="0"/>
                </a:moveTo>
                <a:lnTo>
                  <a:pt x="2457447" y="0"/>
                </a:lnTo>
                <a:cubicBezTo>
                  <a:pt x="2499533" y="0"/>
                  <a:pt x="2533650" y="34117"/>
                  <a:pt x="2533650" y="76203"/>
                </a:cubicBezTo>
                <a:lnTo>
                  <a:pt x="2533650" y="800097"/>
                </a:lnTo>
                <a:cubicBezTo>
                  <a:pt x="2533650" y="842183"/>
                  <a:pt x="2499533" y="876300"/>
                  <a:pt x="245744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00075" y="2714625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D3F2"/>
          </a:solidFill>
          <a:ln/>
        </p:spPr>
      </p:sp>
      <p:sp>
        <p:nvSpPr>
          <p:cNvPr id="12" name="Shape 10"/>
          <p:cNvSpPr/>
          <p:nvPr/>
        </p:nvSpPr>
        <p:spPr>
          <a:xfrm>
            <a:off x="752475" y="2867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23825" y="61912"/>
                </a:moveTo>
                <a:cubicBezTo>
                  <a:pt x="123825" y="75575"/>
                  <a:pt x="119390" y="88196"/>
                  <a:pt x="111919" y="98435"/>
                </a:cubicBezTo>
                <a:lnTo>
                  <a:pt x="149602" y="136148"/>
                </a:lnTo>
                <a:cubicBezTo>
                  <a:pt x="153323" y="139869"/>
                  <a:pt x="153323" y="145911"/>
                  <a:pt x="149602" y="149632"/>
                </a:cubicBezTo>
                <a:cubicBezTo>
                  <a:pt x="145881" y="153353"/>
                  <a:pt x="139839" y="153353"/>
                  <a:pt x="136118" y="149632"/>
                </a:cubicBezTo>
                <a:lnTo>
                  <a:pt x="98435" y="111919"/>
                </a:lnTo>
                <a:cubicBezTo>
                  <a:pt x="88196" y="119390"/>
                  <a:pt x="75575" y="123825"/>
                  <a:pt x="61912" y="123825"/>
                </a:cubicBezTo>
                <a:cubicBezTo>
                  <a:pt x="27712" y="123825"/>
                  <a:pt x="0" y="96113"/>
                  <a:pt x="0" y="61912"/>
                </a:cubicBezTo>
                <a:cubicBezTo>
                  <a:pt x="0" y="27712"/>
                  <a:pt x="27712" y="0"/>
                  <a:pt x="61912" y="0"/>
                </a:cubicBezTo>
                <a:cubicBezTo>
                  <a:pt x="96113" y="0"/>
                  <a:pt x="123825" y="27712"/>
                  <a:pt x="123825" y="61912"/>
                </a:cubicBezTo>
                <a:close/>
                <a:moveTo>
                  <a:pt x="61912" y="104775"/>
                </a:moveTo>
                <a:cubicBezTo>
                  <a:pt x="85569" y="104775"/>
                  <a:pt x="104775" y="85569"/>
                  <a:pt x="104775" y="61912"/>
                </a:cubicBezTo>
                <a:cubicBezTo>
                  <a:pt x="104775" y="38256"/>
                  <a:pt x="85569" y="19050"/>
                  <a:pt x="61912" y="19050"/>
                </a:cubicBezTo>
                <a:cubicBezTo>
                  <a:pt x="38256" y="19050"/>
                  <a:pt x="19050" y="38256"/>
                  <a:pt x="19050" y="61912"/>
                </a:cubicBezTo>
                <a:cubicBezTo>
                  <a:pt x="19050" y="85569"/>
                  <a:pt x="38256" y="104775"/>
                  <a:pt x="61912" y="104775"/>
                </a:cubicBezTo>
                <a:close/>
              </a:path>
            </a:pathLst>
          </a:custGeom>
          <a:solidFill>
            <a:srgbClr val="00D3F2"/>
          </a:solidFill>
          <a:ln/>
        </p:spPr>
      </p:sp>
      <p:sp>
        <p:nvSpPr>
          <p:cNvPr id="13" name="Text 11"/>
          <p:cNvSpPr/>
          <p:nvPr/>
        </p:nvSpPr>
        <p:spPr>
          <a:xfrm>
            <a:off x="1000125" y="2828925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Query Patterns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3425" y="3095625"/>
            <a:ext cx="2352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Call frequency, method types expose user activity intensity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67075" y="2714625"/>
            <a:ext cx="2533650" cy="876300"/>
          </a:xfrm>
          <a:custGeom>
            <a:avLst/>
            <a:gdLst/>
            <a:ahLst/>
            <a:cxnLst/>
            <a:rect l="l" t="t" r="r" b="b"/>
            <a:pathLst>
              <a:path w="2533650" h="876300">
                <a:moveTo>
                  <a:pt x="38100" y="0"/>
                </a:moveTo>
                <a:lnTo>
                  <a:pt x="2457447" y="0"/>
                </a:lnTo>
                <a:cubicBezTo>
                  <a:pt x="2499533" y="0"/>
                  <a:pt x="2533650" y="34117"/>
                  <a:pt x="2533650" y="76203"/>
                </a:cubicBezTo>
                <a:lnTo>
                  <a:pt x="2533650" y="800097"/>
                </a:lnTo>
                <a:cubicBezTo>
                  <a:pt x="2533650" y="842183"/>
                  <a:pt x="2499533" y="876300"/>
                  <a:pt x="245744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267075" y="2714625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27AFF"/>
          </a:solidFill>
          <a:ln/>
        </p:spPr>
      </p:sp>
      <p:sp>
        <p:nvSpPr>
          <p:cNvPr id="17" name="Shape 15"/>
          <p:cNvSpPr/>
          <p:nvPr/>
        </p:nvSpPr>
        <p:spPr>
          <a:xfrm>
            <a:off x="3419475" y="2867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  <a:moveTo>
                  <a:pt x="69056" y="35719"/>
                </a:moveTo>
                <a:lnTo>
                  <a:pt x="69056" y="76200"/>
                </a:lnTo>
                <a:cubicBezTo>
                  <a:pt x="69056" y="78581"/>
                  <a:pt x="70247" y="80814"/>
                  <a:pt x="72241" y="82153"/>
                </a:cubicBezTo>
                <a:lnTo>
                  <a:pt x="100816" y="101203"/>
                </a:lnTo>
                <a:cubicBezTo>
                  <a:pt x="104090" y="103406"/>
                  <a:pt x="108525" y="102513"/>
                  <a:pt x="110728" y="99209"/>
                </a:cubicBezTo>
                <a:cubicBezTo>
                  <a:pt x="112931" y="95905"/>
                  <a:pt x="112038" y="91500"/>
                  <a:pt x="108734" y="89297"/>
                </a:cubicBezTo>
                <a:lnTo>
                  <a:pt x="83344" y="72390"/>
                </a:lnTo>
                <a:lnTo>
                  <a:pt x="83344" y="35719"/>
                </a:lnTo>
                <a:cubicBezTo>
                  <a:pt x="83344" y="31760"/>
                  <a:pt x="80159" y="28575"/>
                  <a:pt x="76200" y="28575"/>
                </a:cubicBezTo>
                <a:cubicBezTo>
                  <a:pt x="72241" y="28575"/>
                  <a:pt x="69056" y="31760"/>
                  <a:pt x="69056" y="35719"/>
                </a:cubicBezTo>
                <a:close/>
              </a:path>
            </a:pathLst>
          </a:custGeom>
          <a:solidFill>
            <a:srgbClr val="C27AFF"/>
          </a:solidFill>
          <a:ln/>
        </p:spPr>
      </p:sp>
      <p:sp>
        <p:nvSpPr>
          <p:cNvPr id="18" name="Text 16"/>
          <p:cNvSpPr/>
          <p:nvPr/>
        </p:nvSpPr>
        <p:spPr>
          <a:xfrm>
            <a:off x="3667125" y="2828925"/>
            <a:ext cx="140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Temporal Features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00425" y="3095625"/>
            <a:ext cx="2352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 patterns can identify users across sessions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0075" y="3705225"/>
            <a:ext cx="2533650" cy="876300"/>
          </a:xfrm>
          <a:custGeom>
            <a:avLst/>
            <a:gdLst/>
            <a:ahLst/>
            <a:cxnLst/>
            <a:rect l="l" t="t" r="r" b="b"/>
            <a:pathLst>
              <a:path w="2533650" h="876300">
                <a:moveTo>
                  <a:pt x="38100" y="0"/>
                </a:moveTo>
                <a:lnTo>
                  <a:pt x="2457447" y="0"/>
                </a:lnTo>
                <a:cubicBezTo>
                  <a:pt x="2499533" y="0"/>
                  <a:pt x="2533650" y="34117"/>
                  <a:pt x="2533650" y="76203"/>
                </a:cubicBezTo>
                <a:lnTo>
                  <a:pt x="2533650" y="800097"/>
                </a:lnTo>
                <a:cubicBezTo>
                  <a:pt x="2533650" y="842183"/>
                  <a:pt x="2499533" y="876300"/>
                  <a:pt x="245744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00075" y="3705225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22" name="Shape 20"/>
          <p:cNvSpPr/>
          <p:nvPr/>
        </p:nvSpPr>
        <p:spPr>
          <a:xfrm>
            <a:off x="742950" y="385762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24867" y="28575"/>
                </a:moveTo>
                <a:cubicBezTo>
                  <a:pt x="119926" y="28575"/>
                  <a:pt x="115133" y="29914"/>
                  <a:pt x="110936" y="32355"/>
                </a:cubicBezTo>
                <a:cubicBezTo>
                  <a:pt x="106234" y="27593"/>
                  <a:pt x="100757" y="23604"/>
                  <a:pt x="94714" y="20598"/>
                </a:cubicBezTo>
                <a:cubicBezTo>
                  <a:pt x="103108" y="13454"/>
                  <a:pt x="113794" y="9525"/>
                  <a:pt x="124867" y="9525"/>
                </a:cubicBezTo>
                <a:cubicBezTo>
                  <a:pt x="150584" y="9525"/>
                  <a:pt x="171450" y="30361"/>
                  <a:pt x="171450" y="56108"/>
                </a:cubicBezTo>
                <a:cubicBezTo>
                  <a:pt x="171450" y="68461"/>
                  <a:pt x="166539" y="80308"/>
                  <a:pt x="157817" y="89029"/>
                </a:cubicBezTo>
                <a:lnTo>
                  <a:pt x="136654" y="110192"/>
                </a:lnTo>
                <a:cubicBezTo>
                  <a:pt x="127933" y="118914"/>
                  <a:pt x="116086" y="123825"/>
                  <a:pt x="103733" y="123825"/>
                </a:cubicBezTo>
                <a:cubicBezTo>
                  <a:pt x="78016" y="123825"/>
                  <a:pt x="57150" y="102989"/>
                  <a:pt x="57150" y="77242"/>
                </a:cubicBezTo>
                <a:cubicBezTo>
                  <a:pt x="57150" y="76795"/>
                  <a:pt x="57150" y="76349"/>
                  <a:pt x="57180" y="75902"/>
                </a:cubicBezTo>
                <a:cubicBezTo>
                  <a:pt x="57329" y="70634"/>
                  <a:pt x="61704" y="66496"/>
                  <a:pt x="66973" y="66645"/>
                </a:cubicBezTo>
                <a:cubicBezTo>
                  <a:pt x="72241" y="66794"/>
                  <a:pt x="76379" y="71170"/>
                  <a:pt x="76230" y="76438"/>
                </a:cubicBezTo>
                <a:cubicBezTo>
                  <a:pt x="76230" y="76706"/>
                  <a:pt x="76230" y="76974"/>
                  <a:pt x="76230" y="77212"/>
                </a:cubicBezTo>
                <a:cubicBezTo>
                  <a:pt x="76230" y="92422"/>
                  <a:pt x="88553" y="104745"/>
                  <a:pt x="103763" y="104745"/>
                </a:cubicBezTo>
                <a:cubicBezTo>
                  <a:pt x="111056" y="104745"/>
                  <a:pt x="118050" y="101858"/>
                  <a:pt x="123230" y="96679"/>
                </a:cubicBezTo>
                <a:lnTo>
                  <a:pt x="144393" y="75515"/>
                </a:lnTo>
                <a:cubicBezTo>
                  <a:pt x="149543" y="70366"/>
                  <a:pt x="152460" y="63341"/>
                  <a:pt x="152460" y="56049"/>
                </a:cubicBezTo>
                <a:cubicBezTo>
                  <a:pt x="152460" y="40838"/>
                  <a:pt x="140137" y="28515"/>
                  <a:pt x="124926" y="28515"/>
                </a:cubicBezTo>
                <a:close/>
                <a:moveTo>
                  <a:pt x="81915" y="51584"/>
                </a:moveTo>
                <a:cubicBezTo>
                  <a:pt x="81349" y="51346"/>
                  <a:pt x="80784" y="51018"/>
                  <a:pt x="80278" y="50661"/>
                </a:cubicBezTo>
                <a:cubicBezTo>
                  <a:pt x="76527" y="48726"/>
                  <a:pt x="72241" y="47625"/>
                  <a:pt x="67747" y="47625"/>
                </a:cubicBezTo>
                <a:cubicBezTo>
                  <a:pt x="60454" y="47625"/>
                  <a:pt x="53459" y="50512"/>
                  <a:pt x="48280" y="55691"/>
                </a:cubicBezTo>
                <a:lnTo>
                  <a:pt x="27116" y="76855"/>
                </a:lnTo>
                <a:cubicBezTo>
                  <a:pt x="21967" y="82004"/>
                  <a:pt x="19050" y="89029"/>
                  <a:pt x="19050" y="96322"/>
                </a:cubicBezTo>
                <a:cubicBezTo>
                  <a:pt x="19050" y="111532"/>
                  <a:pt x="31373" y="123855"/>
                  <a:pt x="46583" y="123855"/>
                </a:cubicBezTo>
                <a:cubicBezTo>
                  <a:pt x="51495" y="123855"/>
                  <a:pt x="56287" y="122545"/>
                  <a:pt x="60484" y="120104"/>
                </a:cubicBezTo>
                <a:cubicBezTo>
                  <a:pt x="65187" y="124867"/>
                  <a:pt x="70664" y="128855"/>
                  <a:pt x="76736" y="131862"/>
                </a:cubicBezTo>
                <a:cubicBezTo>
                  <a:pt x="68342" y="138976"/>
                  <a:pt x="57686" y="142935"/>
                  <a:pt x="46583" y="142935"/>
                </a:cubicBezTo>
                <a:cubicBezTo>
                  <a:pt x="20866" y="142935"/>
                  <a:pt x="0" y="122099"/>
                  <a:pt x="0" y="96351"/>
                </a:cubicBezTo>
                <a:cubicBezTo>
                  <a:pt x="0" y="83999"/>
                  <a:pt x="4911" y="72152"/>
                  <a:pt x="13633" y="63431"/>
                </a:cubicBezTo>
                <a:lnTo>
                  <a:pt x="34796" y="42267"/>
                </a:lnTo>
                <a:cubicBezTo>
                  <a:pt x="43517" y="33546"/>
                  <a:pt x="55364" y="28635"/>
                  <a:pt x="67717" y="28635"/>
                </a:cubicBezTo>
                <a:cubicBezTo>
                  <a:pt x="93494" y="28635"/>
                  <a:pt x="114300" y="49649"/>
                  <a:pt x="114300" y="75337"/>
                </a:cubicBezTo>
                <a:cubicBezTo>
                  <a:pt x="114300" y="75724"/>
                  <a:pt x="114300" y="76111"/>
                  <a:pt x="114300" y="76498"/>
                </a:cubicBezTo>
                <a:cubicBezTo>
                  <a:pt x="114181" y="81766"/>
                  <a:pt x="109805" y="85904"/>
                  <a:pt x="104537" y="85785"/>
                </a:cubicBezTo>
                <a:cubicBezTo>
                  <a:pt x="99268" y="85665"/>
                  <a:pt x="95131" y="81290"/>
                  <a:pt x="95250" y="76021"/>
                </a:cubicBezTo>
                <a:cubicBezTo>
                  <a:pt x="95250" y="75783"/>
                  <a:pt x="95250" y="75575"/>
                  <a:pt x="95250" y="75337"/>
                </a:cubicBezTo>
                <a:cubicBezTo>
                  <a:pt x="95250" y="65306"/>
                  <a:pt x="89892" y="56495"/>
                  <a:pt x="81915" y="51643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23" name="Text 21"/>
          <p:cNvSpPr/>
          <p:nvPr/>
        </p:nvSpPr>
        <p:spPr>
          <a:xfrm>
            <a:off x="1000125" y="3819525"/>
            <a:ext cx="153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Address Association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3425" y="4086225"/>
            <a:ext cx="2352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Multiple addresses belong to same user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267075" y="3705225"/>
            <a:ext cx="2533650" cy="876300"/>
          </a:xfrm>
          <a:custGeom>
            <a:avLst/>
            <a:gdLst/>
            <a:ahLst/>
            <a:cxnLst/>
            <a:rect l="l" t="t" r="r" b="b"/>
            <a:pathLst>
              <a:path w="2533650" h="876300">
                <a:moveTo>
                  <a:pt x="38100" y="0"/>
                </a:moveTo>
                <a:lnTo>
                  <a:pt x="2457447" y="0"/>
                </a:lnTo>
                <a:cubicBezTo>
                  <a:pt x="2499533" y="0"/>
                  <a:pt x="2533650" y="34117"/>
                  <a:pt x="2533650" y="76203"/>
                </a:cubicBezTo>
                <a:lnTo>
                  <a:pt x="2533650" y="800097"/>
                </a:lnTo>
                <a:cubicBezTo>
                  <a:pt x="2533650" y="842183"/>
                  <a:pt x="2499533" y="876300"/>
                  <a:pt x="245744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267075" y="3705225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27" name="Shape 25"/>
          <p:cNvSpPr/>
          <p:nvPr/>
        </p:nvSpPr>
        <p:spPr>
          <a:xfrm>
            <a:off x="3409950" y="385762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73819" y="26194"/>
                </a:moveTo>
                <a:lnTo>
                  <a:pt x="97631" y="26194"/>
                </a:lnTo>
                <a:lnTo>
                  <a:pt x="97631" y="40481"/>
                </a:lnTo>
                <a:lnTo>
                  <a:pt x="73819" y="40481"/>
                </a:lnTo>
                <a:lnTo>
                  <a:pt x="73819" y="26194"/>
                </a:lnTo>
                <a:close/>
                <a:moveTo>
                  <a:pt x="71438" y="9525"/>
                </a:moveTo>
                <a:cubicBezTo>
                  <a:pt x="63550" y="9525"/>
                  <a:pt x="57150" y="15925"/>
                  <a:pt x="57150" y="23813"/>
                </a:cubicBezTo>
                <a:lnTo>
                  <a:pt x="57150" y="42863"/>
                </a:lnTo>
                <a:cubicBezTo>
                  <a:pt x="57150" y="50750"/>
                  <a:pt x="63550" y="57150"/>
                  <a:pt x="71438" y="57150"/>
                </a:cubicBezTo>
                <a:lnTo>
                  <a:pt x="76200" y="57150"/>
                </a:lnTo>
                <a:lnTo>
                  <a:pt x="76200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38100" y="85725"/>
                </a:lnTo>
                <a:lnTo>
                  <a:pt x="38100" y="95250"/>
                </a:lnTo>
                <a:lnTo>
                  <a:pt x="33338" y="95250"/>
                </a:lnTo>
                <a:cubicBezTo>
                  <a:pt x="25450" y="95250"/>
                  <a:pt x="19050" y="101650"/>
                  <a:pt x="19050" y="109537"/>
                </a:cubicBezTo>
                <a:lnTo>
                  <a:pt x="19050" y="128588"/>
                </a:lnTo>
                <a:cubicBezTo>
                  <a:pt x="19050" y="136475"/>
                  <a:pt x="25450" y="142875"/>
                  <a:pt x="33338" y="142875"/>
                </a:cubicBezTo>
                <a:lnTo>
                  <a:pt x="61912" y="142875"/>
                </a:lnTo>
                <a:cubicBezTo>
                  <a:pt x="69800" y="142875"/>
                  <a:pt x="76200" y="136475"/>
                  <a:pt x="76200" y="128588"/>
                </a:cubicBezTo>
                <a:lnTo>
                  <a:pt x="76200" y="109537"/>
                </a:lnTo>
                <a:cubicBezTo>
                  <a:pt x="76200" y="101650"/>
                  <a:pt x="69800" y="95250"/>
                  <a:pt x="61912" y="95250"/>
                </a:cubicBezTo>
                <a:lnTo>
                  <a:pt x="57150" y="95250"/>
                </a:lnTo>
                <a:lnTo>
                  <a:pt x="57150" y="85725"/>
                </a:lnTo>
                <a:lnTo>
                  <a:pt x="114300" y="85725"/>
                </a:lnTo>
                <a:lnTo>
                  <a:pt x="114300" y="95250"/>
                </a:lnTo>
                <a:lnTo>
                  <a:pt x="109537" y="95250"/>
                </a:lnTo>
                <a:cubicBezTo>
                  <a:pt x="101650" y="95250"/>
                  <a:pt x="95250" y="101650"/>
                  <a:pt x="95250" y="109537"/>
                </a:cubicBezTo>
                <a:lnTo>
                  <a:pt x="95250" y="128588"/>
                </a:lnTo>
                <a:cubicBezTo>
                  <a:pt x="95250" y="136475"/>
                  <a:pt x="101650" y="142875"/>
                  <a:pt x="109537" y="142875"/>
                </a:cubicBezTo>
                <a:lnTo>
                  <a:pt x="138113" y="142875"/>
                </a:lnTo>
                <a:cubicBezTo>
                  <a:pt x="146000" y="142875"/>
                  <a:pt x="152400" y="136475"/>
                  <a:pt x="152400" y="128588"/>
                </a:cubicBezTo>
                <a:lnTo>
                  <a:pt x="152400" y="109537"/>
                </a:lnTo>
                <a:cubicBezTo>
                  <a:pt x="152400" y="101650"/>
                  <a:pt x="146000" y="95250"/>
                  <a:pt x="138113" y="95250"/>
                </a:cubicBezTo>
                <a:lnTo>
                  <a:pt x="133350" y="95250"/>
                </a:lnTo>
                <a:lnTo>
                  <a:pt x="133350" y="85725"/>
                </a:lnTo>
                <a:lnTo>
                  <a:pt x="161925" y="85725"/>
                </a:lnTo>
                <a:cubicBezTo>
                  <a:pt x="167194" y="85725"/>
                  <a:pt x="171450" y="81469"/>
                  <a:pt x="171450" y="76200"/>
                </a:cubicBezTo>
                <a:cubicBezTo>
                  <a:pt x="171450" y="70931"/>
                  <a:pt x="167194" y="66675"/>
                  <a:pt x="161925" y="66675"/>
                </a:cubicBezTo>
                <a:lnTo>
                  <a:pt x="95250" y="66675"/>
                </a:lnTo>
                <a:lnTo>
                  <a:pt x="95250" y="57150"/>
                </a:lnTo>
                <a:lnTo>
                  <a:pt x="100013" y="57150"/>
                </a:lnTo>
                <a:cubicBezTo>
                  <a:pt x="107900" y="57150"/>
                  <a:pt x="114300" y="50750"/>
                  <a:pt x="114300" y="42863"/>
                </a:cubicBezTo>
                <a:lnTo>
                  <a:pt x="114300" y="23813"/>
                </a:lnTo>
                <a:cubicBezTo>
                  <a:pt x="114300" y="15925"/>
                  <a:pt x="107900" y="9525"/>
                  <a:pt x="100013" y="9525"/>
                </a:cubicBezTo>
                <a:lnTo>
                  <a:pt x="71438" y="9525"/>
                </a:lnTo>
                <a:close/>
                <a:moveTo>
                  <a:pt x="133350" y="111919"/>
                </a:moveTo>
                <a:lnTo>
                  <a:pt x="135731" y="111919"/>
                </a:lnTo>
                <a:lnTo>
                  <a:pt x="135731" y="126206"/>
                </a:lnTo>
                <a:lnTo>
                  <a:pt x="111919" y="126206"/>
                </a:lnTo>
                <a:lnTo>
                  <a:pt x="111919" y="111919"/>
                </a:lnTo>
                <a:lnTo>
                  <a:pt x="133350" y="111919"/>
                </a:lnTo>
                <a:close/>
                <a:moveTo>
                  <a:pt x="57150" y="111919"/>
                </a:moveTo>
                <a:lnTo>
                  <a:pt x="59531" y="111919"/>
                </a:lnTo>
                <a:lnTo>
                  <a:pt x="59531" y="126206"/>
                </a:lnTo>
                <a:lnTo>
                  <a:pt x="35719" y="126206"/>
                </a:lnTo>
                <a:lnTo>
                  <a:pt x="35719" y="111919"/>
                </a:lnTo>
                <a:lnTo>
                  <a:pt x="57150" y="111919"/>
                </a:ln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28" name="Text 26"/>
          <p:cNvSpPr/>
          <p:nvPr/>
        </p:nvSpPr>
        <p:spPr>
          <a:xfrm>
            <a:off x="3667125" y="3819525"/>
            <a:ext cx="125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Identity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400425" y="4086225"/>
            <a:ext cx="2352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 address, session ID infer location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5763" y="4938713"/>
            <a:ext cx="5610225" cy="1647825"/>
          </a:xfrm>
          <a:custGeom>
            <a:avLst/>
            <a:gdLst/>
            <a:ahLst/>
            <a:cxnLst/>
            <a:rect l="l" t="t" r="r" b="b"/>
            <a:pathLst>
              <a:path w="5610225" h="1647825">
                <a:moveTo>
                  <a:pt x="114293" y="0"/>
                </a:moveTo>
                <a:lnTo>
                  <a:pt x="5495932" y="0"/>
                </a:lnTo>
                <a:cubicBezTo>
                  <a:pt x="5559012" y="0"/>
                  <a:pt x="5610225" y="51213"/>
                  <a:pt x="5610225" y="114293"/>
                </a:cubicBezTo>
                <a:lnTo>
                  <a:pt x="5610225" y="1533532"/>
                </a:lnTo>
                <a:cubicBezTo>
                  <a:pt x="5610225" y="1596612"/>
                  <a:pt x="5559012" y="1647825"/>
                  <a:pt x="5495932" y="1647825"/>
                </a:cubicBezTo>
                <a:lnTo>
                  <a:pt x="114293" y="1647825"/>
                </a:lnTo>
                <a:cubicBezTo>
                  <a:pt x="51213" y="1647825"/>
                  <a:pt x="0" y="1596612"/>
                  <a:pt x="0" y="15335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82181A">
                  <a:alpha val="40000"/>
                </a:srgbClr>
              </a:gs>
              <a:gs pos="100000">
                <a:srgbClr val="7E2A0C">
                  <a:alpha val="40000"/>
                </a:srgbClr>
              </a:gs>
            </a:gsLst>
            <a:lin ang="0" scaled="1"/>
          </a:gradFill>
          <a:ln w="12700">
            <a:solidFill>
              <a:srgbClr val="FB2C36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5781" y="51339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63624" y="-5953"/>
                </a:moveTo>
                <a:cubicBezTo>
                  <a:pt x="50081" y="-5953"/>
                  <a:pt x="42118" y="15739"/>
                  <a:pt x="38212" y="35719"/>
                </a:cubicBezTo>
                <a:lnTo>
                  <a:pt x="26789" y="35719"/>
                </a:lnTo>
                <a:cubicBezTo>
                  <a:pt x="21841" y="35719"/>
                  <a:pt x="17859" y="39700"/>
                  <a:pt x="17859" y="44648"/>
                </a:cubicBezTo>
                <a:cubicBezTo>
                  <a:pt x="17859" y="49597"/>
                  <a:pt x="21841" y="53578"/>
                  <a:pt x="26789" y="53578"/>
                </a:cubicBezTo>
                <a:lnTo>
                  <a:pt x="35719" y="53578"/>
                </a:lnTo>
                <a:lnTo>
                  <a:pt x="35719" y="65484"/>
                </a:lnTo>
                <a:cubicBezTo>
                  <a:pt x="35719" y="71810"/>
                  <a:pt x="36947" y="77837"/>
                  <a:pt x="39179" y="83344"/>
                </a:cubicBezTo>
                <a:lnTo>
                  <a:pt x="35719" y="83344"/>
                </a:lnTo>
                <a:lnTo>
                  <a:pt x="35719" y="83344"/>
                </a:lnTo>
                <a:lnTo>
                  <a:pt x="28091" y="83344"/>
                </a:lnTo>
                <a:cubicBezTo>
                  <a:pt x="22436" y="83344"/>
                  <a:pt x="17859" y="87920"/>
                  <a:pt x="17859" y="93576"/>
                </a:cubicBezTo>
                <a:cubicBezTo>
                  <a:pt x="17859" y="94692"/>
                  <a:pt x="18045" y="95771"/>
                  <a:pt x="18380" y="96813"/>
                </a:cubicBezTo>
                <a:lnTo>
                  <a:pt x="29133" y="129034"/>
                </a:lnTo>
                <a:cubicBezTo>
                  <a:pt x="14957" y="141238"/>
                  <a:pt x="5953" y="159283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49684" y="190500"/>
                </a:lnTo>
                <a:cubicBezTo>
                  <a:pt x="155786" y="190500"/>
                  <a:pt x="160734" y="185551"/>
                  <a:pt x="160734" y="179450"/>
                </a:cubicBezTo>
                <a:cubicBezTo>
                  <a:pt x="160734" y="159283"/>
                  <a:pt x="151730" y="141238"/>
                  <a:pt x="137554" y="129071"/>
                </a:cubicBezTo>
                <a:lnTo>
                  <a:pt x="148307" y="96850"/>
                </a:lnTo>
                <a:cubicBezTo>
                  <a:pt x="148642" y="95808"/>
                  <a:pt x="148828" y="94729"/>
                  <a:pt x="148828" y="93613"/>
                </a:cubicBezTo>
                <a:cubicBezTo>
                  <a:pt x="148828" y="87957"/>
                  <a:pt x="144252" y="83381"/>
                  <a:pt x="138596" y="83381"/>
                </a:cubicBezTo>
                <a:lnTo>
                  <a:pt x="130969" y="83381"/>
                </a:lnTo>
                <a:lnTo>
                  <a:pt x="130969" y="83381"/>
                </a:lnTo>
                <a:lnTo>
                  <a:pt x="127508" y="83381"/>
                </a:lnTo>
                <a:cubicBezTo>
                  <a:pt x="129741" y="77874"/>
                  <a:pt x="130969" y="71847"/>
                  <a:pt x="130969" y="65522"/>
                </a:cubicBezTo>
                <a:lnTo>
                  <a:pt x="130969" y="53615"/>
                </a:lnTo>
                <a:lnTo>
                  <a:pt x="139898" y="53615"/>
                </a:lnTo>
                <a:cubicBezTo>
                  <a:pt x="144847" y="53615"/>
                  <a:pt x="148828" y="49634"/>
                  <a:pt x="148828" y="44686"/>
                </a:cubicBezTo>
                <a:cubicBezTo>
                  <a:pt x="148828" y="39737"/>
                  <a:pt x="144847" y="35756"/>
                  <a:pt x="139898" y="35756"/>
                </a:cubicBezTo>
                <a:lnTo>
                  <a:pt x="128476" y="35756"/>
                </a:lnTo>
                <a:cubicBezTo>
                  <a:pt x="124606" y="15776"/>
                  <a:pt x="116607" y="-5916"/>
                  <a:pt x="103063" y="-5916"/>
                </a:cubicBezTo>
                <a:cubicBezTo>
                  <a:pt x="99492" y="-5916"/>
                  <a:pt x="95994" y="-4465"/>
                  <a:pt x="92832" y="-2865"/>
                </a:cubicBezTo>
                <a:cubicBezTo>
                  <a:pt x="89781" y="-1339"/>
                  <a:pt x="85985" y="37"/>
                  <a:pt x="83344" y="37"/>
                </a:cubicBezTo>
                <a:cubicBezTo>
                  <a:pt x="80702" y="37"/>
                  <a:pt x="76907" y="-1339"/>
                  <a:pt x="73856" y="-2865"/>
                </a:cubicBezTo>
                <a:cubicBezTo>
                  <a:pt x="70693" y="-4502"/>
                  <a:pt x="67196" y="-5953"/>
                  <a:pt x="63624" y="-5953"/>
                </a:cubicBezTo>
                <a:close/>
                <a:moveTo>
                  <a:pt x="98487" y="174278"/>
                </a:moveTo>
                <a:lnTo>
                  <a:pt x="89260" y="147898"/>
                </a:lnTo>
                <a:lnTo>
                  <a:pt x="99640" y="135806"/>
                </a:lnTo>
                <a:cubicBezTo>
                  <a:pt x="100645" y="134615"/>
                  <a:pt x="101203" y="133127"/>
                  <a:pt x="101203" y="131564"/>
                </a:cubicBezTo>
                <a:cubicBezTo>
                  <a:pt x="101203" y="127955"/>
                  <a:pt x="98301" y="125053"/>
                  <a:pt x="94692" y="125053"/>
                </a:cubicBezTo>
                <a:lnTo>
                  <a:pt x="71996" y="125053"/>
                </a:lnTo>
                <a:cubicBezTo>
                  <a:pt x="68387" y="125053"/>
                  <a:pt x="65484" y="127955"/>
                  <a:pt x="65484" y="131564"/>
                </a:cubicBezTo>
                <a:cubicBezTo>
                  <a:pt x="65484" y="133127"/>
                  <a:pt x="66042" y="134615"/>
                  <a:pt x="67047" y="135806"/>
                </a:cubicBezTo>
                <a:lnTo>
                  <a:pt x="77428" y="147898"/>
                </a:lnTo>
                <a:lnTo>
                  <a:pt x="68200" y="174278"/>
                </a:lnTo>
                <a:lnTo>
                  <a:pt x="46992" y="107156"/>
                </a:lnTo>
                <a:lnTo>
                  <a:pt x="60275" y="107156"/>
                </a:lnTo>
                <a:cubicBezTo>
                  <a:pt x="67121" y="110951"/>
                  <a:pt x="74972" y="113109"/>
                  <a:pt x="83344" y="113109"/>
                </a:cubicBezTo>
                <a:cubicBezTo>
                  <a:pt x="91715" y="113109"/>
                  <a:pt x="99566" y="110951"/>
                  <a:pt x="106412" y="107156"/>
                </a:cubicBezTo>
                <a:lnTo>
                  <a:pt x="119695" y="107156"/>
                </a:lnTo>
                <a:lnTo>
                  <a:pt x="98487" y="174278"/>
                </a:lnTo>
                <a:close/>
                <a:moveTo>
                  <a:pt x="83344" y="95250"/>
                </a:moveTo>
                <a:cubicBezTo>
                  <a:pt x="70433" y="95250"/>
                  <a:pt x="59457" y="87027"/>
                  <a:pt x="55327" y="75530"/>
                </a:cubicBezTo>
                <a:cubicBezTo>
                  <a:pt x="57448" y="76721"/>
                  <a:pt x="59903" y="77391"/>
                  <a:pt x="62508" y="77391"/>
                </a:cubicBezTo>
                <a:lnTo>
                  <a:pt x="67121" y="77391"/>
                </a:lnTo>
                <a:cubicBezTo>
                  <a:pt x="73261" y="77391"/>
                  <a:pt x="78693" y="73447"/>
                  <a:pt x="80628" y="67642"/>
                </a:cubicBezTo>
                <a:cubicBezTo>
                  <a:pt x="81483" y="65038"/>
                  <a:pt x="85167" y="65038"/>
                  <a:pt x="86023" y="67642"/>
                </a:cubicBezTo>
                <a:cubicBezTo>
                  <a:pt x="87957" y="73447"/>
                  <a:pt x="93427" y="77391"/>
                  <a:pt x="99529" y="77391"/>
                </a:cubicBezTo>
                <a:lnTo>
                  <a:pt x="104142" y="77391"/>
                </a:lnTo>
                <a:cubicBezTo>
                  <a:pt x="106747" y="77391"/>
                  <a:pt x="109203" y="76721"/>
                  <a:pt x="111323" y="75530"/>
                </a:cubicBezTo>
                <a:cubicBezTo>
                  <a:pt x="107193" y="87027"/>
                  <a:pt x="96217" y="95250"/>
                  <a:pt x="83307" y="9525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32" name="Text 30"/>
          <p:cNvSpPr/>
          <p:nvPr/>
        </p:nvSpPr>
        <p:spPr>
          <a:xfrm>
            <a:off x="805458" y="5095875"/>
            <a:ext cx="511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Threat Model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05458" y="5438775"/>
            <a:ext cx="51054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A2A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Honest-but-curious RPC provider:</a:t>
            </a:r>
            <a:r>
              <a:rPr lang="en-US" sz="1200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Correctly executes all RPC requests and returns valid responses, but passively observes and records communication metadata for analysis. Can link user addresses, infer behavior patterns, conduct long-term tracking.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96013" y="1262063"/>
            <a:ext cx="5610225" cy="5324475"/>
          </a:xfrm>
          <a:custGeom>
            <a:avLst/>
            <a:gdLst/>
            <a:ahLst/>
            <a:cxnLst/>
            <a:rect l="l" t="t" r="r" b="b"/>
            <a:pathLst>
              <a:path w="5610225" h="5324475">
                <a:moveTo>
                  <a:pt x="152386" y="0"/>
                </a:moveTo>
                <a:lnTo>
                  <a:pt x="5457839" y="0"/>
                </a:lnTo>
                <a:cubicBezTo>
                  <a:pt x="5541999" y="0"/>
                  <a:pt x="5610225" y="68226"/>
                  <a:pt x="5610225" y="152386"/>
                </a:cubicBezTo>
                <a:lnTo>
                  <a:pt x="5610225" y="5172089"/>
                </a:lnTo>
                <a:cubicBezTo>
                  <a:pt x="5610225" y="5256249"/>
                  <a:pt x="5541999" y="5324475"/>
                  <a:pt x="5457839" y="5324475"/>
                </a:cubicBezTo>
                <a:lnTo>
                  <a:pt x="152386" y="5324475"/>
                </a:lnTo>
                <a:cubicBezTo>
                  <a:pt x="68226" y="5324475"/>
                  <a:pt x="0" y="5256249"/>
                  <a:pt x="0" y="5172089"/>
                </a:cubicBezTo>
                <a:lnTo>
                  <a:pt x="0" y="152386"/>
                </a:lnTo>
                <a:cubicBezTo>
                  <a:pt x="0" y="68282"/>
                  <a:pt x="68282" y="0"/>
                  <a:pt x="152386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91275" y="14573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0B100"/>
              </a:gs>
              <a:gs pos="100000">
                <a:srgbClr val="E17100"/>
              </a:gs>
            </a:gsLst>
            <a:lin ang="2700000" scaled="1"/>
          </a:gradFill>
          <a:ln/>
        </p:spPr>
      </p:sp>
      <p:sp>
        <p:nvSpPr>
          <p:cNvPr id="36" name="Shape 34"/>
          <p:cNvSpPr/>
          <p:nvPr/>
        </p:nvSpPr>
        <p:spPr>
          <a:xfrm>
            <a:off x="6548438" y="15906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6962775" y="1538288"/>
            <a:ext cx="170497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Gaps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91275" y="2066925"/>
            <a:ext cx="5219700" cy="762000"/>
          </a:xfrm>
          <a:custGeom>
            <a:avLst/>
            <a:gdLst/>
            <a:ahLst/>
            <a:cxnLst/>
            <a:rect l="l" t="t" r="r" b="b"/>
            <a:pathLst>
              <a:path w="5219700" h="762000">
                <a:moveTo>
                  <a:pt x="114300" y="0"/>
                </a:moveTo>
                <a:lnTo>
                  <a:pt x="5105400" y="0"/>
                </a:lnTo>
                <a:cubicBezTo>
                  <a:pt x="5168484" y="0"/>
                  <a:pt x="5219700" y="51216"/>
                  <a:pt x="5219700" y="114300"/>
                </a:cubicBezTo>
                <a:lnTo>
                  <a:pt x="5219700" y="647700"/>
                </a:lnTo>
                <a:cubicBezTo>
                  <a:pt x="5219700" y="710784"/>
                  <a:pt x="5168484" y="762000"/>
                  <a:pt x="51054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14158">
              <a:alpha val="3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543675" y="22193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B8DB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697414" y="2276475"/>
            <a:ext cx="161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D3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077075" y="2219325"/>
            <a:ext cx="4210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Lack of Standardized Methods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077075" y="2486025"/>
            <a:ext cx="4200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Different studies use different metrics, difficult to compare horizontally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91275" y="2943225"/>
            <a:ext cx="5219700" cy="762000"/>
          </a:xfrm>
          <a:custGeom>
            <a:avLst/>
            <a:gdLst/>
            <a:ahLst/>
            <a:cxnLst/>
            <a:rect l="l" t="t" r="r" b="b"/>
            <a:pathLst>
              <a:path w="5219700" h="762000">
                <a:moveTo>
                  <a:pt x="114300" y="0"/>
                </a:moveTo>
                <a:lnTo>
                  <a:pt x="5105400" y="0"/>
                </a:lnTo>
                <a:cubicBezTo>
                  <a:pt x="5168484" y="0"/>
                  <a:pt x="5219700" y="51216"/>
                  <a:pt x="5219700" y="114300"/>
                </a:cubicBezTo>
                <a:lnTo>
                  <a:pt x="5219700" y="647700"/>
                </a:lnTo>
                <a:cubicBezTo>
                  <a:pt x="5219700" y="710784"/>
                  <a:pt x="5168484" y="762000"/>
                  <a:pt x="51054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14158">
              <a:alpha val="3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543675" y="30956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AD46FF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681936" y="3152775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27A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077075" y="3095625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Lack of Empirical Analysis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077075" y="3362325"/>
            <a:ext cx="3228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More theoretical assumptions, less real data validation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91275" y="3819525"/>
            <a:ext cx="5219700" cy="762000"/>
          </a:xfrm>
          <a:custGeom>
            <a:avLst/>
            <a:gdLst/>
            <a:ahLst/>
            <a:cxnLst/>
            <a:rect l="l" t="t" r="r" b="b"/>
            <a:pathLst>
              <a:path w="5219700" h="762000">
                <a:moveTo>
                  <a:pt x="114300" y="0"/>
                </a:moveTo>
                <a:lnTo>
                  <a:pt x="5105400" y="0"/>
                </a:lnTo>
                <a:cubicBezTo>
                  <a:pt x="5168484" y="0"/>
                  <a:pt x="5219700" y="51216"/>
                  <a:pt x="5219700" y="114300"/>
                </a:cubicBezTo>
                <a:lnTo>
                  <a:pt x="5219700" y="647700"/>
                </a:lnTo>
                <a:cubicBezTo>
                  <a:pt x="5219700" y="710784"/>
                  <a:pt x="5168484" y="762000"/>
                  <a:pt x="51054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14158">
              <a:alpha val="3019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543675" y="39719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681192" y="4029075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077075" y="3971925"/>
            <a:ext cx="426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Actionable Assessment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077075" y="4238625"/>
            <a:ext cx="4257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results difficult to translate into actual improvement measures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91275" y="4695825"/>
            <a:ext cx="5219700" cy="762000"/>
          </a:xfrm>
          <a:custGeom>
            <a:avLst/>
            <a:gdLst/>
            <a:ahLst/>
            <a:cxnLst/>
            <a:rect l="l" t="t" r="r" b="b"/>
            <a:pathLst>
              <a:path w="5219700" h="762000">
                <a:moveTo>
                  <a:pt x="114300" y="0"/>
                </a:moveTo>
                <a:lnTo>
                  <a:pt x="5105400" y="0"/>
                </a:lnTo>
                <a:cubicBezTo>
                  <a:pt x="5168484" y="0"/>
                  <a:pt x="5219700" y="51216"/>
                  <a:pt x="5219700" y="114300"/>
                </a:cubicBezTo>
                <a:lnTo>
                  <a:pt x="5219700" y="647700"/>
                </a:lnTo>
                <a:cubicBezTo>
                  <a:pt x="5219700" y="710784"/>
                  <a:pt x="5168484" y="762000"/>
                  <a:pt x="51054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14158">
              <a:alpha val="3019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543675" y="48482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6900">
              <a:alpha val="2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6681192" y="4905375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890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077075" y="4848225"/>
            <a:ext cx="3409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Lack of Real Environment Validation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077075" y="5114925"/>
            <a:ext cx="340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Insufficient controlled experiments, difficult to reproduce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96038" y="5614988"/>
            <a:ext cx="5210175" cy="771525"/>
          </a:xfrm>
          <a:custGeom>
            <a:avLst/>
            <a:gdLst/>
            <a:ahLst/>
            <a:cxnLst/>
            <a:rect l="l" t="t" r="r" b="b"/>
            <a:pathLst>
              <a:path w="5210175" h="771525">
                <a:moveTo>
                  <a:pt x="114301" y="0"/>
                </a:moveTo>
                <a:lnTo>
                  <a:pt x="5095874" y="0"/>
                </a:lnTo>
                <a:cubicBezTo>
                  <a:pt x="5159001" y="0"/>
                  <a:pt x="5210175" y="51174"/>
                  <a:pt x="5210175" y="114301"/>
                </a:cubicBezTo>
                <a:lnTo>
                  <a:pt x="5210175" y="657224"/>
                </a:lnTo>
                <a:cubicBezTo>
                  <a:pt x="5210175" y="720351"/>
                  <a:pt x="5159001" y="771525"/>
                  <a:pt x="5095874" y="771525"/>
                </a:cubicBezTo>
                <a:lnTo>
                  <a:pt x="114301" y="771525"/>
                </a:lnTo>
                <a:cubicBezTo>
                  <a:pt x="51174" y="771525"/>
                  <a:pt x="0" y="720351"/>
                  <a:pt x="0" y="6572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gradFill flip="none" rotWithShape="1">
            <a:gsLst>
              <a:gs pos="0">
                <a:srgbClr val="104E64">
                  <a:alpha val="40000"/>
                </a:srgbClr>
              </a:gs>
              <a:gs pos="100000">
                <a:srgbClr val="1C398E">
                  <a:alpha val="40000"/>
                </a:srgbClr>
              </a:gs>
            </a:gsLst>
            <a:lin ang="0" scaled="1"/>
          </a:gradFill>
          <a:ln w="12700">
            <a:solidFill>
              <a:srgbClr val="00B8DB">
                <a:alpha val="30196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17252" y="5772150"/>
            <a:ext cx="472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53EA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Solution: Complete measurement, detection, and assessment system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514350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352425"/>
                </a:lnTo>
                <a:cubicBezTo>
                  <a:pt x="57150" y="368196"/>
                  <a:pt x="44346" y="381000"/>
                  <a:pt x="28575" y="381000"/>
                </a:cubicBezTo>
                <a:lnTo>
                  <a:pt x="28575" y="381000"/>
                </a:lnTo>
                <a:cubicBezTo>
                  <a:pt x="12804" y="381000"/>
                  <a:pt x="0" y="368196"/>
                  <a:pt x="0" y="35242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52450" y="381000"/>
            <a:ext cx="3362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D3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2450" y="647700"/>
            <a:ext cx="3457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0525" y="1266825"/>
            <a:ext cx="2752725" cy="4533900"/>
          </a:xfrm>
          <a:custGeom>
            <a:avLst/>
            <a:gdLst/>
            <a:ahLst/>
            <a:cxnLst/>
            <a:rect l="l" t="t" r="r" b="b"/>
            <a:pathLst>
              <a:path w="2752725" h="4533900">
                <a:moveTo>
                  <a:pt x="114293" y="0"/>
                </a:moveTo>
                <a:lnTo>
                  <a:pt x="2638432" y="0"/>
                </a:lnTo>
                <a:cubicBezTo>
                  <a:pt x="2701512" y="0"/>
                  <a:pt x="2752725" y="51213"/>
                  <a:pt x="2752725" y="114293"/>
                </a:cubicBezTo>
                <a:lnTo>
                  <a:pt x="2752725" y="4419607"/>
                </a:lnTo>
                <a:cubicBezTo>
                  <a:pt x="2752725" y="4482687"/>
                  <a:pt x="2701512" y="4533900"/>
                  <a:pt x="2638432" y="4533900"/>
                </a:cubicBezTo>
                <a:lnTo>
                  <a:pt x="114293" y="4533900"/>
                </a:lnTo>
                <a:cubicBezTo>
                  <a:pt x="51213" y="4533900"/>
                  <a:pt x="0" y="4482687"/>
                  <a:pt x="0" y="441960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104E64">
                  <a:alpha val="40000"/>
                </a:srgbClr>
              </a:gs>
              <a:gs pos="100000">
                <a:srgbClr val="1C398E">
                  <a:alpha val="40000"/>
                </a:srgbClr>
              </a:gs>
            </a:gsLst>
            <a:lin ang="2700000" scaled="1"/>
          </a:gradFill>
          <a:ln w="25400">
            <a:solidFill>
              <a:srgbClr val="00B8DB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2450" y="1466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659606" y="15716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117872"/>
                </a:lnTo>
                <a:cubicBezTo>
                  <a:pt x="0" y="129693"/>
                  <a:pt x="9611" y="139303"/>
                  <a:pt x="21431" y="139303"/>
                </a:cubicBezTo>
                <a:lnTo>
                  <a:pt x="69652" y="139303"/>
                </a:lnTo>
                <a:lnTo>
                  <a:pt x="64294" y="155377"/>
                </a:lnTo>
                <a:lnTo>
                  <a:pt x="40184" y="155377"/>
                </a:lnTo>
                <a:cubicBezTo>
                  <a:pt x="35730" y="155377"/>
                  <a:pt x="32147" y="158960"/>
                  <a:pt x="32147" y="163413"/>
                </a:cubicBezTo>
                <a:cubicBezTo>
                  <a:pt x="32147" y="167867"/>
                  <a:pt x="35730" y="171450"/>
                  <a:pt x="40184" y="171450"/>
                </a:cubicBezTo>
                <a:lnTo>
                  <a:pt x="131266" y="171450"/>
                </a:lnTo>
                <a:cubicBezTo>
                  <a:pt x="135720" y="171450"/>
                  <a:pt x="139303" y="167867"/>
                  <a:pt x="139303" y="163413"/>
                </a:cubicBezTo>
                <a:cubicBezTo>
                  <a:pt x="139303" y="158960"/>
                  <a:pt x="135720" y="155377"/>
                  <a:pt x="131266" y="155377"/>
                </a:cubicBezTo>
                <a:lnTo>
                  <a:pt x="107156" y="155377"/>
                </a:lnTo>
                <a:lnTo>
                  <a:pt x="101798" y="139303"/>
                </a:lnTo>
                <a:lnTo>
                  <a:pt x="150019" y="139303"/>
                </a:lnTo>
                <a:cubicBezTo>
                  <a:pt x="161839" y="139303"/>
                  <a:pt x="171450" y="129693"/>
                  <a:pt x="171450" y="117872"/>
                </a:cubicBezTo>
                <a:lnTo>
                  <a:pt x="171450" y="32147"/>
                </a:lnTo>
                <a:cubicBezTo>
                  <a:pt x="171450" y="20326"/>
                  <a:pt x="161839" y="10716"/>
                  <a:pt x="150019" y="10716"/>
                </a:cubicBezTo>
                <a:lnTo>
                  <a:pt x="21431" y="10716"/>
                </a:lnTo>
                <a:close/>
                <a:moveTo>
                  <a:pt x="32147" y="32147"/>
                </a:moveTo>
                <a:lnTo>
                  <a:pt x="139303" y="32147"/>
                </a:lnTo>
                <a:cubicBezTo>
                  <a:pt x="145230" y="32147"/>
                  <a:pt x="150019" y="36935"/>
                  <a:pt x="150019" y="42863"/>
                </a:cubicBezTo>
                <a:lnTo>
                  <a:pt x="150019" y="96441"/>
                </a:lnTo>
                <a:cubicBezTo>
                  <a:pt x="150019" y="102368"/>
                  <a:pt x="145230" y="107156"/>
                  <a:pt x="139303" y="107156"/>
                </a:cubicBezTo>
                <a:lnTo>
                  <a:pt x="32147" y="107156"/>
                </a:lnTo>
                <a:cubicBezTo>
                  <a:pt x="26220" y="107156"/>
                  <a:pt x="21431" y="102368"/>
                  <a:pt x="21431" y="96441"/>
                </a:cubicBezTo>
                <a:lnTo>
                  <a:pt x="21431" y="42863"/>
                </a:lnTo>
                <a:cubicBezTo>
                  <a:pt x="21431" y="36935"/>
                  <a:pt x="26220" y="32147"/>
                  <a:pt x="32147" y="3214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09650" y="1428750"/>
            <a:ext cx="129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 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9650" y="1695450"/>
            <a:ext cx="1276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3EA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 + TypeScript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2450" y="2140744"/>
            <a:ext cx="2428875" cy="571500"/>
          </a:xfrm>
          <a:custGeom>
            <a:avLst/>
            <a:gdLst/>
            <a:ahLst/>
            <a:cxnLst/>
            <a:rect l="l" t="t" r="r" b="b"/>
            <a:pathLst>
              <a:path w="2428875" h="571500">
                <a:moveTo>
                  <a:pt x="76198" y="0"/>
                </a:moveTo>
                <a:lnTo>
                  <a:pt x="2352677" y="0"/>
                </a:lnTo>
                <a:cubicBezTo>
                  <a:pt x="2394760" y="0"/>
                  <a:pt x="2428875" y="34115"/>
                  <a:pt x="2428875" y="76198"/>
                </a:cubicBezTo>
                <a:lnTo>
                  <a:pt x="2428875" y="495302"/>
                </a:lnTo>
                <a:cubicBezTo>
                  <a:pt x="2428875" y="537385"/>
                  <a:pt x="2394760" y="571500"/>
                  <a:pt x="2352677" y="571500"/>
                </a:cubicBezTo>
                <a:lnTo>
                  <a:pt x="76198" y="571500"/>
                </a:lnTo>
                <a:cubicBezTo>
                  <a:pt x="34143" y="571500"/>
                  <a:pt x="0" y="537357"/>
                  <a:pt x="0" y="4953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690688" y="225504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71438" y="28575"/>
                </a:moveTo>
                <a:cubicBezTo>
                  <a:pt x="73432" y="28575"/>
                  <a:pt x="75337" y="29408"/>
                  <a:pt x="76706" y="30897"/>
                </a:cubicBezTo>
                <a:lnTo>
                  <a:pt x="97869" y="53965"/>
                </a:lnTo>
                <a:lnTo>
                  <a:pt x="111621" y="40184"/>
                </a:lnTo>
                <a:cubicBezTo>
                  <a:pt x="114419" y="37386"/>
                  <a:pt x="118943" y="37386"/>
                  <a:pt x="121712" y="40184"/>
                </a:cubicBezTo>
                <a:lnTo>
                  <a:pt x="140762" y="59234"/>
                </a:lnTo>
                <a:cubicBezTo>
                  <a:pt x="142101" y="60573"/>
                  <a:pt x="142845" y="62389"/>
                  <a:pt x="142845" y="64294"/>
                </a:cubicBezTo>
                <a:lnTo>
                  <a:pt x="142845" y="97631"/>
                </a:lnTo>
                <a:cubicBezTo>
                  <a:pt x="142845" y="101590"/>
                  <a:pt x="139660" y="104775"/>
                  <a:pt x="135701" y="104775"/>
                </a:cubicBezTo>
                <a:lnTo>
                  <a:pt x="45214" y="104775"/>
                </a:lnTo>
                <a:cubicBezTo>
                  <a:pt x="41255" y="104775"/>
                  <a:pt x="38070" y="101590"/>
                  <a:pt x="38070" y="97631"/>
                </a:cubicBezTo>
                <a:lnTo>
                  <a:pt x="38070" y="64294"/>
                </a:lnTo>
                <a:cubicBezTo>
                  <a:pt x="38070" y="62508"/>
                  <a:pt x="38755" y="60781"/>
                  <a:pt x="39945" y="59472"/>
                </a:cubicBezTo>
                <a:lnTo>
                  <a:pt x="66139" y="30897"/>
                </a:lnTo>
                <a:cubicBezTo>
                  <a:pt x="67479" y="29408"/>
                  <a:pt x="69413" y="28575"/>
                  <a:pt x="71408" y="28575"/>
                </a:cubicBezTo>
                <a:close/>
              </a:path>
            </a:pathLst>
          </a:custGeom>
          <a:solidFill>
            <a:srgbClr val="00D3F2"/>
          </a:solidFill>
          <a:ln/>
        </p:spPr>
      </p:sp>
      <p:sp>
        <p:nvSpPr>
          <p:cNvPr id="12" name="Text 10"/>
          <p:cNvSpPr/>
          <p:nvPr/>
        </p:nvSpPr>
        <p:spPr>
          <a:xfrm>
            <a:off x="595313" y="2445544"/>
            <a:ext cx="2343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Dashboard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2450" y="3069431"/>
            <a:ext cx="2428875" cy="571500"/>
          </a:xfrm>
          <a:custGeom>
            <a:avLst/>
            <a:gdLst/>
            <a:ahLst/>
            <a:cxnLst/>
            <a:rect l="l" t="t" r="r" b="b"/>
            <a:pathLst>
              <a:path w="2428875" h="571500">
                <a:moveTo>
                  <a:pt x="76198" y="0"/>
                </a:moveTo>
                <a:lnTo>
                  <a:pt x="2352677" y="0"/>
                </a:lnTo>
                <a:cubicBezTo>
                  <a:pt x="2394760" y="0"/>
                  <a:pt x="2428875" y="34115"/>
                  <a:pt x="2428875" y="76198"/>
                </a:cubicBezTo>
                <a:lnTo>
                  <a:pt x="2428875" y="495302"/>
                </a:lnTo>
                <a:cubicBezTo>
                  <a:pt x="2428875" y="537385"/>
                  <a:pt x="2394760" y="571500"/>
                  <a:pt x="2352677" y="571500"/>
                </a:cubicBezTo>
                <a:lnTo>
                  <a:pt x="76198" y="571500"/>
                </a:lnTo>
                <a:cubicBezTo>
                  <a:pt x="34143" y="571500"/>
                  <a:pt x="0" y="537357"/>
                  <a:pt x="0" y="4953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681163" y="3183731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52519" y="71438"/>
                </a:moveTo>
                <a:lnTo>
                  <a:pt x="100132" y="71438"/>
                </a:lnTo>
                <a:cubicBezTo>
                  <a:pt x="94863" y="71438"/>
                  <a:pt x="90607" y="67181"/>
                  <a:pt x="90607" y="61912"/>
                </a:cubicBezTo>
                <a:lnTo>
                  <a:pt x="90607" y="9525"/>
                </a:lnTo>
                <a:cubicBezTo>
                  <a:pt x="90607" y="4256"/>
                  <a:pt x="94893" y="-60"/>
                  <a:pt x="100102" y="625"/>
                </a:cubicBezTo>
                <a:cubicBezTo>
                  <a:pt x="131951" y="4852"/>
                  <a:pt x="157192" y="30093"/>
                  <a:pt x="161419" y="61942"/>
                </a:cubicBezTo>
                <a:cubicBezTo>
                  <a:pt x="162104" y="67151"/>
                  <a:pt x="157788" y="71438"/>
                  <a:pt x="152519" y="71438"/>
                </a:cubicBezTo>
                <a:close/>
                <a:moveTo>
                  <a:pt x="66258" y="11073"/>
                </a:moveTo>
                <a:cubicBezTo>
                  <a:pt x="71646" y="9942"/>
                  <a:pt x="76319" y="14347"/>
                  <a:pt x="76319" y="19854"/>
                </a:cubicBezTo>
                <a:lnTo>
                  <a:pt x="76319" y="78581"/>
                </a:lnTo>
                <a:cubicBezTo>
                  <a:pt x="76319" y="80248"/>
                  <a:pt x="76914" y="81855"/>
                  <a:pt x="77956" y="83135"/>
                </a:cubicBezTo>
                <a:lnTo>
                  <a:pt x="117277" y="130582"/>
                </a:lnTo>
                <a:cubicBezTo>
                  <a:pt x="120759" y="134779"/>
                  <a:pt x="120015" y="141119"/>
                  <a:pt x="115223" y="143708"/>
                </a:cubicBezTo>
                <a:cubicBezTo>
                  <a:pt x="105073" y="149245"/>
                  <a:pt x="93434" y="152400"/>
                  <a:pt x="81082" y="152400"/>
                </a:cubicBezTo>
                <a:cubicBezTo>
                  <a:pt x="41642" y="152400"/>
                  <a:pt x="9644" y="120402"/>
                  <a:pt x="9644" y="80962"/>
                </a:cubicBezTo>
                <a:cubicBezTo>
                  <a:pt x="9644" y="46583"/>
                  <a:pt x="33903" y="17889"/>
                  <a:pt x="66258" y="11073"/>
                </a:cubicBezTo>
                <a:close/>
                <a:moveTo>
                  <a:pt x="142220" y="85725"/>
                </a:moveTo>
                <a:lnTo>
                  <a:pt x="161270" y="85725"/>
                </a:lnTo>
                <a:cubicBezTo>
                  <a:pt x="166777" y="85725"/>
                  <a:pt x="171182" y="90398"/>
                  <a:pt x="170051" y="95786"/>
                </a:cubicBezTo>
                <a:cubicBezTo>
                  <a:pt x="167015" y="110192"/>
                  <a:pt x="159633" y="122992"/>
                  <a:pt x="149334" y="132755"/>
                </a:cubicBezTo>
                <a:cubicBezTo>
                  <a:pt x="145673" y="136237"/>
                  <a:pt x="139928" y="135493"/>
                  <a:pt x="136714" y="131594"/>
                </a:cubicBezTo>
                <a:lnTo>
                  <a:pt x="111591" y="101322"/>
                </a:lnTo>
                <a:cubicBezTo>
                  <a:pt x="106442" y="95101"/>
                  <a:pt x="110877" y="85725"/>
                  <a:pt x="118914" y="85725"/>
                </a:cubicBezTo>
                <a:lnTo>
                  <a:pt x="142190" y="85725"/>
                </a:lnTo>
                <a:close/>
              </a:path>
            </a:pathLst>
          </a:custGeom>
          <a:solidFill>
            <a:srgbClr val="00D3F2"/>
          </a:solidFill>
          <a:ln/>
        </p:spPr>
      </p:sp>
      <p:sp>
        <p:nvSpPr>
          <p:cNvPr id="15" name="Text 13"/>
          <p:cNvSpPr/>
          <p:nvPr/>
        </p:nvSpPr>
        <p:spPr>
          <a:xfrm>
            <a:off x="595313" y="3374231"/>
            <a:ext cx="2343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 Panel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2450" y="3998119"/>
            <a:ext cx="2428875" cy="571500"/>
          </a:xfrm>
          <a:custGeom>
            <a:avLst/>
            <a:gdLst/>
            <a:ahLst/>
            <a:cxnLst/>
            <a:rect l="l" t="t" r="r" b="b"/>
            <a:pathLst>
              <a:path w="2428875" h="571500">
                <a:moveTo>
                  <a:pt x="76198" y="0"/>
                </a:moveTo>
                <a:lnTo>
                  <a:pt x="2352677" y="0"/>
                </a:lnTo>
                <a:cubicBezTo>
                  <a:pt x="2394760" y="0"/>
                  <a:pt x="2428875" y="34115"/>
                  <a:pt x="2428875" y="76198"/>
                </a:cubicBezTo>
                <a:lnTo>
                  <a:pt x="2428875" y="495302"/>
                </a:lnTo>
                <a:cubicBezTo>
                  <a:pt x="2428875" y="537385"/>
                  <a:pt x="2394760" y="571500"/>
                  <a:pt x="2352677" y="571500"/>
                </a:cubicBezTo>
                <a:lnTo>
                  <a:pt x="76198" y="571500"/>
                </a:lnTo>
                <a:cubicBezTo>
                  <a:pt x="34143" y="571500"/>
                  <a:pt x="0" y="537357"/>
                  <a:pt x="0" y="4953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690688" y="411241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00D3F2"/>
          </a:solidFill>
          <a:ln/>
        </p:spPr>
      </p:sp>
      <p:sp>
        <p:nvSpPr>
          <p:cNvPr id="18" name="Text 16"/>
          <p:cNvSpPr/>
          <p:nvPr/>
        </p:nvSpPr>
        <p:spPr>
          <a:xfrm>
            <a:off x="595313" y="4302919"/>
            <a:ext cx="2343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Assessment UI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2450" y="4926806"/>
            <a:ext cx="2428875" cy="571500"/>
          </a:xfrm>
          <a:custGeom>
            <a:avLst/>
            <a:gdLst/>
            <a:ahLst/>
            <a:cxnLst/>
            <a:rect l="l" t="t" r="r" b="b"/>
            <a:pathLst>
              <a:path w="2428875" h="571500">
                <a:moveTo>
                  <a:pt x="76198" y="0"/>
                </a:moveTo>
                <a:lnTo>
                  <a:pt x="2352677" y="0"/>
                </a:lnTo>
                <a:cubicBezTo>
                  <a:pt x="2394760" y="0"/>
                  <a:pt x="2428875" y="34115"/>
                  <a:pt x="2428875" y="76198"/>
                </a:cubicBezTo>
                <a:lnTo>
                  <a:pt x="2428875" y="495302"/>
                </a:lnTo>
                <a:cubicBezTo>
                  <a:pt x="2428875" y="537385"/>
                  <a:pt x="2394760" y="571500"/>
                  <a:pt x="2352677" y="571500"/>
                </a:cubicBezTo>
                <a:lnTo>
                  <a:pt x="76198" y="571500"/>
                </a:lnTo>
                <a:cubicBezTo>
                  <a:pt x="34143" y="571500"/>
                  <a:pt x="0" y="537357"/>
                  <a:pt x="0" y="4953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681163" y="5041106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28724" y="0"/>
                </a:moveTo>
                <a:cubicBezTo>
                  <a:pt x="18217" y="0"/>
                  <a:pt x="9674" y="8543"/>
                  <a:pt x="9674" y="19050"/>
                </a:cubicBezTo>
                <a:lnTo>
                  <a:pt x="9674" y="133350"/>
                </a:lnTo>
                <a:cubicBezTo>
                  <a:pt x="9674" y="143857"/>
                  <a:pt x="18217" y="152400"/>
                  <a:pt x="28724" y="152400"/>
                </a:cubicBezTo>
                <a:lnTo>
                  <a:pt x="104924" y="152400"/>
                </a:lnTo>
                <a:cubicBezTo>
                  <a:pt x="115431" y="152400"/>
                  <a:pt x="123974" y="143857"/>
                  <a:pt x="123974" y="133350"/>
                </a:cubicBezTo>
                <a:lnTo>
                  <a:pt x="123974" y="104775"/>
                </a:lnTo>
                <a:lnTo>
                  <a:pt x="147221" y="104775"/>
                </a:lnTo>
                <a:lnTo>
                  <a:pt x="137993" y="114002"/>
                </a:lnTo>
                <a:cubicBezTo>
                  <a:pt x="135195" y="116800"/>
                  <a:pt x="135195" y="121325"/>
                  <a:pt x="137993" y="124093"/>
                </a:cubicBezTo>
                <a:cubicBezTo>
                  <a:pt x="140791" y="126861"/>
                  <a:pt x="145316" y="126891"/>
                  <a:pt x="148084" y="124093"/>
                </a:cubicBezTo>
                <a:lnTo>
                  <a:pt x="169515" y="102662"/>
                </a:lnTo>
                <a:cubicBezTo>
                  <a:pt x="172313" y="99864"/>
                  <a:pt x="172313" y="95339"/>
                  <a:pt x="169515" y="92571"/>
                </a:cubicBezTo>
                <a:lnTo>
                  <a:pt x="148084" y="71140"/>
                </a:lnTo>
                <a:cubicBezTo>
                  <a:pt x="145286" y="68342"/>
                  <a:pt x="140762" y="68342"/>
                  <a:pt x="137993" y="71140"/>
                </a:cubicBezTo>
                <a:cubicBezTo>
                  <a:pt x="135225" y="73938"/>
                  <a:pt x="135195" y="78462"/>
                  <a:pt x="137993" y="81230"/>
                </a:cubicBezTo>
                <a:lnTo>
                  <a:pt x="147221" y="90458"/>
                </a:lnTo>
                <a:lnTo>
                  <a:pt x="123974" y="90458"/>
                </a:lnTo>
                <a:lnTo>
                  <a:pt x="123974" y="50721"/>
                </a:lnTo>
                <a:cubicBezTo>
                  <a:pt x="123974" y="45660"/>
                  <a:pt x="121980" y="40809"/>
                  <a:pt x="118408" y="37237"/>
                </a:cubicBezTo>
                <a:lnTo>
                  <a:pt x="86678" y="5566"/>
                </a:lnTo>
                <a:cubicBezTo>
                  <a:pt x="83106" y="1994"/>
                  <a:pt x="78284" y="0"/>
                  <a:pt x="73223" y="0"/>
                </a:cubicBezTo>
                <a:lnTo>
                  <a:pt x="28724" y="0"/>
                </a:lnTo>
                <a:close/>
                <a:moveTo>
                  <a:pt x="106561" y="52388"/>
                </a:moveTo>
                <a:lnTo>
                  <a:pt x="78730" y="52388"/>
                </a:lnTo>
                <a:cubicBezTo>
                  <a:pt x="74771" y="52388"/>
                  <a:pt x="71586" y="49203"/>
                  <a:pt x="71586" y="45244"/>
                </a:cubicBezTo>
                <a:lnTo>
                  <a:pt x="71586" y="17413"/>
                </a:lnTo>
                <a:lnTo>
                  <a:pt x="106561" y="52388"/>
                </a:lnTo>
                <a:close/>
                <a:moveTo>
                  <a:pt x="66824" y="97631"/>
                </a:moveTo>
                <a:cubicBezTo>
                  <a:pt x="66824" y="93672"/>
                  <a:pt x="70009" y="90488"/>
                  <a:pt x="73968" y="90488"/>
                </a:cubicBezTo>
                <a:lnTo>
                  <a:pt x="104924" y="90488"/>
                </a:lnTo>
                <a:lnTo>
                  <a:pt x="104924" y="104775"/>
                </a:lnTo>
                <a:lnTo>
                  <a:pt x="73968" y="104775"/>
                </a:lnTo>
                <a:cubicBezTo>
                  <a:pt x="70009" y="104775"/>
                  <a:pt x="66824" y="101590"/>
                  <a:pt x="66824" y="97631"/>
                </a:cubicBezTo>
                <a:close/>
              </a:path>
            </a:pathLst>
          </a:custGeom>
          <a:solidFill>
            <a:srgbClr val="00D3F2"/>
          </a:solidFill>
          <a:ln/>
        </p:spPr>
      </p:sp>
      <p:sp>
        <p:nvSpPr>
          <p:cNvPr id="21" name="Text 19"/>
          <p:cNvSpPr/>
          <p:nvPr/>
        </p:nvSpPr>
        <p:spPr>
          <a:xfrm>
            <a:off x="595313" y="5231606"/>
            <a:ext cx="2343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Report Export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76600" y="1266825"/>
            <a:ext cx="2752725" cy="4533900"/>
          </a:xfrm>
          <a:custGeom>
            <a:avLst/>
            <a:gdLst/>
            <a:ahLst/>
            <a:cxnLst/>
            <a:rect l="l" t="t" r="r" b="b"/>
            <a:pathLst>
              <a:path w="2752725" h="4533900">
                <a:moveTo>
                  <a:pt x="114293" y="0"/>
                </a:moveTo>
                <a:lnTo>
                  <a:pt x="2638432" y="0"/>
                </a:lnTo>
                <a:cubicBezTo>
                  <a:pt x="2701512" y="0"/>
                  <a:pt x="2752725" y="51213"/>
                  <a:pt x="2752725" y="114293"/>
                </a:cubicBezTo>
                <a:lnTo>
                  <a:pt x="2752725" y="4419607"/>
                </a:lnTo>
                <a:cubicBezTo>
                  <a:pt x="2752725" y="4482687"/>
                  <a:pt x="2701512" y="4533900"/>
                  <a:pt x="2638432" y="4533900"/>
                </a:cubicBezTo>
                <a:lnTo>
                  <a:pt x="114293" y="4533900"/>
                </a:lnTo>
                <a:cubicBezTo>
                  <a:pt x="51213" y="4533900"/>
                  <a:pt x="0" y="4482687"/>
                  <a:pt x="0" y="441960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59168B">
                  <a:alpha val="40000"/>
                </a:srgbClr>
              </a:gs>
              <a:gs pos="100000">
                <a:srgbClr val="861043">
                  <a:alpha val="40000"/>
                </a:srgbClr>
              </a:gs>
            </a:gsLst>
            <a:lin ang="2700000" scaled="1"/>
          </a:gradFill>
          <a:ln w="25400">
            <a:solidFill>
              <a:srgbClr val="AD46FF">
                <a:alpha val="5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38525" y="1466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  <a:ln/>
        </p:spPr>
      </p:sp>
      <p:sp>
        <p:nvSpPr>
          <p:cNvPr id="24" name="Shape 22"/>
          <p:cNvSpPr/>
          <p:nvPr/>
        </p:nvSpPr>
        <p:spPr>
          <a:xfrm>
            <a:off x="3524250" y="15716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39270" y="70489"/>
                </a:moveTo>
                <a:cubicBezTo>
                  <a:pt x="143355" y="69384"/>
                  <a:pt x="147641" y="71326"/>
                  <a:pt x="149483" y="75110"/>
                </a:cubicBezTo>
                <a:lnTo>
                  <a:pt x="155711" y="87701"/>
                </a:lnTo>
                <a:cubicBezTo>
                  <a:pt x="159161" y="88170"/>
                  <a:pt x="162543" y="89107"/>
                  <a:pt x="165724" y="90413"/>
                </a:cubicBezTo>
                <a:lnTo>
                  <a:pt x="177444" y="82611"/>
                </a:lnTo>
                <a:cubicBezTo>
                  <a:pt x="180960" y="80267"/>
                  <a:pt x="185615" y="80736"/>
                  <a:pt x="188595" y="83716"/>
                </a:cubicBezTo>
                <a:lnTo>
                  <a:pt x="195024" y="90145"/>
                </a:lnTo>
                <a:cubicBezTo>
                  <a:pt x="198005" y="93125"/>
                  <a:pt x="198473" y="97814"/>
                  <a:pt x="196129" y="101296"/>
                </a:cubicBezTo>
                <a:lnTo>
                  <a:pt x="188327" y="112983"/>
                </a:lnTo>
                <a:cubicBezTo>
                  <a:pt x="188963" y="114557"/>
                  <a:pt x="189533" y="116198"/>
                  <a:pt x="190001" y="117905"/>
                </a:cubicBezTo>
                <a:cubicBezTo>
                  <a:pt x="190470" y="119613"/>
                  <a:pt x="190772" y="121287"/>
                  <a:pt x="191006" y="122995"/>
                </a:cubicBezTo>
                <a:lnTo>
                  <a:pt x="203630" y="129224"/>
                </a:lnTo>
                <a:cubicBezTo>
                  <a:pt x="207414" y="131099"/>
                  <a:pt x="209357" y="135385"/>
                  <a:pt x="208251" y="139437"/>
                </a:cubicBezTo>
                <a:lnTo>
                  <a:pt x="205907" y="148210"/>
                </a:lnTo>
                <a:cubicBezTo>
                  <a:pt x="204802" y="152262"/>
                  <a:pt x="201018" y="155008"/>
                  <a:pt x="196799" y="154740"/>
                </a:cubicBezTo>
                <a:lnTo>
                  <a:pt x="182735" y="153836"/>
                </a:lnTo>
                <a:cubicBezTo>
                  <a:pt x="180625" y="156549"/>
                  <a:pt x="178181" y="159060"/>
                  <a:pt x="175401" y="161203"/>
                </a:cubicBezTo>
                <a:lnTo>
                  <a:pt x="176306" y="175234"/>
                </a:lnTo>
                <a:cubicBezTo>
                  <a:pt x="176573" y="179453"/>
                  <a:pt x="173828" y="183271"/>
                  <a:pt x="169776" y="184342"/>
                </a:cubicBezTo>
                <a:lnTo>
                  <a:pt x="161002" y="186686"/>
                </a:lnTo>
                <a:cubicBezTo>
                  <a:pt x="156917" y="187791"/>
                  <a:pt x="152664" y="185849"/>
                  <a:pt x="150789" y="182065"/>
                </a:cubicBezTo>
                <a:lnTo>
                  <a:pt x="144560" y="169474"/>
                </a:lnTo>
                <a:cubicBezTo>
                  <a:pt x="141111" y="169005"/>
                  <a:pt x="137729" y="168068"/>
                  <a:pt x="134548" y="166762"/>
                </a:cubicBezTo>
                <a:lnTo>
                  <a:pt x="122828" y="174564"/>
                </a:lnTo>
                <a:cubicBezTo>
                  <a:pt x="119312" y="176908"/>
                  <a:pt x="114657" y="176439"/>
                  <a:pt x="111677" y="173459"/>
                </a:cubicBezTo>
                <a:lnTo>
                  <a:pt x="105248" y="167030"/>
                </a:lnTo>
                <a:cubicBezTo>
                  <a:pt x="102267" y="164050"/>
                  <a:pt x="101798" y="159395"/>
                  <a:pt x="104142" y="155879"/>
                </a:cubicBezTo>
                <a:lnTo>
                  <a:pt x="111945" y="144159"/>
                </a:lnTo>
                <a:cubicBezTo>
                  <a:pt x="111309" y="142585"/>
                  <a:pt x="110739" y="140944"/>
                  <a:pt x="110270" y="139236"/>
                </a:cubicBezTo>
                <a:cubicBezTo>
                  <a:pt x="109802" y="137528"/>
                  <a:pt x="109500" y="135821"/>
                  <a:pt x="109266" y="134146"/>
                </a:cubicBezTo>
                <a:lnTo>
                  <a:pt x="96642" y="127918"/>
                </a:lnTo>
                <a:cubicBezTo>
                  <a:pt x="92858" y="126043"/>
                  <a:pt x="90949" y="121756"/>
                  <a:pt x="92020" y="117704"/>
                </a:cubicBezTo>
                <a:lnTo>
                  <a:pt x="94364" y="108931"/>
                </a:lnTo>
                <a:cubicBezTo>
                  <a:pt x="95470" y="104879"/>
                  <a:pt x="99253" y="102133"/>
                  <a:pt x="103473" y="102401"/>
                </a:cubicBezTo>
                <a:lnTo>
                  <a:pt x="117504" y="103305"/>
                </a:lnTo>
                <a:cubicBezTo>
                  <a:pt x="119613" y="100593"/>
                  <a:pt x="122058" y="98081"/>
                  <a:pt x="124837" y="95938"/>
                </a:cubicBezTo>
                <a:lnTo>
                  <a:pt x="123933" y="81941"/>
                </a:lnTo>
                <a:cubicBezTo>
                  <a:pt x="123665" y="77722"/>
                  <a:pt x="126411" y="73904"/>
                  <a:pt x="130463" y="72833"/>
                </a:cubicBezTo>
                <a:lnTo>
                  <a:pt x="139236" y="70489"/>
                </a:lnTo>
                <a:close/>
                <a:moveTo>
                  <a:pt x="150153" y="113854"/>
                </a:moveTo>
                <a:cubicBezTo>
                  <a:pt x="142021" y="113863"/>
                  <a:pt x="135426" y="120472"/>
                  <a:pt x="135435" y="128604"/>
                </a:cubicBezTo>
                <a:cubicBezTo>
                  <a:pt x="135445" y="136736"/>
                  <a:pt x="142054" y="143331"/>
                  <a:pt x="150186" y="143321"/>
                </a:cubicBezTo>
                <a:cubicBezTo>
                  <a:pt x="158318" y="143312"/>
                  <a:pt x="164913" y="136703"/>
                  <a:pt x="164903" y="128571"/>
                </a:cubicBezTo>
                <a:cubicBezTo>
                  <a:pt x="164894" y="120439"/>
                  <a:pt x="158285" y="113844"/>
                  <a:pt x="150153" y="113854"/>
                </a:cubicBezTo>
                <a:close/>
                <a:moveTo>
                  <a:pt x="75311" y="-15236"/>
                </a:moveTo>
                <a:lnTo>
                  <a:pt x="84084" y="-12892"/>
                </a:lnTo>
                <a:cubicBezTo>
                  <a:pt x="88136" y="-11787"/>
                  <a:pt x="90882" y="-7970"/>
                  <a:pt x="90614" y="-3784"/>
                </a:cubicBezTo>
                <a:lnTo>
                  <a:pt x="89710" y="10213"/>
                </a:lnTo>
                <a:cubicBezTo>
                  <a:pt x="92489" y="12356"/>
                  <a:pt x="94934" y="14834"/>
                  <a:pt x="97043" y="17580"/>
                </a:cubicBezTo>
                <a:lnTo>
                  <a:pt x="111108" y="16676"/>
                </a:lnTo>
                <a:cubicBezTo>
                  <a:pt x="115293" y="16408"/>
                  <a:pt x="119111" y="19154"/>
                  <a:pt x="120216" y="23206"/>
                </a:cubicBezTo>
                <a:lnTo>
                  <a:pt x="122560" y="31979"/>
                </a:lnTo>
                <a:cubicBezTo>
                  <a:pt x="123632" y="36031"/>
                  <a:pt x="121723" y="40318"/>
                  <a:pt x="117939" y="42193"/>
                </a:cubicBezTo>
                <a:lnTo>
                  <a:pt x="105315" y="48421"/>
                </a:lnTo>
                <a:cubicBezTo>
                  <a:pt x="105080" y="50129"/>
                  <a:pt x="104745" y="51837"/>
                  <a:pt x="104310" y="53511"/>
                </a:cubicBezTo>
                <a:cubicBezTo>
                  <a:pt x="103875" y="55185"/>
                  <a:pt x="103272" y="56860"/>
                  <a:pt x="102636" y="58434"/>
                </a:cubicBezTo>
                <a:lnTo>
                  <a:pt x="110438" y="70154"/>
                </a:lnTo>
                <a:cubicBezTo>
                  <a:pt x="112782" y="73670"/>
                  <a:pt x="112313" y="78325"/>
                  <a:pt x="109333" y="81305"/>
                </a:cubicBezTo>
                <a:lnTo>
                  <a:pt x="102903" y="87734"/>
                </a:lnTo>
                <a:cubicBezTo>
                  <a:pt x="99923" y="90714"/>
                  <a:pt x="95269" y="91183"/>
                  <a:pt x="91753" y="88839"/>
                </a:cubicBezTo>
                <a:lnTo>
                  <a:pt x="80032" y="81037"/>
                </a:lnTo>
                <a:cubicBezTo>
                  <a:pt x="76851" y="82343"/>
                  <a:pt x="73469" y="83280"/>
                  <a:pt x="70020" y="83749"/>
                </a:cubicBezTo>
                <a:lnTo>
                  <a:pt x="63791" y="96340"/>
                </a:lnTo>
                <a:cubicBezTo>
                  <a:pt x="61916" y="100124"/>
                  <a:pt x="57630" y="102033"/>
                  <a:pt x="53578" y="100961"/>
                </a:cubicBezTo>
                <a:lnTo>
                  <a:pt x="44805" y="98617"/>
                </a:lnTo>
                <a:cubicBezTo>
                  <a:pt x="40719" y="97512"/>
                  <a:pt x="38007" y="93695"/>
                  <a:pt x="38275" y="89509"/>
                </a:cubicBezTo>
                <a:lnTo>
                  <a:pt x="39179" y="75478"/>
                </a:lnTo>
                <a:cubicBezTo>
                  <a:pt x="36400" y="73335"/>
                  <a:pt x="33955" y="70857"/>
                  <a:pt x="31845" y="68111"/>
                </a:cubicBezTo>
                <a:lnTo>
                  <a:pt x="17781" y="69015"/>
                </a:lnTo>
                <a:cubicBezTo>
                  <a:pt x="13595" y="69283"/>
                  <a:pt x="9778" y="66537"/>
                  <a:pt x="8673" y="62485"/>
                </a:cubicBezTo>
                <a:lnTo>
                  <a:pt x="6329" y="53712"/>
                </a:lnTo>
                <a:cubicBezTo>
                  <a:pt x="5257" y="49660"/>
                  <a:pt x="7166" y="45374"/>
                  <a:pt x="10950" y="43499"/>
                </a:cubicBezTo>
                <a:lnTo>
                  <a:pt x="23574" y="37270"/>
                </a:lnTo>
                <a:cubicBezTo>
                  <a:pt x="23809" y="35562"/>
                  <a:pt x="24144" y="33888"/>
                  <a:pt x="24579" y="32180"/>
                </a:cubicBezTo>
                <a:cubicBezTo>
                  <a:pt x="25048" y="30473"/>
                  <a:pt x="25584" y="28832"/>
                  <a:pt x="26253" y="27258"/>
                </a:cubicBezTo>
                <a:lnTo>
                  <a:pt x="18451" y="15571"/>
                </a:lnTo>
                <a:cubicBezTo>
                  <a:pt x="16107" y="12055"/>
                  <a:pt x="16576" y="7400"/>
                  <a:pt x="19556" y="4420"/>
                </a:cubicBezTo>
                <a:lnTo>
                  <a:pt x="25985" y="-2009"/>
                </a:lnTo>
                <a:cubicBezTo>
                  <a:pt x="28966" y="-4989"/>
                  <a:pt x="33620" y="-5458"/>
                  <a:pt x="37136" y="-3114"/>
                </a:cubicBezTo>
                <a:lnTo>
                  <a:pt x="48857" y="4688"/>
                </a:lnTo>
                <a:cubicBezTo>
                  <a:pt x="52038" y="3382"/>
                  <a:pt x="55420" y="2445"/>
                  <a:pt x="58869" y="1976"/>
                </a:cubicBezTo>
                <a:lnTo>
                  <a:pt x="65097" y="-10615"/>
                </a:lnTo>
                <a:cubicBezTo>
                  <a:pt x="66973" y="-14399"/>
                  <a:pt x="71225" y="-16308"/>
                  <a:pt x="75311" y="-15236"/>
                </a:cubicBezTo>
                <a:close/>
                <a:moveTo>
                  <a:pt x="64428" y="28129"/>
                </a:moveTo>
                <a:cubicBezTo>
                  <a:pt x="56296" y="28129"/>
                  <a:pt x="49694" y="34731"/>
                  <a:pt x="49694" y="42863"/>
                </a:cubicBezTo>
                <a:cubicBezTo>
                  <a:pt x="49694" y="50994"/>
                  <a:pt x="56296" y="57596"/>
                  <a:pt x="64428" y="57596"/>
                </a:cubicBezTo>
                <a:cubicBezTo>
                  <a:pt x="72560" y="57596"/>
                  <a:pt x="79162" y="50994"/>
                  <a:pt x="79162" y="42863"/>
                </a:cubicBezTo>
                <a:cubicBezTo>
                  <a:pt x="79162" y="34731"/>
                  <a:pt x="72560" y="28129"/>
                  <a:pt x="64428" y="2812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3895725" y="1428750"/>
            <a:ext cx="128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Logic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895725" y="1695450"/>
            <a:ext cx="126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AB2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Services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438525" y="2093119"/>
            <a:ext cx="2428875" cy="666750"/>
          </a:xfrm>
          <a:custGeom>
            <a:avLst/>
            <a:gdLst/>
            <a:ahLst/>
            <a:cxnLst/>
            <a:rect l="l" t="t" r="r" b="b"/>
            <a:pathLst>
              <a:path w="2428875" h="666750">
                <a:moveTo>
                  <a:pt x="76203" y="0"/>
                </a:moveTo>
                <a:lnTo>
                  <a:pt x="2352672" y="0"/>
                </a:lnTo>
                <a:cubicBezTo>
                  <a:pt x="2394730" y="0"/>
                  <a:pt x="2428875" y="34145"/>
                  <a:pt x="2428875" y="76203"/>
                </a:cubicBezTo>
                <a:lnTo>
                  <a:pt x="2428875" y="590547"/>
                </a:lnTo>
                <a:cubicBezTo>
                  <a:pt x="2428875" y="632605"/>
                  <a:pt x="2394730" y="666750"/>
                  <a:pt x="2352672" y="666750"/>
                </a:cubicBezTo>
                <a:lnTo>
                  <a:pt x="76203" y="666750"/>
                </a:lnTo>
                <a:cubicBezTo>
                  <a:pt x="34145" y="666750"/>
                  <a:pt x="0" y="632605"/>
                  <a:pt x="0" y="5905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525441" y="2197894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64591" y="22920"/>
                </a:moveTo>
                <a:lnTo>
                  <a:pt x="85427" y="22920"/>
                </a:lnTo>
                <a:lnTo>
                  <a:pt x="85427" y="35421"/>
                </a:lnTo>
                <a:lnTo>
                  <a:pt x="64591" y="35421"/>
                </a:lnTo>
                <a:lnTo>
                  <a:pt x="64591" y="22920"/>
                </a:lnTo>
                <a:close/>
                <a:moveTo>
                  <a:pt x="62508" y="8334"/>
                </a:moveTo>
                <a:cubicBezTo>
                  <a:pt x="55606" y="8334"/>
                  <a:pt x="50006" y="13934"/>
                  <a:pt x="50006" y="20836"/>
                </a:cubicBezTo>
                <a:lnTo>
                  <a:pt x="50006" y="37505"/>
                </a:lnTo>
                <a:cubicBezTo>
                  <a:pt x="50006" y="44407"/>
                  <a:pt x="55606" y="50006"/>
                  <a:pt x="62508" y="50006"/>
                </a:cubicBezTo>
                <a:lnTo>
                  <a:pt x="66675" y="50006"/>
                </a:lnTo>
                <a:lnTo>
                  <a:pt x="66675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33337" y="75009"/>
                </a:lnTo>
                <a:lnTo>
                  <a:pt x="33337" y="83344"/>
                </a:lnTo>
                <a:lnTo>
                  <a:pt x="29170" y="83344"/>
                </a:lnTo>
                <a:cubicBezTo>
                  <a:pt x="22268" y="83344"/>
                  <a:pt x="16669" y="88943"/>
                  <a:pt x="16669" y="95845"/>
                </a:cubicBezTo>
                <a:lnTo>
                  <a:pt x="16669" y="112514"/>
                </a:lnTo>
                <a:cubicBezTo>
                  <a:pt x="16669" y="119416"/>
                  <a:pt x="22268" y="125016"/>
                  <a:pt x="29170" y="125016"/>
                </a:cubicBezTo>
                <a:lnTo>
                  <a:pt x="54173" y="125016"/>
                </a:lnTo>
                <a:cubicBezTo>
                  <a:pt x="61075" y="125016"/>
                  <a:pt x="66675" y="119416"/>
                  <a:pt x="66675" y="112514"/>
                </a:cubicBezTo>
                <a:lnTo>
                  <a:pt x="66675" y="95845"/>
                </a:lnTo>
                <a:cubicBezTo>
                  <a:pt x="66675" y="88943"/>
                  <a:pt x="61075" y="83344"/>
                  <a:pt x="54173" y="83344"/>
                </a:cubicBezTo>
                <a:lnTo>
                  <a:pt x="50006" y="83344"/>
                </a:lnTo>
                <a:lnTo>
                  <a:pt x="50006" y="75009"/>
                </a:lnTo>
                <a:lnTo>
                  <a:pt x="100013" y="75009"/>
                </a:lnTo>
                <a:lnTo>
                  <a:pt x="100013" y="83344"/>
                </a:lnTo>
                <a:lnTo>
                  <a:pt x="95845" y="83344"/>
                </a:lnTo>
                <a:cubicBezTo>
                  <a:pt x="88943" y="83344"/>
                  <a:pt x="83344" y="88943"/>
                  <a:pt x="83344" y="95845"/>
                </a:cubicBezTo>
                <a:lnTo>
                  <a:pt x="83344" y="112514"/>
                </a:lnTo>
                <a:cubicBezTo>
                  <a:pt x="83344" y="119416"/>
                  <a:pt x="88943" y="125016"/>
                  <a:pt x="95845" y="125016"/>
                </a:cubicBezTo>
                <a:lnTo>
                  <a:pt x="120848" y="125016"/>
                </a:lnTo>
                <a:cubicBezTo>
                  <a:pt x="127750" y="125016"/>
                  <a:pt x="133350" y="119416"/>
                  <a:pt x="133350" y="112514"/>
                </a:cubicBezTo>
                <a:lnTo>
                  <a:pt x="133350" y="95845"/>
                </a:lnTo>
                <a:cubicBezTo>
                  <a:pt x="133350" y="88943"/>
                  <a:pt x="127750" y="83344"/>
                  <a:pt x="120848" y="83344"/>
                </a:cubicBezTo>
                <a:lnTo>
                  <a:pt x="116681" y="83344"/>
                </a:lnTo>
                <a:lnTo>
                  <a:pt x="116681" y="75009"/>
                </a:lnTo>
                <a:lnTo>
                  <a:pt x="141684" y="75009"/>
                </a:lnTo>
                <a:cubicBezTo>
                  <a:pt x="146294" y="75009"/>
                  <a:pt x="150019" y="71285"/>
                  <a:pt x="150019" y="66675"/>
                </a:cubicBezTo>
                <a:cubicBezTo>
                  <a:pt x="150019" y="62065"/>
                  <a:pt x="146294" y="58341"/>
                  <a:pt x="141684" y="58341"/>
                </a:cubicBezTo>
                <a:lnTo>
                  <a:pt x="83344" y="58341"/>
                </a:lnTo>
                <a:lnTo>
                  <a:pt x="83344" y="50006"/>
                </a:lnTo>
                <a:lnTo>
                  <a:pt x="87511" y="50006"/>
                </a:lnTo>
                <a:cubicBezTo>
                  <a:pt x="94413" y="50006"/>
                  <a:pt x="100013" y="44407"/>
                  <a:pt x="100013" y="37505"/>
                </a:cubicBezTo>
                <a:lnTo>
                  <a:pt x="100013" y="20836"/>
                </a:lnTo>
                <a:cubicBezTo>
                  <a:pt x="100013" y="13934"/>
                  <a:pt x="94413" y="8334"/>
                  <a:pt x="87511" y="8334"/>
                </a:cubicBezTo>
                <a:lnTo>
                  <a:pt x="62508" y="8334"/>
                </a:lnTo>
                <a:close/>
                <a:moveTo>
                  <a:pt x="116681" y="97929"/>
                </a:moveTo>
                <a:lnTo>
                  <a:pt x="118765" y="97929"/>
                </a:lnTo>
                <a:lnTo>
                  <a:pt x="118765" y="110430"/>
                </a:lnTo>
                <a:lnTo>
                  <a:pt x="97929" y="110430"/>
                </a:lnTo>
                <a:lnTo>
                  <a:pt x="97929" y="97929"/>
                </a:lnTo>
                <a:lnTo>
                  <a:pt x="116681" y="97929"/>
                </a:lnTo>
                <a:close/>
                <a:moveTo>
                  <a:pt x="50006" y="97929"/>
                </a:moveTo>
                <a:lnTo>
                  <a:pt x="52090" y="97929"/>
                </a:lnTo>
                <a:lnTo>
                  <a:pt x="52090" y="110430"/>
                </a:lnTo>
                <a:lnTo>
                  <a:pt x="31254" y="110430"/>
                </a:lnTo>
                <a:lnTo>
                  <a:pt x="31254" y="97929"/>
                </a:lnTo>
                <a:lnTo>
                  <a:pt x="50006" y="97929"/>
                </a:lnTo>
                <a:close/>
              </a:path>
            </a:pathLst>
          </a:custGeom>
          <a:solidFill>
            <a:srgbClr val="C27AFF"/>
          </a:solidFill>
          <a:ln/>
        </p:spPr>
      </p:sp>
      <p:sp>
        <p:nvSpPr>
          <p:cNvPr id="29" name="Text 27"/>
          <p:cNvSpPr/>
          <p:nvPr/>
        </p:nvSpPr>
        <p:spPr>
          <a:xfrm>
            <a:off x="3757613" y="2169319"/>
            <a:ext cx="100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Traffic Capture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514725" y="2397919"/>
            <a:ext cx="23336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Configure capture, parse packets, extract JSON-RPC, standardize data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438525" y="3021806"/>
            <a:ext cx="2428875" cy="666750"/>
          </a:xfrm>
          <a:custGeom>
            <a:avLst/>
            <a:gdLst/>
            <a:ahLst/>
            <a:cxnLst/>
            <a:rect l="l" t="t" r="r" b="b"/>
            <a:pathLst>
              <a:path w="2428875" h="666750">
                <a:moveTo>
                  <a:pt x="76203" y="0"/>
                </a:moveTo>
                <a:lnTo>
                  <a:pt x="2352672" y="0"/>
                </a:lnTo>
                <a:cubicBezTo>
                  <a:pt x="2394730" y="0"/>
                  <a:pt x="2428875" y="34145"/>
                  <a:pt x="2428875" y="76203"/>
                </a:cubicBezTo>
                <a:lnTo>
                  <a:pt x="2428875" y="590547"/>
                </a:lnTo>
                <a:cubicBezTo>
                  <a:pt x="2428875" y="632605"/>
                  <a:pt x="2394730" y="666750"/>
                  <a:pt x="2352672" y="666750"/>
                </a:cubicBezTo>
                <a:lnTo>
                  <a:pt x="76203" y="666750"/>
                </a:lnTo>
                <a:cubicBezTo>
                  <a:pt x="34145" y="666750"/>
                  <a:pt x="0" y="632605"/>
                  <a:pt x="0" y="5905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533775" y="312658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08347" y="54173"/>
                </a:moveTo>
                <a:cubicBezTo>
                  <a:pt x="108347" y="66128"/>
                  <a:pt x="104466" y="77171"/>
                  <a:pt x="97929" y="86131"/>
                </a:cubicBezTo>
                <a:lnTo>
                  <a:pt x="130902" y="119129"/>
                </a:lnTo>
                <a:cubicBezTo>
                  <a:pt x="134157" y="122385"/>
                  <a:pt x="134157" y="127672"/>
                  <a:pt x="130902" y="130928"/>
                </a:cubicBezTo>
                <a:cubicBezTo>
                  <a:pt x="127646" y="134183"/>
                  <a:pt x="122359" y="134183"/>
                  <a:pt x="119103" y="130928"/>
                </a:cubicBezTo>
                <a:lnTo>
                  <a:pt x="86131" y="97929"/>
                </a:lnTo>
                <a:cubicBezTo>
                  <a:pt x="77171" y="104466"/>
                  <a:pt x="66128" y="108347"/>
                  <a:pt x="54173" y="108347"/>
                </a:cubicBezTo>
                <a:cubicBezTo>
                  <a:pt x="24248" y="108347"/>
                  <a:pt x="0" y="84099"/>
                  <a:pt x="0" y="54173"/>
                </a:cubicBezTo>
                <a:cubicBezTo>
                  <a:pt x="0" y="24248"/>
                  <a:pt x="24248" y="0"/>
                  <a:pt x="54173" y="0"/>
                </a:cubicBezTo>
                <a:cubicBezTo>
                  <a:pt x="84099" y="0"/>
                  <a:pt x="108347" y="24248"/>
                  <a:pt x="108347" y="54173"/>
                </a:cubicBezTo>
                <a:close/>
                <a:moveTo>
                  <a:pt x="54173" y="91678"/>
                </a:moveTo>
                <a:cubicBezTo>
                  <a:pt x="74873" y="91678"/>
                  <a:pt x="91678" y="74873"/>
                  <a:pt x="91678" y="54173"/>
                </a:cubicBezTo>
                <a:cubicBezTo>
                  <a:pt x="91678" y="33474"/>
                  <a:pt x="74873" y="16669"/>
                  <a:pt x="54173" y="16669"/>
                </a:cubicBezTo>
                <a:cubicBezTo>
                  <a:pt x="33474" y="16669"/>
                  <a:pt x="16669" y="33474"/>
                  <a:pt x="16669" y="54173"/>
                </a:cubicBezTo>
                <a:cubicBezTo>
                  <a:pt x="16669" y="74873"/>
                  <a:pt x="33474" y="91678"/>
                  <a:pt x="54173" y="91678"/>
                </a:cubicBezTo>
                <a:close/>
              </a:path>
            </a:pathLst>
          </a:custGeom>
          <a:solidFill>
            <a:srgbClr val="C27AFF"/>
          </a:solidFill>
          <a:ln/>
        </p:spPr>
      </p:sp>
      <p:sp>
        <p:nvSpPr>
          <p:cNvPr id="33" name="Text 31"/>
          <p:cNvSpPr/>
          <p:nvPr/>
        </p:nvSpPr>
        <p:spPr>
          <a:xfrm>
            <a:off x="3757613" y="3098006"/>
            <a:ext cx="1162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Privacy Detection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514725" y="3326606"/>
            <a:ext cx="23336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Apply rules, classify leakage, calculate confidence, real-time &amp; batch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438525" y="3950494"/>
            <a:ext cx="2428875" cy="666750"/>
          </a:xfrm>
          <a:custGeom>
            <a:avLst/>
            <a:gdLst/>
            <a:ahLst/>
            <a:cxnLst/>
            <a:rect l="l" t="t" r="r" b="b"/>
            <a:pathLst>
              <a:path w="2428875" h="666750">
                <a:moveTo>
                  <a:pt x="76203" y="0"/>
                </a:moveTo>
                <a:lnTo>
                  <a:pt x="2352672" y="0"/>
                </a:lnTo>
                <a:cubicBezTo>
                  <a:pt x="2394730" y="0"/>
                  <a:pt x="2428875" y="34145"/>
                  <a:pt x="2428875" y="76203"/>
                </a:cubicBezTo>
                <a:lnTo>
                  <a:pt x="2428875" y="590547"/>
                </a:lnTo>
                <a:cubicBezTo>
                  <a:pt x="2428875" y="632605"/>
                  <a:pt x="2394730" y="666750"/>
                  <a:pt x="2352672" y="666750"/>
                </a:cubicBezTo>
                <a:lnTo>
                  <a:pt x="76203" y="666750"/>
                </a:lnTo>
                <a:cubicBezTo>
                  <a:pt x="34145" y="666750"/>
                  <a:pt x="0" y="632605"/>
                  <a:pt x="0" y="5905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533775" y="4055269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6669" y="16669"/>
                </a:moveTo>
                <a:cubicBezTo>
                  <a:pt x="16669" y="12059"/>
                  <a:pt x="12944" y="8334"/>
                  <a:pt x="8334" y="8334"/>
                </a:cubicBezTo>
                <a:cubicBezTo>
                  <a:pt x="3724" y="8334"/>
                  <a:pt x="0" y="12059"/>
                  <a:pt x="0" y="16669"/>
                </a:cubicBezTo>
                <a:lnTo>
                  <a:pt x="0" y="104180"/>
                </a:lnTo>
                <a:cubicBezTo>
                  <a:pt x="0" y="115692"/>
                  <a:pt x="9324" y="125016"/>
                  <a:pt x="20836" y="125016"/>
                </a:cubicBezTo>
                <a:lnTo>
                  <a:pt x="125016" y="125016"/>
                </a:lnTo>
                <a:cubicBezTo>
                  <a:pt x="129626" y="125016"/>
                  <a:pt x="133350" y="121291"/>
                  <a:pt x="133350" y="116681"/>
                </a:cubicBezTo>
                <a:cubicBezTo>
                  <a:pt x="133350" y="112071"/>
                  <a:pt x="129626" y="108347"/>
                  <a:pt x="125016" y="108347"/>
                </a:cubicBezTo>
                <a:lnTo>
                  <a:pt x="20836" y="108347"/>
                </a:lnTo>
                <a:cubicBezTo>
                  <a:pt x="18544" y="108347"/>
                  <a:pt x="16669" y="106472"/>
                  <a:pt x="16669" y="104180"/>
                </a:cubicBezTo>
                <a:lnTo>
                  <a:pt x="16669" y="16669"/>
                </a:lnTo>
                <a:close/>
                <a:moveTo>
                  <a:pt x="122567" y="39224"/>
                </a:moveTo>
                <a:cubicBezTo>
                  <a:pt x="125823" y="35968"/>
                  <a:pt x="125823" y="30681"/>
                  <a:pt x="122567" y="27425"/>
                </a:cubicBezTo>
                <a:cubicBezTo>
                  <a:pt x="119312" y="24170"/>
                  <a:pt x="114025" y="24170"/>
                  <a:pt x="110769" y="27425"/>
                </a:cubicBezTo>
                <a:lnTo>
                  <a:pt x="83344" y="54877"/>
                </a:lnTo>
                <a:lnTo>
                  <a:pt x="68394" y="39953"/>
                </a:lnTo>
                <a:cubicBezTo>
                  <a:pt x="65138" y="36697"/>
                  <a:pt x="59851" y="36697"/>
                  <a:pt x="56596" y="39953"/>
                </a:cubicBezTo>
                <a:lnTo>
                  <a:pt x="31592" y="64956"/>
                </a:lnTo>
                <a:cubicBezTo>
                  <a:pt x="28337" y="68212"/>
                  <a:pt x="28337" y="73499"/>
                  <a:pt x="31592" y="76754"/>
                </a:cubicBezTo>
                <a:cubicBezTo>
                  <a:pt x="34848" y="80010"/>
                  <a:pt x="40135" y="80010"/>
                  <a:pt x="43391" y="76754"/>
                </a:cubicBezTo>
                <a:lnTo>
                  <a:pt x="62508" y="57637"/>
                </a:lnTo>
                <a:lnTo>
                  <a:pt x="77458" y="72587"/>
                </a:lnTo>
                <a:cubicBezTo>
                  <a:pt x="80713" y="75843"/>
                  <a:pt x="86000" y="75843"/>
                  <a:pt x="89256" y="72587"/>
                </a:cubicBezTo>
                <a:lnTo>
                  <a:pt x="122593" y="39250"/>
                </a:lnTo>
                <a:close/>
              </a:path>
            </a:pathLst>
          </a:custGeom>
          <a:solidFill>
            <a:srgbClr val="C27AFF"/>
          </a:solidFill>
          <a:ln/>
        </p:spPr>
      </p:sp>
      <p:sp>
        <p:nvSpPr>
          <p:cNvPr id="37" name="Text 35"/>
          <p:cNvSpPr/>
          <p:nvPr/>
        </p:nvSpPr>
        <p:spPr>
          <a:xfrm>
            <a:off x="3757613" y="4026694"/>
            <a:ext cx="112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Assessment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514725" y="4255294"/>
            <a:ext cx="23336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Multi-dimensional metrics, aggregate scores, generate reports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438525" y="4879181"/>
            <a:ext cx="2428875" cy="666750"/>
          </a:xfrm>
          <a:custGeom>
            <a:avLst/>
            <a:gdLst/>
            <a:ahLst/>
            <a:cxnLst/>
            <a:rect l="l" t="t" r="r" b="b"/>
            <a:pathLst>
              <a:path w="2428875" h="666750">
                <a:moveTo>
                  <a:pt x="76203" y="0"/>
                </a:moveTo>
                <a:lnTo>
                  <a:pt x="2352672" y="0"/>
                </a:lnTo>
                <a:cubicBezTo>
                  <a:pt x="2394730" y="0"/>
                  <a:pt x="2428875" y="34145"/>
                  <a:pt x="2428875" y="76203"/>
                </a:cubicBezTo>
                <a:lnTo>
                  <a:pt x="2428875" y="590547"/>
                </a:lnTo>
                <a:cubicBezTo>
                  <a:pt x="2428875" y="632605"/>
                  <a:pt x="2394730" y="666750"/>
                  <a:pt x="2352672" y="666750"/>
                </a:cubicBezTo>
                <a:lnTo>
                  <a:pt x="76203" y="666750"/>
                </a:lnTo>
                <a:cubicBezTo>
                  <a:pt x="34145" y="666750"/>
                  <a:pt x="0" y="632605"/>
                  <a:pt x="0" y="5905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533775" y="498395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7164" y="59513"/>
                </a:moveTo>
                <a:cubicBezTo>
                  <a:pt x="20628" y="35291"/>
                  <a:pt x="41490" y="16669"/>
                  <a:pt x="66675" y="16669"/>
                </a:cubicBezTo>
                <a:cubicBezTo>
                  <a:pt x="80479" y="16669"/>
                  <a:pt x="92980" y="22268"/>
                  <a:pt x="102044" y="31306"/>
                </a:cubicBezTo>
                <a:cubicBezTo>
                  <a:pt x="102096" y="31358"/>
                  <a:pt x="102148" y="31410"/>
                  <a:pt x="102200" y="31462"/>
                </a:cubicBezTo>
                <a:lnTo>
                  <a:pt x="104180" y="33337"/>
                </a:lnTo>
                <a:lnTo>
                  <a:pt x="91704" y="33337"/>
                </a:lnTo>
                <a:cubicBezTo>
                  <a:pt x="87094" y="33337"/>
                  <a:pt x="83370" y="37062"/>
                  <a:pt x="83370" y="41672"/>
                </a:cubicBezTo>
                <a:cubicBezTo>
                  <a:pt x="83370" y="46282"/>
                  <a:pt x="87094" y="50006"/>
                  <a:pt x="91704" y="50006"/>
                </a:cubicBezTo>
                <a:lnTo>
                  <a:pt x="125042" y="50006"/>
                </a:lnTo>
                <a:cubicBezTo>
                  <a:pt x="129652" y="50006"/>
                  <a:pt x="133376" y="46282"/>
                  <a:pt x="133376" y="41672"/>
                </a:cubicBezTo>
                <a:lnTo>
                  <a:pt x="133376" y="8334"/>
                </a:lnTo>
                <a:cubicBezTo>
                  <a:pt x="133376" y="3724"/>
                  <a:pt x="129652" y="0"/>
                  <a:pt x="125042" y="0"/>
                </a:cubicBezTo>
                <a:cubicBezTo>
                  <a:pt x="120432" y="0"/>
                  <a:pt x="116707" y="3724"/>
                  <a:pt x="116707" y="8334"/>
                </a:cubicBezTo>
                <a:lnTo>
                  <a:pt x="116707" y="22242"/>
                </a:lnTo>
                <a:lnTo>
                  <a:pt x="113764" y="19456"/>
                </a:lnTo>
                <a:cubicBezTo>
                  <a:pt x="101705" y="7449"/>
                  <a:pt x="85037" y="0"/>
                  <a:pt x="66675" y="0"/>
                </a:cubicBezTo>
                <a:cubicBezTo>
                  <a:pt x="33077" y="0"/>
                  <a:pt x="5287" y="24847"/>
                  <a:pt x="677" y="57169"/>
                </a:cubicBezTo>
                <a:cubicBezTo>
                  <a:pt x="26" y="61726"/>
                  <a:pt x="3177" y="65946"/>
                  <a:pt x="7735" y="66597"/>
                </a:cubicBezTo>
                <a:cubicBezTo>
                  <a:pt x="12293" y="67248"/>
                  <a:pt x="16512" y="64071"/>
                  <a:pt x="17164" y="59539"/>
                </a:cubicBezTo>
                <a:close/>
                <a:moveTo>
                  <a:pt x="132673" y="76181"/>
                </a:moveTo>
                <a:cubicBezTo>
                  <a:pt x="133324" y="71624"/>
                  <a:pt x="130146" y="67404"/>
                  <a:pt x="125615" y="66753"/>
                </a:cubicBezTo>
                <a:cubicBezTo>
                  <a:pt x="121083" y="66102"/>
                  <a:pt x="116838" y="69279"/>
                  <a:pt x="116186" y="73811"/>
                </a:cubicBezTo>
                <a:cubicBezTo>
                  <a:pt x="112722" y="98033"/>
                  <a:pt x="91860" y="116655"/>
                  <a:pt x="66675" y="116655"/>
                </a:cubicBezTo>
                <a:cubicBezTo>
                  <a:pt x="52871" y="116655"/>
                  <a:pt x="40370" y="111056"/>
                  <a:pt x="31306" y="102018"/>
                </a:cubicBezTo>
                <a:cubicBezTo>
                  <a:pt x="31254" y="101966"/>
                  <a:pt x="31202" y="101914"/>
                  <a:pt x="31150" y="101862"/>
                </a:cubicBezTo>
                <a:lnTo>
                  <a:pt x="29170" y="99986"/>
                </a:lnTo>
                <a:lnTo>
                  <a:pt x="41646" y="99986"/>
                </a:lnTo>
                <a:cubicBezTo>
                  <a:pt x="46256" y="99986"/>
                  <a:pt x="49980" y="96262"/>
                  <a:pt x="49980" y="91652"/>
                </a:cubicBezTo>
                <a:cubicBezTo>
                  <a:pt x="49980" y="87042"/>
                  <a:pt x="46256" y="83318"/>
                  <a:pt x="41646" y="83318"/>
                </a:cubicBezTo>
                <a:lnTo>
                  <a:pt x="8334" y="83344"/>
                </a:lnTo>
                <a:cubicBezTo>
                  <a:pt x="6121" y="83344"/>
                  <a:pt x="3985" y="84229"/>
                  <a:pt x="2422" y="85818"/>
                </a:cubicBezTo>
                <a:cubicBezTo>
                  <a:pt x="859" y="87407"/>
                  <a:pt x="-26" y="89516"/>
                  <a:pt x="0" y="91756"/>
                </a:cubicBezTo>
                <a:lnTo>
                  <a:pt x="260" y="124833"/>
                </a:lnTo>
                <a:cubicBezTo>
                  <a:pt x="286" y="129443"/>
                  <a:pt x="4063" y="133142"/>
                  <a:pt x="8673" y="133090"/>
                </a:cubicBezTo>
                <a:cubicBezTo>
                  <a:pt x="13283" y="133037"/>
                  <a:pt x="16981" y="129287"/>
                  <a:pt x="16929" y="124677"/>
                </a:cubicBezTo>
                <a:lnTo>
                  <a:pt x="16825" y="111264"/>
                </a:lnTo>
                <a:lnTo>
                  <a:pt x="19612" y="113894"/>
                </a:lnTo>
                <a:cubicBezTo>
                  <a:pt x="31671" y="125901"/>
                  <a:pt x="48313" y="133350"/>
                  <a:pt x="66675" y="133350"/>
                </a:cubicBezTo>
                <a:cubicBezTo>
                  <a:pt x="100273" y="133350"/>
                  <a:pt x="128063" y="108503"/>
                  <a:pt x="132673" y="76181"/>
                </a:cubicBezTo>
                <a:close/>
              </a:path>
            </a:pathLst>
          </a:custGeom>
          <a:solidFill>
            <a:srgbClr val="C27AFF"/>
          </a:solidFill>
          <a:ln/>
        </p:spPr>
      </p:sp>
      <p:sp>
        <p:nvSpPr>
          <p:cNvPr id="41" name="Text 39"/>
          <p:cNvSpPr/>
          <p:nvPr/>
        </p:nvSpPr>
        <p:spPr>
          <a:xfrm>
            <a:off x="3757613" y="4955381"/>
            <a:ext cx="108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 Service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514725" y="5183981"/>
            <a:ext cx="23336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Statistical analysis, trend detection, visualization datasets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62675" y="1266825"/>
            <a:ext cx="2752725" cy="4533900"/>
          </a:xfrm>
          <a:custGeom>
            <a:avLst/>
            <a:gdLst/>
            <a:ahLst/>
            <a:cxnLst/>
            <a:rect l="l" t="t" r="r" b="b"/>
            <a:pathLst>
              <a:path w="2752725" h="4533900">
                <a:moveTo>
                  <a:pt x="114293" y="0"/>
                </a:moveTo>
                <a:lnTo>
                  <a:pt x="2638432" y="0"/>
                </a:lnTo>
                <a:cubicBezTo>
                  <a:pt x="2701512" y="0"/>
                  <a:pt x="2752725" y="51213"/>
                  <a:pt x="2752725" y="114293"/>
                </a:cubicBezTo>
                <a:lnTo>
                  <a:pt x="2752725" y="4419607"/>
                </a:lnTo>
                <a:cubicBezTo>
                  <a:pt x="2752725" y="4482687"/>
                  <a:pt x="2701512" y="4533900"/>
                  <a:pt x="2638432" y="4533900"/>
                </a:cubicBezTo>
                <a:lnTo>
                  <a:pt x="114293" y="4533900"/>
                </a:lnTo>
                <a:cubicBezTo>
                  <a:pt x="51213" y="4533900"/>
                  <a:pt x="0" y="4482687"/>
                  <a:pt x="0" y="441960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0D542B">
                  <a:alpha val="40000"/>
                </a:srgbClr>
              </a:gs>
              <a:gs pos="100000">
                <a:srgbClr val="004F3B">
                  <a:alpha val="40000"/>
                </a:srgbClr>
              </a:gs>
            </a:gsLst>
            <a:lin ang="2700000" scaled="1"/>
          </a:gradFill>
          <a:ln w="25400">
            <a:solidFill>
              <a:srgbClr val="00C950">
                <a:alpha val="5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24600" y="1466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  <a:ln/>
        </p:spPr>
      </p:sp>
      <p:sp>
        <p:nvSpPr>
          <p:cNvPr id="45" name="Shape 43"/>
          <p:cNvSpPr/>
          <p:nvPr/>
        </p:nvSpPr>
        <p:spPr>
          <a:xfrm>
            <a:off x="6442472" y="15716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53578"/>
                </a:lnTo>
                <a:cubicBezTo>
                  <a:pt x="0" y="65399"/>
                  <a:pt x="9611" y="75009"/>
                  <a:pt x="21431" y="75009"/>
                </a:cubicBezTo>
                <a:lnTo>
                  <a:pt x="128588" y="75009"/>
                </a:lnTo>
                <a:cubicBezTo>
                  <a:pt x="140408" y="75009"/>
                  <a:pt x="150019" y="65399"/>
                  <a:pt x="150019" y="53578"/>
                </a:cubicBezTo>
                <a:lnTo>
                  <a:pt x="150019" y="32147"/>
                </a:lnTo>
                <a:cubicBezTo>
                  <a:pt x="150019" y="20326"/>
                  <a:pt x="140408" y="10716"/>
                  <a:pt x="128588" y="10716"/>
                </a:cubicBezTo>
                <a:lnTo>
                  <a:pt x="21431" y="10716"/>
                </a:lnTo>
                <a:close/>
                <a:moveTo>
                  <a:pt x="93762" y="34826"/>
                </a:moveTo>
                <a:cubicBezTo>
                  <a:pt x="98197" y="34826"/>
                  <a:pt x="101798" y="38427"/>
                  <a:pt x="101798" y="42863"/>
                </a:cubicBezTo>
                <a:cubicBezTo>
                  <a:pt x="101798" y="47298"/>
                  <a:pt x="98197" y="50899"/>
                  <a:pt x="93762" y="50899"/>
                </a:cubicBezTo>
                <a:cubicBezTo>
                  <a:pt x="89326" y="50899"/>
                  <a:pt x="85725" y="47298"/>
                  <a:pt x="85725" y="42863"/>
                </a:cubicBezTo>
                <a:cubicBezTo>
                  <a:pt x="85725" y="38427"/>
                  <a:pt x="89326" y="34826"/>
                  <a:pt x="93762" y="34826"/>
                </a:cubicBezTo>
                <a:close/>
                <a:moveTo>
                  <a:pt x="112514" y="42863"/>
                </a:moveTo>
                <a:cubicBezTo>
                  <a:pt x="112514" y="38427"/>
                  <a:pt x="116115" y="34826"/>
                  <a:pt x="120551" y="34826"/>
                </a:cubicBezTo>
                <a:cubicBezTo>
                  <a:pt x="124986" y="34826"/>
                  <a:pt x="128588" y="38427"/>
                  <a:pt x="128588" y="42863"/>
                </a:cubicBezTo>
                <a:cubicBezTo>
                  <a:pt x="128588" y="47298"/>
                  <a:pt x="124986" y="50899"/>
                  <a:pt x="120551" y="50899"/>
                </a:cubicBezTo>
                <a:cubicBezTo>
                  <a:pt x="116115" y="50899"/>
                  <a:pt x="112514" y="47298"/>
                  <a:pt x="112514" y="42863"/>
                </a:cubicBezTo>
                <a:close/>
                <a:moveTo>
                  <a:pt x="21431" y="96441"/>
                </a:moveTo>
                <a:cubicBezTo>
                  <a:pt x="9611" y="96441"/>
                  <a:pt x="0" y="106051"/>
                  <a:pt x="0" y="117872"/>
                </a:cubicBez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28588" y="160734"/>
                </a:lnTo>
                <a:cubicBezTo>
                  <a:pt x="140408" y="160734"/>
                  <a:pt x="150019" y="151124"/>
                  <a:pt x="150019" y="139303"/>
                </a:cubicBezTo>
                <a:lnTo>
                  <a:pt x="150019" y="117872"/>
                </a:lnTo>
                <a:cubicBezTo>
                  <a:pt x="150019" y="106051"/>
                  <a:pt x="140408" y="96441"/>
                  <a:pt x="128588" y="96441"/>
                </a:cubicBezTo>
                <a:lnTo>
                  <a:pt x="21431" y="96441"/>
                </a:lnTo>
                <a:close/>
                <a:moveTo>
                  <a:pt x="93762" y="120551"/>
                </a:moveTo>
                <a:cubicBezTo>
                  <a:pt x="98197" y="120551"/>
                  <a:pt x="101798" y="124152"/>
                  <a:pt x="101798" y="128588"/>
                </a:cubicBezTo>
                <a:cubicBezTo>
                  <a:pt x="101798" y="133023"/>
                  <a:pt x="98197" y="136624"/>
                  <a:pt x="93762" y="136624"/>
                </a:cubicBezTo>
                <a:cubicBezTo>
                  <a:pt x="89326" y="136624"/>
                  <a:pt x="85725" y="133023"/>
                  <a:pt x="85725" y="128588"/>
                </a:cubicBezTo>
                <a:cubicBezTo>
                  <a:pt x="85725" y="124152"/>
                  <a:pt x="89326" y="120551"/>
                  <a:pt x="93762" y="120551"/>
                </a:cubicBezTo>
                <a:close/>
                <a:moveTo>
                  <a:pt x="112514" y="128588"/>
                </a:moveTo>
                <a:cubicBezTo>
                  <a:pt x="112514" y="124152"/>
                  <a:pt x="116115" y="120551"/>
                  <a:pt x="120551" y="120551"/>
                </a:cubicBezTo>
                <a:cubicBezTo>
                  <a:pt x="124986" y="120551"/>
                  <a:pt x="128588" y="124152"/>
                  <a:pt x="128588" y="128588"/>
                </a:cubicBezTo>
                <a:cubicBezTo>
                  <a:pt x="128588" y="133023"/>
                  <a:pt x="124986" y="136624"/>
                  <a:pt x="120551" y="136624"/>
                </a:cubicBezTo>
                <a:cubicBezTo>
                  <a:pt x="116115" y="136624"/>
                  <a:pt x="112514" y="133023"/>
                  <a:pt x="112514" y="12858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6781800" y="1428750"/>
            <a:ext cx="1104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Gateway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781800" y="1695450"/>
            <a:ext cx="108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BF1A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FastAPI - Python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24600" y="2102644"/>
            <a:ext cx="2428875" cy="647700"/>
          </a:xfrm>
          <a:custGeom>
            <a:avLst/>
            <a:gdLst/>
            <a:ahLst/>
            <a:cxnLst/>
            <a:rect l="l" t="t" r="r" b="b"/>
            <a:pathLst>
              <a:path w="2428875" h="647700">
                <a:moveTo>
                  <a:pt x="76202" y="0"/>
                </a:moveTo>
                <a:lnTo>
                  <a:pt x="2352673" y="0"/>
                </a:lnTo>
                <a:cubicBezTo>
                  <a:pt x="2394758" y="0"/>
                  <a:pt x="2428875" y="34117"/>
                  <a:pt x="2428875" y="76202"/>
                </a:cubicBezTo>
                <a:lnTo>
                  <a:pt x="2428875" y="571498"/>
                </a:lnTo>
                <a:cubicBezTo>
                  <a:pt x="2428875" y="613583"/>
                  <a:pt x="2394758" y="647700"/>
                  <a:pt x="23526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466409" y="2235994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2863" y="-10716"/>
                </a:moveTo>
                <a:cubicBezTo>
                  <a:pt x="48790" y="-10716"/>
                  <a:pt x="53578" y="-5927"/>
                  <a:pt x="53578" y="0"/>
                </a:cubicBezTo>
                <a:lnTo>
                  <a:pt x="53578" y="32147"/>
                </a:lnTo>
                <a:lnTo>
                  <a:pt x="96441" y="32147"/>
                </a:lnTo>
                <a:lnTo>
                  <a:pt x="96441" y="0"/>
                </a:lnTo>
                <a:cubicBezTo>
                  <a:pt x="96441" y="-5927"/>
                  <a:pt x="101229" y="-10716"/>
                  <a:pt x="107156" y="-10716"/>
                </a:cubicBezTo>
                <a:cubicBezTo>
                  <a:pt x="113083" y="-10716"/>
                  <a:pt x="117872" y="-5927"/>
                  <a:pt x="117872" y="0"/>
                </a:cubicBezTo>
                <a:lnTo>
                  <a:pt x="117872" y="32147"/>
                </a:lnTo>
                <a:lnTo>
                  <a:pt x="139303" y="32147"/>
                </a:lnTo>
                <a:cubicBezTo>
                  <a:pt x="145230" y="32147"/>
                  <a:pt x="150019" y="36935"/>
                  <a:pt x="150019" y="42863"/>
                </a:cubicBezTo>
                <a:cubicBezTo>
                  <a:pt x="150019" y="48790"/>
                  <a:pt x="145230" y="53578"/>
                  <a:pt x="139303" y="53578"/>
                </a:cubicBezTo>
                <a:lnTo>
                  <a:pt x="139303" y="75009"/>
                </a:lnTo>
                <a:cubicBezTo>
                  <a:pt x="139303" y="106855"/>
                  <a:pt x="116131" y="133309"/>
                  <a:pt x="85725" y="138399"/>
                </a:cubicBezTo>
                <a:lnTo>
                  <a:pt x="85725" y="160734"/>
                </a:lnTo>
                <a:cubicBezTo>
                  <a:pt x="85725" y="166661"/>
                  <a:pt x="80936" y="171450"/>
                  <a:pt x="75009" y="171450"/>
                </a:cubicBezTo>
                <a:cubicBezTo>
                  <a:pt x="69082" y="171450"/>
                  <a:pt x="64294" y="166661"/>
                  <a:pt x="64294" y="160734"/>
                </a:cubicBezTo>
                <a:lnTo>
                  <a:pt x="64294" y="138399"/>
                </a:lnTo>
                <a:cubicBezTo>
                  <a:pt x="33888" y="133309"/>
                  <a:pt x="10716" y="106855"/>
                  <a:pt x="10716" y="75009"/>
                </a:cubicBezTo>
                <a:lnTo>
                  <a:pt x="10716" y="53578"/>
                </a:lnTo>
                <a:cubicBezTo>
                  <a:pt x="4789" y="53578"/>
                  <a:pt x="0" y="48790"/>
                  <a:pt x="0" y="42863"/>
                </a:cubicBezTo>
                <a:cubicBezTo>
                  <a:pt x="0" y="36935"/>
                  <a:pt x="4789" y="32147"/>
                  <a:pt x="10716" y="32147"/>
                </a:cubicBezTo>
                <a:lnTo>
                  <a:pt x="32147" y="32147"/>
                </a:lnTo>
                <a:lnTo>
                  <a:pt x="32147" y="0"/>
                </a:lnTo>
                <a:cubicBezTo>
                  <a:pt x="32147" y="-5927"/>
                  <a:pt x="36935" y="-10716"/>
                  <a:pt x="42863" y="-10716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50" name="Text 48"/>
          <p:cNvSpPr/>
          <p:nvPr/>
        </p:nvSpPr>
        <p:spPr>
          <a:xfrm>
            <a:off x="6405563" y="2445544"/>
            <a:ext cx="2266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RESTful Endpoints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24600" y="3031331"/>
            <a:ext cx="2428875" cy="647700"/>
          </a:xfrm>
          <a:custGeom>
            <a:avLst/>
            <a:gdLst/>
            <a:ahLst/>
            <a:cxnLst/>
            <a:rect l="l" t="t" r="r" b="b"/>
            <a:pathLst>
              <a:path w="2428875" h="647700">
                <a:moveTo>
                  <a:pt x="76202" y="0"/>
                </a:moveTo>
                <a:lnTo>
                  <a:pt x="2352673" y="0"/>
                </a:lnTo>
                <a:cubicBezTo>
                  <a:pt x="2394758" y="0"/>
                  <a:pt x="2428875" y="34117"/>
                  <a:pt x="2428875" y="76202"/>
                </a:cubicBezTo>
                <a:lnTo>
                  <a:pt x="2428875" y="571498"/>
                </a:lnTo>
                <a:cubicBezTo>
                  <a:pt x="2428875" y="613583"/>
                  <a:pt x="2394758" y="647700"/>
                  <a:pt x="23526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455694" y="316468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53" name="Text 51"/>
          <p:cNvSpPr/>
          <p:nvPr/>
        </p:nvSpPr>
        <p:spPr>
          <a:xfrm>
            <a:off x="6405563" y="3374231"/>
            <a:ext cx="2266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 Validation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24600" y="3960019"/>
            <a:ext cx="2428875" cy="647700"/>
          </a:xfrm>
          <a:custGeom>
            <a:avLst/>
            <a:gdLst/>
            <a:ahLst/>
            <a:cxnLst/>
            <a:rect l="l" t="t" r="r" b="b"/>
            <a:pathLst>
              <a:path w="2428875" h="647700">
                <a:moveTo>
                  <a:pt x="76202" y="0"/>
                </a:moveTo>
                <a:lnTo>
                  <a:pt x="2352673" y="0"/>
                </a:lnTo>
                <a:cubicBezTo>
                  <a:pt x="2394758" y="0"/>
                  <a:pt x="2428875" y="34117"/>
                  <a:pt x="2428875" y="76202"/>
                </a:cubicBezTo>
                <a:lnTo>
                  <a:pt x="2428875" y="571498"/>
                </a:lnTo>
                <a:cubicBezTo>
                  <a:pt x="2428875" y="613583"/>
                  <a:pt x="2394758" y="647700"/>
                  <a:pt x="23526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477125" y="4093369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0" y="21431"/>
                </a:moveTo>
                <a:cubicBezTo>
                  <a:pt x="0" y="9611"/>
                  <a:pt x="9611" y="0"/>
                  <a:pt x="21431" y="0"/>
                </a:cubicBezTo>
                <a:lnTo>
                  <a:pt x="71493" y="0"/>
                </a:lnTo>
                <a:cubicBezTo>
                  <a:pt x="77186" y="0"/>
                  <a:pt x="82644" y="2244"/>
                  <a:pt x="86663" y="6262"/>
                </a:cubicBezTo>
                <a:lnTo>
                  <a:pt x="122326" y="41958"/>
                </a:lnTo>
                <a:cubicBezTo>
                  <a:pt x="126344" y="45977"/>
                  <a:pt x="128588" y="51435"/>
                  <a:pt x="128588" y="57128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21431"/>
                </a:lnTo>
                <a:close/>
                <a:moveTo>
                  <a:pt x="69652" y="19590"/>
                </a:moveTo>
                <a:lnTo>
                  <a:pt x="69652" y="50899"/>
                </a:lnTo>
                <a:cubicBezTo>
                  <a:pt x="69652" y="55353"/>
                  <a:pt x="73235" y="58936"/>
                  <a:pt x="77688" y="58936"/>
                </a:cubicBezTo>
                <a:lnTo>
                  <a:pt x="108998" y="58936"/>
                </a:lnTo>
                <a:lnTo>
                  <a:pt x="69652" y="19590"/>
                </a:lnTo>
                <a:close/>
                <a:moveTo>
                  <a:pt x="51636" y="98986"/>
                </a:moveTo>
                <a:cubicBezTo>
                  <a:pt x="54516" y="95603"/>
                  <a:pt x="54147" y="90547"/>
                  <a:pt x="50765" y="87667"/>
                </a:cubicBezTo>
                <a:cubicBezTo>
                  <a:pt x="47383" y="84787"/>
                  <a:pt x="42327" y="85156"/>
                  <a:pt x="39447" y="88538"/>
                </a:cubicBezTo>
                <a:lnTo>
                  <a:pt x="23373" y="107290"/>
                </a:lnTo>
                <a:cubicBezTo>
                  <a:pt x="20795" y="110304"/>
                  <a:pt x="20795" y="114724"/>
                  <a:pt x="23373" y="117738"/>
                </a:cubicBezTo>
                <a:lnTo>
                  <a:pt x="39447" y="136490"/>
                </a:lnTo>
                <a:cubicBezTo>
                  <a:pt x="42327" y="139872"/>
                  <a:pt x="47417" y="140241"/>
                  <a:pt x="50765" y="137361"/>
                </a:cubicBezTo>
                <a:cubicBezTo>
                  <a:pt x="54114" y="134481"/>
                  <a:pt x="54516" y="129391"/>
                  <a:pt x="51636" y="126043"/>
                </a:cubicBezTo>
                <a:lnTo>
                  <a:pt x="40050" y="112514"/>
                </a:lnTo>
                <a:lnTo>
                  <a:pt x="51636" y="98986"/>
                </a:lnTo>
                <a:close/>
                <a:moveTo>
                  <a:pt x="89141" y="88538"/>
                </a:moveTo>
                <a:cubicBezTo>
                  <a:pt x="86261" y="85156"/>
                  <a:pt x="81171" y="84787"/>
                  <a:pt x="77822" y="87667"/>
                </a:cubicBezTo>
                <a:cubicBezTo>
                  <a:pt x="74474" y="90547"/>
                  <a:pt x="74072" y="95637"/>
                  <a:pt x="76952" y="98986"/>
                </a:cubicBezTo>
                <a:lnTo>
                  <a:pt x="88538" y="112514"/>
                </a:lnTo>
                <a:lnTo>
                  <a:pt x="76952" y="126043"/>
                </a:lnTo>
                <a:cubicBezTo>
                  <a:pt x="74072" y="129425"/>
                  <a:pt x="74440" y="134481"/>
                  <a:pt x="77822" y="137361"/>
                </a:cubicBezTo>
                <a:cubicBezTo>
                  <a:pt x="81204" y="140241"/>
                  <a:pt x="86261" y="139872"/>
                  <a:pt x="89141" y="136490"/>
                </a:cubicBezTo>
                <a:lnTo>
                  <a:pt x="105214" y="117738"/>
                </a:lnTo>
                <a:cubicBezTo>
                  <a:pt x="107792" y="114724"/>
                  <a:pt x="107792" y="110304"/>
                  <a:pt x="105214" y="107290"/>
                </a:cubicBezTo>
                <a:lnTo>
                  <a:pt x="89141" y="88538"/>
                </a:ln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56" name="Text 54"/>
          <p:cNvSpPr/>
          <p:nvPr/>
        </p:nvSpPr>
        <p:spPr>
          <a:xfrm>
            <a:off x="6405563" y="4302919"/>
            <a:ext cx="2266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 Formatting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24600" y="4888706"/>
            <a:ext cx="2428875" cy="647700"/>
          </a:xfrm>
          <a:custGeom>
            <a:avLst/>
            <a:gdLst/>
            <a:ahLst/>
            <a:cxnLst/>
            <a:rect l="l" t="t" r="r" b="b"/>
            <a:pathLst>
              <a:path w="2428875" h="647700">
                <a:moveTo>
                  <a:pt x="76202" y="0"/>
                </a:moveTo>
                <a:lnTo>
                  <a:pt x="2352673" y="0"/>
                </a:lnTo>
                <a:cubicBezTo>
                  <a:pt x="2394758" y="0"/>
                  <a:pt x="2428875" y="34117"/>
                  <a:pt x="2428875" y="76202"/>
                </a:cubicBezTo>
                <a:lnTo>
                  <a:pt x="2428875" y="571498"/>
                </a:lnTo>
                <a:cubicBezTo>
                  <a:pt x="2428875" y="613583"/>
                  <a:pt x="2394758" y="647700"/>
                  <a:pt x="23526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455694" y="502205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96441" y="32147"/>
                </a:moveTo>
                <a:cubicBezTo>
                  <a:pt x="96441" y="26233"/>
                  <a:pt x="91639" y="21431"/>
                  <a:pt x="85725" y="21431"/>
                </a:cubicBezTo>
                <a:cubicBezTo>
                  <a:pt x="79811" y="21431"/>
                  <a:pt x="75009" y="26233"/>
                  <a:pt x="75009" y="32147"/>
                </a:cubicBezTo>
                <a:cubicBezTo>
                  <a:pt x="75009" y="38061"/>
                  <a:pt x="79811" y="42863"/>
                  <a:pt x="85725" y="42863"/>
                </a:cubicBezTo>
                <a:cubicBezTo>
                  <a:pt x="91639" y="42863"/>
                  <a:pt x="96441" y="38061"/>
                  <a:pt x="96441" y="32147"/>
                </a:cubicBezTo>
                <a:close/>
                <a:moveTo>
                  <a:pt x="85725" y="139303"/>
                </a:moveTo>
                <a:cubicBezTo>
                  <a:pt x="97546" y="139303"/>
                  <a:pt x="107156" y="129693"/>
                  <a:pt x="107156" y="117872"/>
                </a:cubicBezTo>
                <a:cubicBezTo>
                  <a:pt x="107156" y="112447"/>
                  <a:pt x="105147" y="107458"/>
                  <a:pt x="101798" y="103707"/>
                </a:cubicBezTo>
                <a:lnTo>
                  <a:pt x="125071" y="57195"/>
                </a:lnTo>
                <a:cubicBezTo>
                  <a:pt x="127047" y="53210"/>
                  <a:pt x="125440" y="48388"/>
                  <a:pt x="121488" y="46412"/>
                </a:cubicBezTo>
                <a:cubicBezTo>
                  <a:pt x="117537" y="44436"/>
                  <a:pt x="112681" y="46044"/>
                  <a:pt x="110706" y="49995"/>
                </a:cubicBezTo>
                <a:lnTo>
                  <a:pt x="87433" y="96508"/>
                </a:lnTo>
                <a:cubicBezTo>
                  <a:pt x="86864" y="96474"/>
                  <a:pt x="86294" y="96441"/>
                  <a:pt x="85725" y="96441"/>
                </a:cubicBezTo>
                <a:cubicBezTo>
                  <a:pt x="73904" y="96441"/>
                  <a:pt x="64294" y="106051"/>
                  <a:pt x="64294" y="117872"/>
                </a:cubicBezTo>
                <a:cubicBezTo>
                  <a:pt x="64294" y="129693"/>
                  <a:pt x="73904" y="139303"/>
                  <a:pt x="85725" y="139303"/>
                </a:cubicBezTo>
                <a:close/>
                <a:moveTo>
                  <a:pt x="58936" y="48220"/>
                </a:moveTo>
                <a:cubicBezTo>
                  <a:pt x="58936" y="42306"/>
                  <a:pt x="54134" y="37505"/>
                  <a:pt x="48220" y="37505"/>
                </a:cubicBezTo>
                <a:cubicBezTo>
                  <a:pt x="42306" y="37505"/>
                  <a:pt x="37505" y="42306"/>
                  <a:pt x="37505" y="48220"/>
                </a:cubicBezTo>
                <a:cubicBezTo>
                  <a:pt x="37505" y="54134"/>
                  <a:pt x="42306" y="58936"/>
                  <a:pt x="48220" y="58936"/>
                </a:cubicBezTo>
                <a:cubicBezTo>
                  <a:pt x="54134" y="58936"/>
                  <a:pt x="58936" y="54134"/>
                  <a:pt x="58936" y="48220"/>
                </a:cubicBezTo>
                <a:close/>
                <a:moveTo>
                  <a:pt x="32147" y="96441"/>
                </a:moveTo>
                <a:cubicBezTo>
                  <a:pt x="38061" y="96441"/>
                  <a:pt x="42863" y="91639"/>
                  <a:pt x="42863" y="85725"/>
                </a:cubicBezTo>
                <a:cubicBezTo>
                  <a:pt x="42863" y="79811"/>
                  <a:pt x="38061" y="75009"/>
                  <a:pt x="32147" y="75009"/>
                </a:cubicBezTo>
                <a:cubicBezTo>
                  <a:pt x="26233" y="75009"/>
                  <a:pt x="21431" y="79811"/>
                  <a:pt x="21431" y="85725"/>
                </a:cubicBezTo>
                <a:cubicBezTo>
                  <a:pt x="21431" y="91639"/>
                  <a:pt x="26233" y="96441"/>
                  <a:pt x="32147" y="96441"/>
                </a:cubicBezTo>
                <a:close/>
                <a:moveTo>
                  <a:pt x="150019" y="85725"/>
                </a:moveTo>
                <a:cubicBezTo>
                  <a:pt x="150019" y="79811"/>
                  <a:pt x="145217" y="75009"/>
                  <a:pt x="139303" y="75009"/>
                </a:cubicBezTo>
                <a:cubicBezTo>
                  <a:pt x="133389" y="75009"/>
                  <a:pt x="128588" y="79811"/>
                  <a:pt x="128588" y="85725"/>
                </a:cubicBezTo>
                <a:cubicBezTo>
                  <a:pt x="128588" y="91639"/>
                  <a:pt x="133389" y="96441"/>
                  <a:pt x="139303" y="96441"/>
                </a:cubicBezTo>
                <a:cubicBezTo>
                  <a:pt x="145217" y="96441"/>
                  <a:pt x="150019" y="91639"/>
                  <a:pt x="150019" y="85725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59" name="Text 57"/>
          <p:cNvSpPr/>
          <p:nvPr/>
        </p:nvSpPr>
        <p:spPr>
          <a:xfrm>
            <a:off x="6405563" y="5231606"/>
            <a:ext cx="2266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Rate Limiting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9048750" y="1266825"/>
            <a:ext cx="2752725" cy="4533900"/>
          </a:xfrm>
          <a:custGeom>
            <a:avLst/>
            <a:gdLst/>
            <a:ahLst/>
            <a:cxnLst/>
            <a:rect l="l" t="t" r="r" b="b"/>
            <a:pathLst>
              <a:path w="2752725" h="4533900">
                <a:moveTo>
                  <a:pt x="114293" y="0"/>
                </a:moveTo>
                <a:lnTo>
                  <a:pt x="2638432" y="0"/>
                </a:lnTo>
                <a:cubicBezTo>
                  <a:pt x="2701512" y="0"/>
                  <a:pt x="2752725" y="51213"/>
                  <a:pt x="2752725" y="114293"/>
                </a:cubicBezTo>
                <a:lnTo>
                  <a:pt x="2752725" y="4419607"/>
                </a:lnTo>
                <a:cubicBezTo>
                  <a:pt x="2752725" y="4482687"/>
                  <a:pt x="2701512" y="4533900"/>
                  <a:pt x="2638432" y="4533900"/>
                </a:cubicBezTo>
                <a:lnTo>
                  <a:pt x="114293" y="4533900"/>
                </a:lnTo>
                <a:cubicBezTo>
                  <a:pt x="51213" y="4533900"/>
                  <a:pt x="0" y="4482687"/>
                  <a:pt x="0" y="441960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7E2A0C">
                  <a:alpha val="40000"/>
                </a:srgbClr>
              </a:gs>
              <a:gs pos="100000">
                <a:srgbClr val="82181A">
                  <a:alpha val="40000"/>
                </a:srgbClr>
              </a:gs>
            </a:gsLst>
            <a:lin ang="2700000" scaled="1"/>
          </a:gradFill>
          <a:ln w="25400">
            <a:solidFill>
              <a:srgbClr val="FF6900">
                <a:alpha val="50196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210675" y="1466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E7000B"/>
              </a:gs>
            </a:gsLst>
            <a:lin ang="2700000" scaled="1"/>
          </a:gradFill>
          <a:ln/>
        </p:spPr>
      </p:sp>
      <p:sp>
        <p:nvSpPr>
          <p:cNvPr id="62" name="Shape 60"/>
          <p:cNvSpPr/>
          <p:nvPr/>
        </p:nvSpPr>
        <p:spPr>
          <a:xfrm>
            <a:off x="9328547" y="15716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9667875" y="1428750"/>
            <a:ext cx="1171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667875" y="1695450"/>
            <a:ext cx="115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B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Storage &amp; Engines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9210675" y="2031206"/>
            <a:ext cx="2428875" cy="790575"/>
          </a:xfrm>
          <a:custGeom>
            <a:avLst/>
            <a:gdLst/>
            <a:ahLst/>
            <a:cxnLst/>
            <a:rect l="l" t="t" r="r" b="b"/>
            <a:pathLst>
              <a:path w="2428875" h="790575">
                <a:moveTo>
                  <a:pt x="76204" y="0"/>
                </a:moveTo>
                <a:lnTo>
                  <a:pt x="2352671" y="0"/>
                </a:lnTo>
                <a:cubicBezTo>
                  <a:pt x="2394758" y="0"/>
                  <a:pt x="2428875" y="34117"/>
                  <a:pt x="2428875" y="76204"/>
                </a:cubicBezTo>
                <a:lnTo>
                  <a:pt x="2428875" y="714371"/>
                </a:lnTo>
                <a:cubicBezTo>
                  <a:pt x="2428875" y="756458"/>
                  <a:pt x="2394758" y="790575"/>
                  <a:pt x="2352671" y="790575"/>
                </a:cubicBezTo>
                <a:lnTo>
                  <a:pt x="76204" y="790575"/>
                </a:lnTo>
                <a:cubicBezTo>
                  <a:pt x="34117" y="790575"/>
                  <a:pt x="0" y="756458"/>
                  <a:pt x="0" y="7143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10352484" y="2164556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85725" y="53578"/>
                </a:moveTo>
                <a:lnTo>
                  <a:pt x="85725" y="85725"/>
                </a:lnTo>
                <a:lnTo>
                  <a:pt x="128588" y="85725"/>
                </a:lnTo>
                <a:lnTo>
                  <a:pt x="128588" y="53578"/>
                </a:lnTo>
                <a:lnTo>
                  <a:pt x="85725" y="53578"/>
                </a:lnTo>
                <a:close/>
                <a:moveTo>
                  <a:pt x="64294" y="53578"/>
                </a:moveTo>
                <a:lnTo>
                  <a:pt x="21431" y="53578"/>
                </a:lnTo>
                <a:lnTo>
                  <a:pt x="21431" y="85725"/>
                </a:lnTo>
                <a:lnTo>
                  <a:pt x="64294" y="85725"/>
                </a:lnTo>
                <a:lnTo>
                  <a:pt x="64294" y="53578"/>
                </a:lnTo>
                <a:close/>
                <a:moveTo>
                  <a:pt x="0" y="107156"/>
                </a:moveTo>
                <a:lnTo>
                  <a:pt x="0" y="32147"/>
                </a:lnTo>
                <a:cubicBezTo>
                  <a:pt x="0" y="20326"/>
                  <a:pt x="9611" y="10716"/>
                  <a:pt x="21431" y="10716"/>
                </a:cubicBezTo>
                <a:lnTo>
                  <a:pt x="128588" y="10716"/>
                </a:lnTo>
                <a:cubicBezTo>
                  <a:pt x="140408" y="10716"/>
                  <a:pt x="150019" y="20326"/>
                  <a:pt x="150019" y="32147"/>
                </a:cubicBezTo>
                <a:lnTo>
                  <a:pt x="150019" y="139303"/>
                </a:lnTo>
                <a:cubicBezTo>
                  <a:pt x="150019" y="151124"/>
                  <a:pt x="140408" y="160734"/>
                  <a:pt x="128588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107156"/>
                </a:lnTo>
                <a:close/>
                <a:moveTo>
                  <a:pt x="128588" y="107156"/>
                </a:moveTo>
                <a:lnTo>
                  <a:pt x="85725" y="107156"/>
                </a:lnTo>
                <a:lnTo>
                  <a:pt x="85725" y="139303"/>
                </a:lnTo>
                <a:lnTo>
                  <a:pt x="128588" y="139303"/>
                </a:lnTo>
                <a:lnTo>
                  <a:pt x="128588" y="107156"/>
                </a:lnTo>
                <a:close/>
                <a:moveTo>
                  <a:pt x="64294" y="139303"/>
                </a:moveTo>
                <a:lnTo>
                  <a:pt x="64294" y="107156"/>
                </a:lnTo>
                <a:lnTo>
                  <a:pt x="21431" y="107156"/>
                </a:lnTo>
                <a:lnTo>
                  <a:pt x="21431" y="139303"/>
                </a:lnTo>
                <a:lnTo>
                  <a:pt x="64294" y="139303"/>
                </a:ln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67" name="Text 65"/>
          <p:cNvSpPr/>
          <p:nvPr/>
        </p:nvSpPr>
        <p:spPr>
          <a:xfrm>
            <a:off x="9291638" y="2374106"/>
            <a:ext cx="2266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MySQL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9296400" y="2564606"/>
            <a:ext cx="22574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Structured Storage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9210675" y="2959894"/>
            <a:ext cx="2428875" cy="790575"/>
          </a:xfrm>
          <a:custGeom>
            <a:avLst/>
            <a:gdLst/>
            <a:ahLst/>
            <a:cxnLst/>
            <a:rect l="l" t="t" r="r" b="b"/>
            <a:pathLst>
              <a:path w="2428875" h="790575">
                <a:moveTo>
                  <a:pt x="76204" y="0"/>
                </a:moveTo>
                <a:lnTo>
                  <a:pt x="2352671" y="0"/>
                </a:lnTo>
                <a:cubicBezTo>
                  <a:pt x="2394758" y="0"/>
                  <a:pt x="2428875" y="34117"/>
                  <a:pt x="2428875" y="76204"/>
                </a:cubicBezTo>
                <a:lnTo>
                  <a:pt x="2428875" y="714371"/>
                </a:lnTo>
                <a:cubicBezTo>
                  <a:pt x="2428875" y="756458"/>
                  <a:pt x="2394758" y="790575"/>
                  <a:pt x="2352671" y="790575"/>
                </a:cubicBezTo>
                <a:lnTo>
                  <a:pt x="76204" y="790575"/>
                </a:lnTo>
                <a:cubicBezTo>
                  <a:pt x="34117" y="790575"/>
                  <a:pt x="0" y="756458"/>
                  <a:pt x="0" y="7143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10363200" y="3093244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0" y="21431"/>
                </a:moveTo>
                <a:cubicBezTo>
                  <a:pt x="0" y="9611"/>
                  <a:pt x="9611" y="0"/>
                  <a:pt x="21431" y="0"/>
                </a:cubicBezTo>
                <a:lnTo>
                  <a:pt x="71493" y="0"/>
                </a:lnTo>
                <a:cubicBezTo>
                  <a:pt x="77186" y="0"/>
                  <a:pt x="82644" y="2244"/>
                  <a:pt x="86663" y="6262"/>
                </a:cubicBezTo>
                <a:lnTo>
                  <a:pt x="122326" y="41958"/>
                </a:lnTo>
                <a:cubicBezTo>
                  <a:pt x="126344" y="45977"/>
                  <a:pt x="128588" y="51435"/>
                  <a:pt x="128588" y="57128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21431"/>
                </a:lnTo>
                <a:close/>
                <a:moveTo>
                  <a:pt x="69652" y="19590"/>
                </a:moveTo>
                <a:lnTo>
                  <a:pt x="69652" y="50899"/>
                </a:lnTo>
                <a:cubicBezTo>
                  <a:pt x="69652" y="55353"/>
                  <a:pt x="73235" y="58936"/>
                  <a:pt x="77688" y="58936"/>
                </a:cubicBezTo>
                <a:lnTo>
                  <a:pt x="108998" y="58936"/>
                </a:lnTo>
                <a:lnTo>
                  <a:pt x="69652" y="19590"/>
                </a:lnTo>
                <a:close/>
                <a:moveTo>
                  <a:pt x="21431" y="24110"/>
                </a:moveTo>
                <a:cubicBezTo>
                  <a:pt x="21431" y="28564"/>
                  <a:pt x="25014" y="32147"/>
                  <a:pt x="29468" y="32147"/>
                </a:cubicBezTo>
                <a:lnTo>
                  <a:pt x="45541" y="32147"/>
                </a:lnTo>
                <a:cubicBezTo>
                  <a:pt x="49995" y="32147"/>
                  <a:pt x="53578" y="28564"/>
                  <a:pt x="53578" y="24110"/>
                </a:cubicBezTo>
                <a:cubicBezTo>
                  <a:pt x="53578" y="19656"/>
                  <a:pt x="49995" y="16073"/>
                  <a:pt x="45541" y="16073"/>
                </a:cubicBezTo>
                <a:lnTo>
                  <a:pt x="29468" y="16073"/>
                </a:lnTo>
                <a:cubicBezTo>
                  <a:pt x="25014" y="16073"/>
                  <a:pt x="21431" y="19656"/>
                  <a:pt x="21431" y="24110"/>
                </a:cubicBezTo>
                <a:close/>
                <a:moveTo>
                  <a:pt x="21431" y="56257"/>
                </a:moveTo>
                <a:cubicBezTo>
                  <a:pt x="21431" y="60711"/>
                  <a:pt x="25014" y="64294"/>
                  <a:pt x="29468" y="64294"/>
                </a:cubicBezTo>
                <a:lnTo>
                  <a:pt x="45541" y="64294"/>
                </a:lnTo>
                <a:cubicBezTo>
                  <a:pt x="49995" y="64294"/>
                  <a:pt x="53578" y="60711"/>
                  <a:pt x="53578" y="56257"/>
                </a:cubicBezTo>
                <a:cubicBezTo>
                  <a:pt x="53578" y="51803"/>
                  <a:pt x="49995" y="48220"/>
                  <a:pt x="45541" y="48220"/>
                </a:cubicBezTo>
                <a:lnTo>
                  <a:pt x="29468" y="48220"/>
                </a:lnTo>
                <a:cubicBezTo>
                  <a:pt x="25014" y="48220"/>
                  <a:pt x="21431" y="51803"/>
                  <a:pt x="21431" y="56257"/>
                </a:cubicBezTo>
                <a:close/>
                <a:moveTo>
                  <a:pt x="42863" y="80367"/>
                </a:moveTo>
                <a:lnTo>
                  <a:pt x="32147" y="80367"/>
                </a:lnTo>
                <a:cubicBezTo>
                  <a:pt x="26220" y="80367"/>
                  <a:pt x="21431" y="85156"/>
                  <a:pt x="21431" y="91083"/>
                </a:cubicBezTo>
                <a:lnTo>
                  <a:pt x="21431" y="107156"/>
                </a:lnTo>
                <a:cubicBezTo>
                  <a:pt x="21431" y="116030"/>
                  <a:pt x="28631" y="123230"/>
                  <a:pt x="37505" y="123230"/>
                </a:cubicBezTo>
                <a:cubicBezTo>
                  <a:pt x="46379" y="123230"/>
                  <a:pt x="53578" y="116030"/>
                  <a:pt x="53578" y="107156"/>
                </a:cubicBezTo>
                <a:lnTo>
                  <a:pt x="53578" y="91083"/>
                </a:lnTo>
                <a:cubicBezTo>
                  <a:pt x="53578" y="85156"/>
                  <a:pt x="48790" y="80367"/>
                  <a:pt x="42863" y="80367"/>
                </a:cubicBezTo>
                <a:close/>
                <a:moveTo>
                  <a:pt x="37505" y="101798"/>
                </a:moveTo>
                <a:cubicBezTo>
                  <a:pt x="40462" y="101798"/>
                  <a:pt x="42863" y="104199"/>
                  <a:pt x="42863" y="107156"/>
                </a:cubicBezTo>
                <a:cubicBezTo>
                  <a:pt x="42863" y="110113"/>
                  <a:pt x="40462" y="112514"/>
                  <a:pt x="37505" y="112514"/>
                </a:cubicBezTo>
                <a:cubicBezTo>
                  <a:pt x="34548" y="112514"/>
                  <a:pt x="32147" y="110113"/>
                  <a:pt x="32147" y="107156"/>
                </a:cubicBezTo>
                <a:cubicBezTo>
                  <a:pt x="32147" y="104199"/>
                  <a:pt x="34548" y="101798"/>
                  <a:pt x="37505" y="101798"/>
                </a:cubicBez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71" name="Text 69"/>
          <p:cNvSpPr/>
          <p:nvPr/>
        </p:nvSpPr>
        <p:spPr>
          <a:xfrm>
            <a:off x="9291638" y="3302794"/>
            <a:ext cx="2266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 Storage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9296400" y="3493294"/>
            <a:ext cx="22574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PCAP Files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9210675" y="3888581"/>
            <a:ext cx="2428875" cy="790575"/>
          </a:xfrm>
          <a:custGeom>
            <a:avLst/>
            <a:gdLst/>
            <a:ahLst/>
            <a:cxnLst/>
            <a:rect l="l" t="t" r="r" b="b"/>
            <a:pathLst>
              <a:path w="2428875" h="790575">
                <a:moveTo>
                  <a:pt x="76204" y="0"/>
                </a:moveTo>
                <a:lnTo>
                  <a:pt x="2352671" y="0"/>
                </a:lnTo>
                <a:cubicBezTo>
                  <a:pt x="2394758" y="0"/>
                  <a:pt x="2428875" y="34117"/>
                  <a:pt x="2428875" y="76204"/>
                </a:cubicBezTo>
                <a:lnTo>
                  <a:pt x="2428875" y="714371"/>
                </a:lnTo>
                <a:cubicBezTo>
                  <a:pt x="2428875" y="756458"/>
                  <a:pt x="2394758" y="790575"/>
                  <a:pt x="2352671" y="790575"/>
                </a:cubicBezTo>
                <a:lnTo>
                  <a:pt x="76204" y="790575"/>
                </a:lnTo>
                <a:cubicBezTo>
                  <a:pt x="34117" y="790575"/>
                  <a:pt x="0" y="756458"/>
                  <a:pt x="0" y="7143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10341769" y="402193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65332" y="3181"/>
                </a:moveTo>
                <a:cubicBezTo>
                  <a:pt x="66336" y="-1775"/>
                  <a:pt x="70723" y="-5358"/>
                  <a:pt x="75813" y="-5358"/>
                </a:cubicBezTo>
                <a:lnTo>
                  <a:pt x="95838" y="-5358"/>
                </a:lnTo>
                <a:cubicBezTo>
                  <a:pt x="100928" y="-5358"/>
                  <a:pt x="105315" y="-1775"/>
                  <a:pt x="106319" y="3181"/>
                </a:cubicBezTo>
                <a:lnTo>
                  <a:pt x="111175" y="26622"/>
                </a:lnTo>
                <a:cubicBezTo>
                  <a:pt x="115896" y="28631"/>
                  <a:pt x="120316" y="31209"/>
                  <a:pt x="124335" y="34257"/>
                </a:cubicBezTo>
                <a:lnTo>
                  <a:pt x="147038" y="26722"/>
                </a:lnTo>
                <a:cubicBezTo>
                  <a:pt x="151860" y="25115"/>
                  <a:pt x="157151" y="27124"/>
                  <a:pt x="159696" y="31544"/>
                </a:cubicBezTo>
                <a:lnTo>
                  <a:pt x="169709" y="48890"/>
                </a:lnTo>
                <a:cubicBezTo>
                  <a:pt x="172254" y="53310"/>
                  <a:pt x="171350" y="58869"/>
                  <a:pt x="167532" y="62251"/>
                </a:cubicBezTo>
                <a:lnTo>
                  <a:pt x="149684" y="78124"/>
                </a:lnTo>
                <a:cubicBezTo>
                  <a:pt x="149985" y="80602"/>
                  <a:pt x="150119" y="83147"/>
                  <a:pt x="150119" y="85725"/>
                </a:cubicBezTo>
                <a:cubicBezTo>
                  <a:pt x="150119" y="88303"/>
                  <a:pt x="149952" y="90848"/>
                  <a:pt x="149684" y="93326"/>
                </a:cubicBezTo>
                <a:lnTo>
                  <a:pt x="167566" y="109232"/>
                </a:lnTo>
                <a:cubicBezTo>
                  <a:pt x="171383" y="112615"/>
                  <a:pt x="172254" y="118207"/>
                  <a:pt x="169742" y="122593"/>
                </a:cubicBezTo>
                <a:lnTo>
                  <a:pt x="159730" y="139939"/>
                </a:lnTo>
                <a:cubicBezTo>
                  <a:pt x="157185" y="144326"/>
                  <a:pt x="151894" y="146369"/>
                  <a:pt x="147072" y="144761"/>
                </a:cubicBezTo>
                <a:lnTo>
                  <a:pt x="124368" y="137227"/>
                </a:lnTo>
                <a:cubicBezTo>
                  <a:pt x="120316" y="140274"/>
                  <a:pt x="115896" y="142819"/>
                  <a:pt x="111208" y="144862"/>
                </a:cubicBezTo>
                <a:lnTo>
                  <a:pt x="106386" y="168269"/>
                </a:lnTo>
                <a:cubicBezTo>
                  <a:pt x="105348" y="173258"/>
                  <a:pt x="100961" y="176808"/>
                  <a:pt x="95905" y="176808"/>
                </a:cubicBezTo>
                <a:lnTo>
                  <a:pt x="75880" y="176808"/>
                </a:lnTo>
                <a:cubicBezTo>
                  <a:pt x="70790" y="176808"/>
                  <a:pt x="66403" y="173225"/>
                  <a:pt x="65399" y="168269"/>
                </a:cubicBezTo>
                <a:lnTo>
                  <a:pt x="60577" y="144862"/>
                </a:lnTo>
                <a:cubicBezTo>
                  <a:pt x="55855" y="142853"/>
                  <a:pt x="51468" y="140274"/>
                  <a:pt x="47417" y="137227"/>
                </a:cubicBezTo>
                <a:lnTo>
                  <a:pt x="24612" y="144761"/>
                </a:lnTo>
                <a:cubicBezTo>
                  <a:pt x="19790" y="146369"/>
                  <a:pt x="14500" y="144360"/>
                  <a:pt x="11955" y="139939"/>
                </a:cubicBezTo>
                <a:lnTo>
                  <a:pt x="1942" y="122593"/>
                </a:lnTo>
                <a:cubicBezTo>
                  <a:pt x="-603" y="118173"/>
                  <a:pt x="301" y="112615"/>
                  <a:pt x="4119" y="109232"/>
                </a:cubicBezTo>
                <a:lnTo>
                  <a:pt x="22001" y="93326"/>
                </a:lnTo>
                <a:cubicBezTo>
                  <a:pt x="21699" y="90848"/>
                  <a:pt x="21565" y="88303"/>
                  <a:pt x="21565" y="85725"/>
                </a:cubicBezTo>
                <a:cubicBezTo>
                  <a:pt x="21565" y="83147"/>
                  <a:pt x="21733" y="80602"/>
                  <a:pt x="22001" y="78124"/>
                </a:cubicBezTo>
                <a:lnTo>
                  <a:pt x="4119" y="62218"/>
                </a:lnTo>
                <a:cubicBezTo>
                  <a:pt x="301" y="58835"/>
                  <a:pt x="-569" y="53243"/>
                  <a:pt x="1942" y="48857"/>
                </a:cubicBezTo>
                <a:lnTo>
                  <a:pt x="11955" y="31511"/>
                </a:lnTo>
                <a:cubicBezTo>
                  <a:pt x="14500" y="27090"/>
                  <a:pt x="19790" y="25081"/>
                  <a:pt x="24612" y="26689"/>
                </a:cubicBezTo>
                <a:lnTo>
                  <a:pt x="47316" y="34223"/>
                </a:lnTo>
                <a:cubicBezTo>
                  <a:pt x="51368" y="31176"/>
                  <a:pt x="55788" y="28631"/>
                  <a:pt x="60476" y="26588"/>
                </a:cubicBezTo>
                <a:lnTo>
                  <a:pt x="65332" y="3181"/>
                </a:lnTo>
                <a:close/>
                <a:moveTo>
                  <a:pt x="85825" y="112514"/>
                </a:moveTo>
                <a:cubicBezTo>
                  <a:pt x="95396" y="112478"/>
                  <a:pt x="104221" y="107339"/>
                  <a:pt x="108975" y="99033"/>
                </a:cubicBezTo>
                <a:cubicBezTo>
                  <a:pt x="113730" y="90726"/>
                  <a:pt x="113691" y="80514"/>
                  <a:pt x="108875" y="72243"/>
                </a:cubicBezTo>
                <a:cubicBezTo>
                  <a:pt x="104058" y="63973"/>
                  <a:pt x="95195" y="58900"/>
                  <a:pt x="85625" y="58936"/>
                </a:cubicBezTo>
                <a:cubicBezTo>
                  <a:pt x="76054" y="58972"/>
                  <a:pt x="67229" y="64111"/>
                  <a:pt x="62475" y="72417"/>
                </a:cubicBezTo>
                <a:cubicBezTo>
                  <a:pt x="57720" y="80724"/>
                  <a:pt x="57759" y="90936"/>
                  <a:pt x="62575" y="99207"/>
                </a:cubicBezTo>
                <a:cubicBezTo>
                  <a:pt x="67392" y="107477"/>
                  <a:pt x="76255" y="112550"/>
                  <a:pt x="85825" y="112514"/>
                </a:cubicBez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75" name="Text 73"/>
          <p:cNvSpPr/>
          <p:nvPr/>
        </p:nvSpPr>
        <p:spPr>
          <a:xfrm>
            <a:off x="9291638" y="4231481"/>
            <a:ext cx="2266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 Engine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9296400" y="4421981"/>
            <a:ext cx="22574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YAML Rules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9210675" y="4817269"/>
            <a:ext cx="2428875" cy="790575"/>
          </a:xfrm>
          <a:custGeom>
            <a:avLst/>
            <a:gdLst/>
            <a:ahLst/>
            <a:cxnLst/>
            <a:rect l="l" t="t" r="r" b="b"/>
            <a:pathLst>
              <a:path w="2428875" h="790575">
                <a:moveTo>
                  <a:pt x="76204" y="0"/>
                </a:moveTo>
                <a:lnTo>
                  <a:pt x="2352671" y="0"/>
                </a:lnTo>
                <a:cubicBezTo>
                  <a:pt x="2394758" y="0"/>
                  <a:pt x="2428875" y="34117"/>
                  <a:pt x="2428875" y="76204"/>
                </a:cubicBezTo>
                <a:lnTo>
                  <a:pt x="2428875" y="714371"/>
                </a:lnTo>
                <a:cubicBezTo>
                  <a:pt x="2428875" y="756458"/>
                  <a:pt x="2394758" y="790575"/>
                  <a:pt x="2352671" y="790575"/>
                </a:cubicBezTo>
                <a:lnTo>
                  <a:pt x="76204" y="790575"/>
                </a:lnTo>
                <a:cubicBezTo>
                  <a:pt x="34117" y="790575"/>
                  <a:pt x="0" y="756458"/>
                  <a:pt x="0" y="7143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10363200" y="4950619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21431" y="0"/>
                </a:moveTo>
                <a:cubicBezTo>
                  <a:pt x="9611" y="0"/>
                  <a:pt x="0" y="9611"/>
                  <a:pt x="0" y="21431"/>
                </a:cubicBezTo>
                <a:lnTo>
                  <a:pt x="0" y="150019"/>
                </a:lnTo>
                <a:cubicBezTo>
                  <a:pt x="0" y="161839"/>
                  <a:pt x="9611" y="171450"/>
                  <a:pt x="21431" y="171450"/>
                </a:cubicBezTo>
                <a:lnTo>
                  <a:pt x="107156" y="171450"/>
                </a:lnTo>
                <a:cubicBezTo>
                  <a:pt x="118977" y="171450"/>
                  <a:pt x="128588" y="161839"/>
                  <a:pt x="128588" y="150019"/>
                </a:cubicBezTo>
                <a:lnTo>
                  <a:pt x="128588" y="21431"/>
                </a:lnTo>
                <a:cubicBezTo>
                  <a:pt x="128588" y="9611"/>
                  <a:pt x="118977" y="0"/>
                  <a:pt x="107156" y="0"/>
                </a:cubicBezTo>
                <a:lnTo>
                  <a:pt x="21431" y="0"/>
                </a:lnTo>
                <a:close/>
                <a:moveTo>
                  <a:pt x="32147" y="21431"/>
                </a:moveTo>
                <a:lnTo>
                  <a:pt x="96441" y="21431"/>
                </a:lnTo>
                <a:cubicBezTo>
                  <a:pt x="102368" y="21431"/>
                  <a:pt x="107156" y="26220"/>
                  <a:pt x="107156" y="32147"/>
                </a:cubicBezTo>
                <a:lnTo>
                  <a:pt x="107156" y="42863"/>
                </a:lnTo>
                <a:cubicBezTo>
                  <a:pt x="107156" y="48790"/>
                  <a:pt x="102368" y="53578"/>
                  <a:pt x="96441" y="53578"/>
                </a:cubicBezTo>
                <a:lnTo>
                  <a:pt x="32147" y="53578"/>
                </a:lnTo>
                <a:cubicBezTo>
                  <a:pt x="26220" y="53578"/>
                  <a:pt x="21431" y="48790"/>
                  <a:pt x="21431" y="42863"/>
                </a:cubicBezTo>
                <a:lnTo>
                  <a:pt x="21431" y="32147"/>
                </a:lnTo>
                <a:cubicBezTo>
                  <a:pt x="21431" y="26220"/>
                  <a:pt x="26220" y="21431"/>
                  <a:pt x="32147" y="21431"/>
                </a:cubicBezTo>
                <a:close/>
                <a:moveTo>
                  <a:pt x="37505" y="77688"/>
                </a:moveTo>
                <a:cubicBezTo>
                  <a:pt x="37505" y="82124"/>
                  <a:pt x="33904" y="85725"/>
                  <a:pt x="29468" y="85725"/>
                </a:cubicBezTo>
                <a:cubicBezTo>
                  <a:pt x="25032" y="85725"/>
                  <a:pt x="21431" y="82124"/>
                  <a:pt x="21431" y="77688"/>
                </a:cubicBezTo>
                <a:cubicBezTo>
                  <a:pt x="21431" y="73253"/>
                  <a:pt x="25032" y="69652"/>
                  <a:pt x="29468" y="69652"/>
                </a:cubicBezTo>
                <a:cubicBezTo>
                  <a:pt x="33904" y="69652"/>
                  <a:pt x="37505" y="73253"/>
                  <a:pt x="37505" y="77688"/>
                </a:cubicBezTo>
                <a:close/>
                <a:moveTo>
                  <a:pt x="64294" y="85725"/>
                </a:moveTo>
                <a:cubicBezTo>
                  <a:pt x="59858" y="85725"/>
                  <a:pt x="56257" y="82124"/>
                  <a:pt x="56257" y="77688"/>
                </a:cubicBezTo>
                <a:cubicBezTo>
                  <a:pt x="56257" y="73253"/>
                  <a:pt x="59858" y="69652"/>
                  <a:pt x="64294" y="69652"/>
                </a:cubicBezTo>
                <a:cubicBezTo>
                  <a:pt x="68729" y="69652"/>
                  <a:pt x="72330" y="73253"/>
                  <a:pt x="72330" y="77688"/>
                </a:cubicBezTo>
                <a:cubicBezTo>
                  <a:pt x="72330" y="82124"/>
                  <a:pt x="68729" y="85725"/>
                  <a:pt x="64294" y="85725"/>
                </a:cubicBezTo>
                <a:close/>
                <a:moveTo>
                  <a:pt x="107156" y="77688"/>
                </a:moveTo>
                <a:cubicBezTo>
                  <a:pt x="107156" y="82124"/>
                  <a:pt x="103555" y="85725"/>
                  <a:pt x="99120" y="85725"/>
                </a:cubicBezTo>
                <a:cubicBezTo>
                  <a:pt x="94684" y="85725"/>
                  <a:pt x="91083" y="82124"/>
                  <a:pt x="91083" y="77688"/>
                </a:cubicBezTo>
                <a:cubicBezTo>
                  <a:pt x="91083" y="73253"/>
                  <a:pt x="94684" y="69652"/>
                  <a:pt x="99120" y="69652"/>
                </a:cubicBezTo>
                <a:cubicBezTo>
                  <a:pt x="103555" y="69652"/>
                  <a:pt x="107156" y="73253"/>
                  <a:pt x="107156" y="77688"/>
                </a:cubicBezTo>
                <a:close/>
                <a:moveTo>
                  <a:pt x="29468" y="117872"/>
                </a:moveTo>
                <a:cubicBezTo>
                  <a:pt x="25032" y="117872"/>
                  <a:pt x="21431" y="114271"/>
                  <a:pt x="21431" y="109835"/>
                </a:cubicBezTo>
                <a:cubicBezTo>
                  <a:pt x="21431" y="105400"/>
                  <a:pt x="25032" y="101798"/>
                  <a:pt x="29468" y="101798"/>
                </a:cubicBezTo>
                <a:cubicBezTo>
                  <a:pt x="33904" y="101798"/>
                  <a:pt x="37505" y="105400"/>
                  <a:pt x="37505" y="109835"/>
                </a:cubicBezTo>
                <a:cubicBezTo>
                  <a:pt x="37505" y="114271"/>
                  <a:pt x="33904" y="117872"/>
                  <a:pt x="29468" y="117872"/>
                </a:cubicBezTo>
                <a:close/>
                <a:moveTo>
                  <a:pt x="72330" y="109835"/>
                </a:moveTo>
                <a:cubicBezTo>
                  <a:pt x="72330" y="114271"/>
                  <a:pt x="68729" y="117872"/>
                  <a:pt x="64294" y="117872"/>
                </a:cubicBezTo>
                <a:cubicBezTo>
                  <a:pt x="59858" y="117872"/>
                  <a:pt x="56257" y="114271"/>
                  <a:pt x="56257" y="109835"/>
                </a:cubicBezTo>
                <a:cubicBezTo>
                  <a:pt x="56257" y="105400"/>
                  <a:pt x="59858" y="101798"/>
                  <a:pt x="64294" y="101798"/>
                </a:cubicBezTo>
                <a:cubicBezTo>
                  <a:pt x="68729" y="101798"/>
                  <a:pt x="72330" y="105400"/>
                  <a:pt x="72330" y="109835"/>
                </a:cubicBezTo>
                <a:close/>
                <a:moveTo>
                  <a:pt x="99120" y="117872"/>
                </a:moveTo>
                <a:cubicBezTo>
                  <a:pt x="94684" y="117872"/>
                  <a:pt x="91083" y="114271"/>
                  <a:pt x="91083" y="109835"/>
                </a:cubicBezTo>
                <a:cubicBezTo>
                  <a:pt x="91083" y="105400"/>
                  <a:pt x="94684" y="101798"/>
                  <a:pt x="99120" y="101798"/>
                </a:cubicBezTo>
                <a:cubicBezTo>
                  <a:pt x="103555" y="101798"/>
                  <a:pt x="107156" y="105400"/>
                  <a:pt x="107156" y="109835"/>
                </a:cubicBezTo>
                <a:cubicBezTo>
                  <a:pt x="107156" y="114271"/>
                  <a:pt x="103555" y="117872"/>
                  <a:pt x="99120" y="117872"/>
                </a:cubicBezTo>
                <a:close/>
                <a:moveTo>
                  <a:pt x="21431" y="141982"/>
                </a:moveTo>
                <a:cubicBezTo>
                  <a:pt x="21431" y="137528"/>
                  <a:pt x="25014" y="133945"/>
                  <a:pt x="29468" y="133945"/>
                </a:cubicBezTo>
                <a:lnTo>
                  <a:pt x="66973" y="133945"/>
                </a:lnTo>
                <a:cubicBezTo>
                  <a:pt x="71426" y="133945"/>
                  <a:pt x="75009" y="137528"/>
                  <a:pt x="75009" y="141982"/>
                </a:cubicBezTo>
                <a:cubicBezTo>
                  <a:pt x="75009" y="146436"/>
                  <a:pt x="71426" y="150019"/>
                  <a:pt x="66973" y="150019"/>
                </a:cubicBezTo>
                <a:lnTo>
                  <a:pt x="29468" y="150019"/>
                </a:lnTo>
                <a:cubicBezTo>
                  <a:pt x="25014" y="150019"/>
                  <a:pt x="21431" y="146436"/>
                  <a:pt x="21431" y="141982"/>
                </a:cubicBezTo>
                <a:close/>
                <a:moveTo>
                  <a:pt x="99120" y="133945"/>
                </a:moveTo>
                <a:cubicBezTo>
                  <a:pt x="103573" y="133945"/>
                  <a:pt x="107156" y="137528"/>
                  <a:pt x="107156" y="141982"/>
                </a:cubicBezTo>
                <a:cubicBezTo>
                  <a:pt x="107156" y="146436"/>
                  <a:pt x="103573" y="150019"/>
                  <a:pt x="99120" y="150019"/>
                </a:cubicBezTo>
                <a:cubicBezTo>
                  <a:pt x="94666" y="150019"/>
                  <a:pt x="91083" y="146436"/>
                  <a:pt x="91083" y="141982"/>
                </a:cubicBezTo>
                <a:cubicBezTo>
                  <a:pt x="91083" y="137528"/>
                  <a:pt x="94666" y="133945"/>
                  <a:pt x="99120" y="133945"/>
                </a:cubicBez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79" name="Text 77"/>
          <p:cNvSpPr/>
          <p:nvPr/>
        </p:nvSpPr>
        <p:spPr>
          <a:xfrm>
            <a:off x="9291638" y="5160169"/>
            <a:ext cx="2266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Metrics Engine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9296400" y="5350669"/>
            <a:ext cx="22574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Scoring Algorithms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385763" y="5929313"/>
            <a:ext cx="11420475" cy="542925"/>
          </a:xfrm>
          <a:custGeom>
            <a:avLst/>
            <a:gdLst/>
            <a:ahLst/>
            <a:cxnLst/>
            <a:rect l="l" t="t" r="r" b="b"/>
            <a:pathLst>
              <a:path w="11420475" h="542925">
                <a:moveTo>
                  <a:pt x="114302" y="0"/>
                </a:moveTo>
                <a:lnTo>
                  <a:pt x="11306173" y="0"/>
                </a:lnTo>
                <a:cubicBezTo>
                  <a:pt x="11369300" y="0"/>
                  <a:pt x="11420475" y="51175"/>
                  <a:pt x="11420475" y="114302"/>
                </a:cubicBezTo>
                <a:lnTo>
                  <a:pt x="11420475" y="428623"/>
                </a:lnTo>
                <a:cubicBezTo>
                  <a:pt x="11420475" y="491750"/>
                  <a:pt x="11369300" y="542925"/>
                  <a:pt x="11306173" y="542925"/>
                </a:cubicBezTo>
                <a:lnTo>
                  <a:pt x="114302" y="542925"/>
                </a:lnTo>
                <a:cubicBezTo>
                  <a:pt x="51175" y="542925"/>
                  <a:pt x="0" y="491750"/>
                  <a:pt x="0" y="4286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60000"/>
                </a:srgbClr>
              </a:gs>
              <a:gs pos="100000">
                <a:srgbClr val="0F172B">
                  <a:alpha val="60000"/>
                </a:srgbClr>
              </a:gs>
            </a:gsLst>
            <a:lin ang="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045940" y="61150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00D3F2"/>
          </a:solidFill>
          <a:ln/>
        </p:spPr>
      </p:sp>
      <p:sp>
        <p:nvSpPr>
          <p:cNvPr id="83" name="Text 81"/>
          <p:cNvSpPr/>
          <p:nvPr/>
        </p:nvSpPr>
        <p:spPr>
          <a:xfrm>
            <a:off x="2312640" y="6086475"/>
            <a:ext cx="1514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Clear Responsibilities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4059287" y="6086475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9525" y="0"/>
                </a:lnTo>
                <a:lnTo>
                  <a:pt x="95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  <a:ln/>
        </p:spPr>
      </p:sp>
      <p:sp>
        <p:nvSpPr>
          <p:cNvPr id="85" name="Shape 83"/>
          <p:cNvSpPr/>
          <p:nvPr/>
        </p:nvSpPr>
        <p:spPr>
          <a:xfrm>
            <a:off x="4397425" y="61150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C27AFF"/>
          </a:solidFill>
          <a:ln/>
        </p:spPr>
      </p:sp>
      <p:sp>
        <p:nvSpPr>
          <p:cNvPr id="86" name="Text 84"/>
          <p:cNvSpPr/>
          <p:nvPr/>
        </p:nvSpPr>
        <p:spPr>
          <a:xfrm>
            <a:off x="4664125" y="6086475"/>
            <a:ext cx="1123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Loose Coupling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6015186" y="6086475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9525" y="0"/>
                </a:lnTo>
                <a:lnTo>
                  <a:pt x="95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  <a:ln/>
        </p:spPr>
      </p:sp>
      <p:sp>
        <p:nvSpPr>
          <p:cNvPr id="88" name="Shape 86"/>
          <p:cNvSpPr/>
          <p:nvPr/>
        </p:nvSpPr>
        <p:spPr>
          <a:xfrm>
            <a:off x="6353324" y="61150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89" name="Text 87"/>
          <p:cNvSpPr/>
          <p:nvPr/>
        </p:nvSpPr>
        <p:spPr>
          <a:xfrm>
            <a:off x="6620024" y="6086475"/>
            <a:ext cx="1123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Scalability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7968407" y="6086475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9525" y="0"/>
                </a:lnTo>
                <a:lnTo>
                  <a:pt x="95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  <a:ln/>
        </p:spPr>
      </p:sp>
      <p:sp>
        <p:nvSpPr>
          <p:cNvPr id="91" name="Shape 89"/>
          <p:cNvSpPr/>
          <p:nvPr/>
        </p:nvSpPr>
        <p:spPr>
          <a:xfrm>
            <a:off x="8306544" y="61150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92" name="Text 90"/>
          <p:cNvSpPr/>
          <p:nvPr/>
        </p:nvSpPr>
        <p:spPr>
          <a:xfrm>
            <a:off x="8573244" y="6086475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Standardized Interfaces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4650" y="465278"/>
            <a:ext cx="51698" cy="344650"/>
          </a:xfrm>
          <a:custGeom>
            <a:avLst/>
            <a:gdLst/>
            <a:ahLst/>
            <a:cxnLst/>
            <a:rect l="l" t="t" r="r" b="b"/>
            <a:pathLst>
              <a:path w="51698" h="344650">
                <a:moveTo>
                  <a:pt x="25849" y="0"/>
                </a:moveTo>
                <a:lnTo>
                  <a:pt x="25849" y="0"/>
                </a:lnTo>
                <a:cubicBezTo>
                  <a:pt x="40115" y="0"/>
                  <a:pt x="51698" y="11582"/>
                  <a:pt x="51698" y="25849"/>
                </a:cubicBezTo>
                <a:lnTo>
                  <a:pt x="51698" y="318801"/>
                </a:lnTo>
                <a:cubicBezTo>
                  <a:pt x="51698" y="333077"/>
                  <a:pt x="40125" y="344650"/>
                  <a:pt x="25849" y="344650"/>
                </a:cubicBezTo>
                <a:lnTo>
                  <a:pt x="25849" y="344650"/>
                </a:lnTo>
                <a:cubicBezTo>
                  <a:pt x="11573" y="344650"/>
                  <a:pt x="0" y="333077"/>
                  <a:pt x="0" y="318801"/>
                </a:cubicBezTo>
                <a:lnTo>
                  <a:pt x="0" y="25849"/>
                </a:lnTo>
                <a:cubicBezTo>
                  <a:pt x="0" y="11582"/>
                  <a:pt x="11582" y="0"/>
                  <a:pt x="25849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499743" y="344650"/>
            <a:ext cx="3429269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kern="0" spc="54" dirty="0">
                <a:solidFill>
                  <a:srgbClr val="00D3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TRAFFIC CAPTURE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99743" y="585905"/>
            <a:ext cx="3515432" cy="34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4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Traffic Capture Module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8958" y="1141654"/>
            <a:ext cx="4506301" cy="2317772"/>
          </a:xfrm>
          <a:custGeom>
            <a:avLst/>
            <a:gdLst/>
            <a:ahLst/>
            <a:cxnLst/>
            <a:rect l="l" t="t" r="r" b="b"/>
            <a:pathLst>
              <a:path w="4506301" h="2317772">
                <a:moveTo>
                  <a:pt x="137861" y="0"/>
                </a:moveTo>
                <a:lnTo>
                  <a:pt x="4368440" y="0"/>
                </a:lnTo>
                <a:cubicBezTo>
                  <a:pt x="4444579" y="0"/>
                  <a:pt x="4506301" y="61723"/>
                  <a:pt x="4506301" y="137861"/>
                </a:cubicBezTo>
                <a:lnTo>
                  <a:pt x="4506301" y="2179911"/>
                </a:lnTo>
                <a:cubicBezTo>
                  <a:pt x="4506301" y="2256050"/>
                  <a:pt x="4444579" y="2317772"/>
                  <a:pt x="4368440" y="2317772"/>
                </a:cubicBezTo>
                <a:lnTo>
                  <a:pt x="137861" y="2317772"/>
                </a:lnTo>
                <a:cubicBezTo>
                  <a:pt x="61723" y="2317772"/>
                  <a:pt x="0" y="2256050"/>
                  <a:pt x="0" y="2179911"/>
                </a:cubicBezTo>
                <a:lnTo>
                  <a:pt x="0" y="137861"/>
                </a:lnTo>
                <a:cubicBezTo>
                  <a:pt x="0" y="61773"/>
                  <a:pt x="61773" y="0"/>
                  <a:pt x="137861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5592" y="1318287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103395" y="0"/>
                </a:moveTo>
                <a:lnTo>
                  <a:pt x="310185" y="0"/>
                </a:lnTo>
                <a:cubicBezTo>
                  <a:pt x="367289" y="0"/>
                  <a:pt x="413580" y="46292"/>
                  <a:pt x="413580" y="103395"/>
                </a:cubicBezTo>
                <a:lnTo>
                  <a:pt x="413580" y="310185"/>
                </a:lnTo>
                <a:cubicBezTo>
                  <a:pt x="413580" y="367289"/>
                  <a:pt x="367289" y="413580"/>
                  <a:pt x="310185" y="413580"/>
                </a:cubicBezTo>
                <a:lnTo>
                  <a:pt x="103395" y="413580"/>
                </a:lnTo>
                <a:cubicBezTo>
                  <a:pt x="46292" y="413580"/>
                  <a:pt x="0" y="367289"/>
                  <a:pt x="0" y="310185"/>
                </a:cubicBezTo>
                <a:lnTo>
                  <a:pt x="0" y="103395"/>
                </a:lnTo>
                <a:cubicBezTo>
                  <a:pt x="0" y="46330"/>
                  <a:pt x="46330" y="0"/>
                  <a:pt x="10339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635449" y="1438914"/>
            <a:ext cx="193866" cy="172325"/>
          </a:xfrm>
          <a:custGeom>
            <a:avLst/>
            <a:gdLst/>
            <a:ahLst/>
            <a:cxnLst/>
            <a:rect l="l" t="t" r="r" b="b"/>
            <a:pathLst>
              <a:path w="193866" h="172325">
                <a:moveTo>
                  <a:pt x="121435" y="404"/>
                </a:moveTo>
                <a:cubicBezTo>
                  <a:pt x="115714" y="-1245"/>
                  <a:pt x="109756" y="2087"/>
                  <a:pt x="108107" y="7808"/>
                </a:cubicBezTo>
                <a:lnTo>
                  <a:pt x="65026" y="158593"/>
                </a:lnTo>
                <a:cubicBezTo>
                  <a:pt x="63377" y="164315"/>
                  <a:pt x="66709" y="170272"/>
                  <a:pt x="72430" y="171921"/>
                </a:cubicBezTo>
                <a:cubicBezTo>
                  <a:pt x="78152" y="173570"/>
                  <a:pt x="84109" y="170238"/>
                  <a:pt x="85759" y="164517"/>
                </a:cubicBezTo>
                <a:lnTo>
                  <a:pt x="128840" y="13732"/>
                </a:lnTo>
                <a:cubicBezTo>
                  <a:pt x="130489" y="8010"/>
                  <a:pt x="127157" y="2053"/>
                  <a:pt x="121435" y="404"/>
                </a:cubicBezTo>
                <a:close/>
                <a:moveTo>
                  <a:pt x="143178" y="46211"/>
                </a:moveTo>
                <a:cubicBezTo>
                  <a:pt x="138971" y="50419"/>
                  <a:pt x="138971" y="57251"/>
                  <a:pt x="143178" y="61458"/>
                </a:cubicBezTo>
                <a:lnTo>
                  <a:pt x="167882" y="86163"/>
                </a:lnTo>
                <a:lnTo>
                  <a:pt x="143178" y="110867"/>
                </a:lnTo>
                <a:cubicBezTo>
                  <a:pt x="138971" y="115074"/>
                  <a:pt x="138971" y="121907"/>
                  <a:pt x="143178" y="126114"/>
                </a:cubicBezTo>
                <a:cubicBezTo>
                  <a:pt x="147385" y="130321"/>
                  <a:pt x="154217" y="130321"/>
                  <a:pt x="158425" y="126114"/>
                </a:cubicBezTo>
                <a:lnTo>
                  <a:pt x="190736" y="93803"/>
                </a:lnTo>
                <a:cubicBezTo>
                  <a:pt x="194943" y="89596"/>
                  <a:pt x="194943" y="82763"/>
                  <a:pt x="190736" y="78556"/>
                </a:cubicBezTo>
                <a:lnTo>
                  <a:pt x="158425" y="46245"/>
                </a:lnTo>
                <a:cubicBezTo>
                  <a:pt x="154217" y="42038"/>
                  <a:pt x="147385" y="42038"/>
                  <a:pt x="143178" y="46245"/>
                </a:cubicBezTo>
                <a:close/>
                <a:moveTo>
                  <a:pt x="50721" y="46211"/>
                </a:moveTo>
                <a:cubicBezTo>
                  <a:pt x="46514" y="42004"/>
                  <a:pt x="39682" y="42004"/>
                  <a:pt x="35475" y="46211"/>
                </a:cubicBezTo>
                <a:lnTo>
                  <a:pt x="3164" y="78522"/>
                </a:lnTo>
                <a:cubicBezTo>
                  <a:pt x="-1043" y="82730"/>
                  <a:pt x="-1043" y="89562"/>
                  <a:pt x="3164" y="93769"/>
                </a:cubicBezTo>
                <a:lnTo>
                  <a:pt x="35475" y="126080"/>
                </a:lnTo>
                <a:cubicBezTo>
                  <a:pt x="39682" y="130287"/>
                  <a:pt x="46514" y="130287"/>
                  <a:pt x="50721" y="126080"/>
                </a:cubicBezTo>
                <a:cubicBezTo>
                  <a:pt x="54929" y="121873"/>
                  <a:pt x="54929" y="115040"/>
                  <a:pt x="50721" y="110833"/>
                </a:cubicBezTo>
                <a:lnTo>
                  <a:pt x="26017" y="86163"/>
                </a:lnTo>
                <a:lnTo>
                  <a:pt x="50688" y="61458"/>
                </a:lnTo>
                <a:cubicBezTo>
                  <a:pt x="54895" y="57251"/>
                  <a:pt x="54895" y="50419"/>
                  <a:pt x="50688" y="4621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42567" y="1391525"/>
            <a:ext cx="2602109" cy="267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Implementation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5592" y="1869727"/>
            <a:ext cx="2024820" cy="654835"/>
          </a:xfrm>
          <a:custGeom>
            <a:avLst/>
            <a:gdLst/>
            <a:ahLst/>
            <a:cxnLst/>
            <a:rect l="l" t="t" r="r" b="b"/>
            <a:pathLst>
              <a:path w="2024820" h="654835">
                <a:moveTo>
                  <a:pt x="68928" y="0"/>
                </a:moveTo>
                <a:lnTo>
                  <a:pt x="1955892" y="0"/>
                </a:lnTo>
                <a:cubicBezTo>
                  <a:pt x="1993960" y="0"/>
                  <a:pt x="2024820" y="30860"/>
                  <a:pt x="2024820" y="68928"/>
                </a:cubicBezTo>
                <a:lnTo>
                  <a:pt x="2024820" y="585907"/>
                </a:lnTo>
                <a:cubicBezTo>
                  <a:pt x="2024820" y="623975"/>
                  <a:pt x="1993960" y="654835"/>
                  <a:pt x="1955892" y="654835"/>
                </a:cubicBezTo>
                <a:lnTo>
                  <a:pt x="68928" y="654835"/>
                </a:lnTo>
                <a:cubicBezTo>
                  <a:pt x="30860" y="654835"/>
                  <a:pt x="0" y="623975"/>
                  <a:pt x="0" y="585907"/>
                </a:cubicBezTo>
                <a:lnTo>
                  <a:pt x="0" y="68928"/>
                </a:lnTo>
                <a:cubicBezTo>
                  <a:pt x="0" y="30886"/>
                  <a:pt x="30886" y="0"/>
                  <a:pt x="6892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448473" y="1973122"/>
            <a:ext cx="180941" cy="206790"/>
          </a:xfrm>
          <a:custGeom>
            <a:avLst/>
            <a:gdLst/>
            <a:ahLst/>
            <a:cxnLst/>
            <a:rect l="l" t="t" r="r" b="b"/>
            <a:pathLst>
              <a:path w="180941" h="206790">
                <a:moveTo>
                  <a:pt x="177629" y="80979"/>
                </a:moveTo>
                <a:cubicBezTo>
                  <a:pt x="174520" y="68499"/>
                  <a:pt x="168623" y="59089"/>
                  <a:pt x="156062" y="59089"/>
                </a:cubicBezTo>
                <a:lnTo>
                  <a:pt x="139866" y="59089"/>
                </a:lnTo>
                <a:lnTo>
                  <a:pt x="139866" y="78233"/>
                </a:lnTo>
                <a:cubicBezTo>
                  <a:pt x="139866" y="93096"/>
                  <a:pt x="127265" y="105616"/>
                  <a:pt x="112886" y="105616"/>
                </a:cubicBezTo>
                <a:lnTo>
                  <a:pt x="69751" y="105616"/>
                </a:lnTo>
                <a:cubicBezTo>
                  <a:pt x="57958" y="105616"/>
                  <a:pt x="48184" y="115714"/>
                  <a:pt x="48184" y="127547"/>
                </a:cubicBezTo>
                <a:lnTo>
                  <a:pt x="48184" y="168663"/>
                </a:lnTo>
                <a:cubicBezTo>
                  <a:pt x="48184" y="180376"/>
                  <a:pt x="58362" y="187242"/>
                  <a:pt x="69751" y="190594"/>
                </a:cubicBezTo>
                <a:cubicBezTo>
                  <a:pt x="83403" y="194593"/>
                  <a:pt x="96529" y="195320"/>
                  <a:pt x="112886" y="190594"/>
                </a:cubicBezTo>
                <a:cubicBezTo>
                  <a:pt x="123751" y="187444"/>
                  <a:pt x="134454" y="181103"/>
                  <a:pt x="134454" y="168663"/>
                </a:cubicBezTo>
                <a:lnTo>
                  <a:pt x="134454" y="152225"/>
                </a:lnTo>
                <a:lnTo>
                  <a:pt x="91359" y="152225"/>
                </a:lnTo>
                <a:lnTo>
                  <a:pt x="91359" y="146732"/>
                </a:lnTo>
                <a:lnTo>
                  <a:pt x="156062" y="146732"/>
                </a:lnTo>
                <a:cubicBezTo>
                  <a:pt x="168623" y="146732"/>
                  <a:pt x="173267" y="137968"/>
                  <a:pt x="177629" y="124841"/>
                </a:cubicBezTo>
                <a:cubicBezTo>
                  <a:pt x="182153" y="111311"/>
                  <a:pt x="181951" y="98306"/>
                  <a:pt x="177629" y="80979"/>
                </a:cubicBezTo>
                <a:close/>
                <a:moveTo>
                  <a:pt x="115592" y="179609"/>
                </a:moveTo>
                <a:cubicBezTo>
                  <a:pt x="112519" y="179824"/>
                  <a:pt x="109581" y="178306"/>
                  <a:pt x="107979" y="175674"/>
                </a:cubicBezTo>
                <a:cubicBezTo>
                  <a:pt x="106376" y="173043"/>
                  <a:pt x="106376" y="169736"/>
                  <a:pt x="107979" y="167104"/>
                </a:cubicBezTo>
                <a:cubicBezTo>
                  <a:pt x="109581" y="164472"/>
                  <a:pt x="112519" y="162955"/>
                  <a:pt x="115592" y="163170"/>
                </a:cubicBezTo>
                <a:cubicBezTo>
                  <a:pt x="118666" y="162955"/>
                  <a:pt x="121604" y="164472"/>
                  <a:pt x="123206" y="167104"/>
                </a:cubicBezTo>
                <a:cubicBezTo>
                  <a:pt x="124809" y="169736"/>
                  <a:pt x="124809" y="173043"/>
                  <a:pt x="123206" y="175674"/>
                </a:cubicBezTo>
                <a:cubicBezTo>
                  <a:pt x="121604" y="178306"/>
                  <a:pt x="118666" y="179824"/>
                  <a:pt x="115592" y="179609"/>
                </a:cubicBezTo>
                <a:close/>
                <a:moveTo>
                  <a:pt x="67772" y="100204"/>
                </a:moveTo>
                <a:lnTo>
                  <a:pt x="110907" y="100204"/>
                </a:lnTo>
                <a:cubicBezTo>
                  <a:pt x="122903" y="100204"/>
                  <a:pt x="132475" y="90309"/>
                  <a:pt x="132475" y="78273"/>
                </a:cubicBezTo>
                <a:lnTo>
                  <a:pt x="132475" y="37117"/>
                </a:lnTo>
                <a:cubicBezTo>
                  <a:pt x="132475" y="25404"/>
                  <a:pt x="122620" y="16640"/>
                  <a:pt x="110907" y="14661"/>
                </a:cubicBezTo>
                <a:cubicBezTo>
                  <a:pt x="96448" y="12278"/>
                  <a:pt x="80737" y="12399"/>
                  <a:pt x="67772" y="14701"/>
                </a:cubicBezTo>
                <a:cubicBezTo>
                  <a:pt x="49517" y="17933"/>
                  <a:pt x="46205" y="24677"/>
                  <a:pt x="46205" y="37158"/>
                </a:cubicBezTo>
                <a:lnTo>
                  <a:pt x="46205" y="53596"/>
                </a:lnTo>
                <a:lnTo>
                  <a:pt x="89380" y="53596"/>
                </a:lnTo>
                <a:lnTo>
                  <a:pt x="89380" y="59089"/>
                </a:lnTo>
                <a:lnTo>
                  <a:pt x="30009" y="59089"/>
                </a:lnTo>
                <a:cubicBezTo>
                  <a:pt x="17448" y="59089"/>
                  <a:pt x="6462" y="66641"/>
                  <a:pt x="3029" y="80979"/>
                </a:cubicBezTo>
                <a:cubicBezTo>
                  <a:pt x="-929" y="97418"/>
                  <a:pt x="-1090" y="107676"/>
                  <a:pt x="3029" y="124841"/>
                </a:cubicBezTo>
                <a:cubicBezTo>
                  <a:pt x="6099" y="137604"/>
                  <a:pt x="13409" y="146732"/>
                  <a:pt x="25970" y="146732"/>
                </a:cubicBezTo>
                <a:lnTo>
                  <a:pt x="40793" y="146732"/>
                </a:lnTo>
                <a:lnTo>
                  <a:pt x="40793" y="127022"/>
                </a:lnTo>
                <a:cubicBezTo>
                  <a:pt x="40793" y="112765"/>
                  <a:pt x="53111" y="100204"/>
                  <a:pt x="67772" y="100204"/>
                </a:cubicBezTo>
                <a:close/>
                <a:moveTo>
                  <a:pt x="65107" y="26131"/>
                </a:moveTo>
                <a:cubicBezTo>
                  <a:pt x="69654" y="26131"/>
                  <a:pt x="73346" y="29823"/>
                  <a:pt x="73346" y="34371"/>
                </a:cubicBezTo>
                <a:cubicBezTo>
                  <a:pt x="73346" y="38918"/>
                  <a:pt x="69654" y="42610"/>
                  <a:pt x="65107" y="42610"/>
                </a:cubicBezTo>
                <a:cubicBezTo>
                  <a:pt x="60559" y="42610"/>
                  <a:pt x="56867" y="38918"/>
                  <a:pt x="56867" y="34371"/>
                </a:cubicBezTo>
                <a:cubicBezTo>
                  <a:pt x="56867" y="29823"/>
                  <a:pt x="60559" y="26131"/>
                  <a:pt x="65107" y="26131"/>
                </a:cubicBezTo>
                <a:close/>
              </a:path>
            </a:pathLst>
          </a:custGeom>
          <a:solidFill>
            <a:srgbClr val="00D3F2"/>
          </a:solidFill>
          <a:ln/>
        </p:spPr>
      </p:sp>
      <p:sp>
        <p:nvSpPr>
          <p:cNvPr id="11" name="Text 9"/>
          <p:cNvSpPr/>
          <p:nvPr/>
        </p:nvSpPr>
        <p:spPr>
          <a:xfrm>
            <a:off x="598830" y="2248842"/>
            <a:ext cx="1878343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3.10+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655691" y="1869727"/>
            <a:ext cx="2024820" cy="654835"/>
          </a:xfrm>
          <a:custGeom>
            <a:avLst/>
            <a:gdLst/>
            <a:ahLst/>
            <a:cxnLst/>
            <a:rect l="l" t="t" r="r" b="b"/>
            <a:pathLst>
              <a:path w="2024820" h="654835">
                <a:moveTo>
                  <a:pt x="68928" y="0"/>
                </a:moveTo>
                <a:lnTo>
                  <a:pt x="1955892" y="0"/>
                </a:lnTo>
                <a:cubicBezTo>
                  <a:pt x="1993960" y="0"/>
                  <a:pt x="2024820" y="30860"/>
                  <a:pt x="2024820" y="68928"/>
                </a:cubicBezTo>
                <a:lnTo>
                  <a:pt x="2024820" y="585907"/>
                </a:lnTo>
                <a:cubicBezTo>
                  <a:pt x="2024820" y="623975"/>
                  <a:pt x="1993960" y="654835"/>
                  <a:pt x="1955892" y="654835"/>
                </a:cubicBezTo>
                <a:lnTo>
                  <a:pt x="68928" y="654835"/>
                </a:lnTo>
                <a:cubicBezTo>
                  <a:pt x="30860" y="654835"/>
                  <a:pt x="0" y="623975"/>
                  <a:pt x="0" y="585907"/>
                </a:cubicBezTo>
                <a:lnTo>
                  <a:pt x="0" y="68928"/>
                </a:lnTo>
                <a:cubicBezTo>
                  <a:pt x="0" y="30886"/>
                  <a:pt x="30886" y="0"/>
                  <a:pt x="6892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552724" y="1973122"/>
            <a:ext cx="232639" cy="206790"/>
          </a:xfrm>
          <a:custGeom>
            <a:avLst/>
            <a:gdLst/>
            <a:ahLst/>
            <a:cxnLst/>
            <a:rect l="l" t="t" r="r" b="b"/>
            <a:pathLst>
              <a:path w="232639" h="206790">
                <a:moveTo>
                  <a:pt x="100164" y="35542"/>
                </a:moveTo>
                <a:lnTo>
                  <a:pt x="132475" y="35542"/>
                </a:lnTo>
                <a:lnTo>
                  <a:pt x="132475" y="54929"/>
                </a:lnTo>
                <a:lnTo>
                  <a:pt x="100164" y="54929"/>
                </a:lnTo>
                <a:lnTo>
                  <a:pt x="100164" y="35542"/>
                </a:lnTo>
                <a:close/>
                <a:moveTo>
                  <a:pt x="96933" y="12924"/>
                </a:moveTo>
                <a:cubicBezTo>
                  <a:pt x="86230" y="12924"/>
                  <a:pt x="77546" y="21608"/>
                  <a:pt x="77546" y="32311"/>
                </a:cubicBezTo>
                <a:lnTo>
                  <a:pt x="77546" y="58160"/>
                </a:lnTo>
                <a:cubicBezTo>
                  <a:pt x="77546" y="68863"/>
                  <a:pt x="86230" y="77546"/>
                  <a:pt x="96933" y="77546"/>
                </a:cubicBezTo>
                <a:lnTo>
                  <a:pt x="103395" y="77546"/>
                </a:lnTo>
                <a:lnTo>
                  <a:pt x="103395" y="90471"/>
                </a:lnTo>
                <a:lnTo>
                  <a:pt x="12924" y="90471"/>
                </a:lnTo>
                <a:cubicBezTo>
                  <a:pt x="5776" y="90471"/>
                  <a:pt x="0" y="96246"/>
                  <a:pt x="0" y="103395"/>
                </a:cubicBezTo>
                <a:cubicBezTo>
                  <a:pt x="0" y="110544"/>
                  <a:pt x="5776" y="116319"/>
                  <a:pt x="12924" y="116319"/>
                </a:cubicBezTo>
                <a:lnTo>
                  <a:pt x="51698" y="116319"/>
                </a:lnTo>
                <a:lnTo>
                  <a:pt x="51698" y="129244"/>
                </a:lnTo>
                <a:lnTo>
                  <a:pt x="45235" y="129244"/>
                </a:lnTo>
                <a:cubicBezTo>
                  <a:pt x="34532" y="129244"/>
                  <a:pt x="25849" y="137927"/>
                  <a:pt x="25849" y="148630"/>
                </a:cubicBezTo>
                <a:lnTo>
                  <a:pt x="25849" y="174479"/>
                </a:lnTo>
                <a:cubicBezTo>
                  <a:pt x="25849" y="185182"/>
                  <a:pt x="34532" y="193866"/>
                  <a:pt x="45235" y="193866"/>
                </a:cubicBezTo>
                <a:lnTo>
                  <a:pt x="84008" y="193866"/>
                </a:lnTo>
                <a:cubicBezTo>
                  <a:pt x="94711" y="193866"/>
                  <a:pt x="103395" y="185182"/>
                  <a:pt x="103395" y="174479"/>
                </a:cubicBezTo>
                <a:lnTo>
                  <a:pt x="103395" y="148630"/>
                </a:lnTo>
                <a:cubicBezTo>
                  <a:pt x="103395" y="137927"/>
                  <a:pt x="94711" y="129244"/>
                  <a:pt x="84008" y="129244"/>
                </a:cubicBezTo>
                <a:lnTo>
                  <a:pt x="77546" y="129244"/>
                </a:lnTo>
                <a:lnTo>
                  <a:pt x="77546" y="116319"/>
                </a:lnTo>
                <a:lnTo>
                  <a:pt x="155093" y="116319"/>
                </a:lnTo>
                <a:lnTo>
                  <a:pt x="155093" y="129244"/>
                </a:lnTo>
                <a:lnTo>
                  <a:pt x="148630" y="129244"/>
                </a:lnTo>
                <a:cubicBezTo>
                  <a:pt x="137927" y="129244"/>
                  <a:pt x="129244" y="137927"/>
                  <a:pt x="129244" y="148630"/>
                </a:cubicBezTo>
                <a:lnTo>
                  <a:pt x="129244" y="174479"/>
                </a:lnTo>
                <a:cubicBezTo>
                  <a:pt x="129244" y="185182"/>
                  <a:pt x="137927" y="193866"/>
                  <a:pt x="148630" y="193866"/>
                </a:cubicBezTo>
                <a:lnTo>
                  <a:pt x="187404" y="193866"/>
                </a:lnTo>
                <a:cubicBezTo>
                  <a:pt x="198107" y="193866"/>
                  <a:pt x="206790" y="185182"/>
                  <a:pt x="206790" y="174479"/>
                </a:cubicBezTo>
                <a:lnTo>
                  <a:pt x="206790" y="148630"/>
                </a:lnTo>
                <a:cubicBezTo>
                  <a:pt x="206790" y="137927"/>
                  <a:pt x="198107" y="129244"/>
                  <a:pt x="187404" y="129244"/>
                </a:cubicBezTo>
                <a:lnTo>
                  <a:pt x="180941" y="129244"/>
                </a:lnTo>
                <a:lnTo>
                  <a:pt x="180941" y="116319"/>
                </a:lnTo>
                <a:lnTo>
                  <a:pt x="219714" y="116319"/>
                </a:lnTo>
                <a:cubicBezTo>
                  <a:pt x="226863" y="116319"/>
                  <a:pt x="232639" y="110544"/>
                  <a:pt x="232639" y="103395"/>
                </a:cubicBezTo>
                <a:cubicBezTo>
                  <a:pt x="232639" y="96246"/>
                  <a:pt x="226863" y="90471"/>
                  <a:pt x="219714" y="90471"/>
                </a:cubicBezTo>
                <a:lnTo>
                  <a:pt x="129244" y="90471"/>
                </a:lnTo>
                <a:lnTo>
                  <a:pt x="129244" y="77546"/>
                </a:lnTo>
                <a:lnTo>
                  <a:pt x="135706" y="77546"/>
                </a:lnTo>
                <a:cubicBezTo>
                  <a:pt x="146409" y="77546"/>
                  <a:pt x="155093" y="68863"/>
                  <a:pt x="155093" y="58160"/>
                </a:cubicBezTo>
                <a:lnTo>
                  <a:pt x="155093" y="32311"/>
                </a:lnTo>
                <a:cubicBezTo>
                  <a:pt x="155093" y="21608"/>
                  <a:pt x="146409" y="12924"/>
                  <a:pt x="135706" y="12924"/>
                </a:cubicBezTo>
                <a:lnTo>
                  <a:pt x="96933" y="12924"/>
                </a:lnTo>
                <a:close/>
                <a:moveTo>
                  <a:pt x="180941" y="151861"/>
                </a:moveTo>
                <a:lnTo>
                  <a:pt x="184172" y="151861"/>
                </a:lnTo>
                <a:lnTo>
                  <a:pt x="184172" y="171248"/>
                </a:lnTo>
                <a:lnTo>
                  <a:pt x="151861" y="171248"/>
                </a:lnTo>
                <a:lnTo>
                  <a:pt x="151861" y="151861"/>
                </a:lnTo>
                <a:lnTo>
                  <a:pt x="180941" y="151861"/>
                </a:lnTo>
                <a:close/>
                <a:moveTo>
                  <a:pt x="77546" y="151861"/>
                </a:moveTo>
                <a:lnTo>
                  <a:pt x="80777" y="151861"/>
                </a:lnTo>
                <a:lnTo>
                  <a:pt x="80777" y="171248"/>
                </a:lnTo>
                <a:lnTo>
                  <a:pt x="48466" y="171248"/>
                </a:lnTo>
                <a:lnTo>
                  <a:pt x="48466" y="151861"/>
                </a:lnTo>
                <a:lnTo>
                  <a:pt x="77546" y="151861"/>
                </a:lnTo>
                <a:close/>
              </a:path>
            </a:pathLst>
          </a:custGeom>
          <a:solidFill>
            <a:srgbClr val="00D3F2"/>
          </a:solidFill>
          <a:ln/>
        </p:spPr>
      </p:sp>
      <p:sp>
        <p:nvSpPr>
          <p:cNvPr id="14" name="Text 12"/>
          <p:cNvSpPr/>
          <p:nvPr/>
        </p:nvSpPr>
        <p:spPr>
          <a:xfrm>
            <a:off x="2728929" y="2248842"/>
            <a:ext cx="1878343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mitmproxy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25592" y="2627958"/>
            <a:ext cx="2024820" cy="654835"/>
          </a:xfrm>
          <a:custGeom>
            <a:avLst/>
            <a:gdLst/>
            <a:ahLst/>
            <a:cxnLst/>
            <a:rect l="l" t="t" r="r" b="b"/>
            <a:pathLst>
              <a:path w="2024820" h="654835">
                <a:moveTo>
                  <a:pt x="68928" y="0"/>
                </a:moveTo>
                <a:lnTo>
                  <a:pt x="1955892" y="0"/>
                </a:lnTo>
                <a:cubicBezTo>
                  <a:pt x="1993960" y="0"/>
                  <a:pt x="2024820" y="30860"/>
                  <a:pt x="2024820" y="68928"/>
                </a:cubicBezTo>
                <a:lnTo>
                  <a:pt x="2024820" y="585907"/>
                </a:lnTo>
                <a:cubicBezTo>
                  <a:pt x="2024820" y="623975"/>
                  <a:pt x="1993960" y="654835"/>
                  <a:pt x="1955892" y="654835"/>
                </a:cubicBezTo>
                <a:lnTo>
                  <a:pt x="68928" y="654835"/>
                </a:lnTo>
                <a:cubicBezTo>
                  <a:pt x="30860" y="654835"/>
                  <a:pt x="0" y="623975"/>
                  <a:pt x="0" y="585907"/>
                </a:cubicBezTo>
                <a:lnTo>
                  <a:pt x="0" y="68928"/>
                </a:lnTo>
                <a:cubicBezTo>
                  <a:pt x="0" y="30886"/>
                  <a:pt x="30886" y="0"/>
                  <a:pt x="6892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435549" y="2731353"/>
            <a:ext cx="206790" cy="206790"/>
          </a:xfrm>
          <a:custGeom>
            <a:avLst/>
            <a:gdLst/>
            <a:ahLst/>
            <a:cxnLst/>
            <a:rect l="l" t="t" r="r" b="b"/>
            <a:pathLst>
              <a:path w="206790" h="206790">
                <a:moveTo>
                  <a:pt x="103395" y="0"/>
                </a:moveTo>
                <a:cubicBezTo>
                  <a:pt x="105253" y="0"/>
                  <a:pt x="107111" y="404"/>
                  <a:pt x="108807" y="1171"/>
                </a:cubicBezTo>
                <a:lnTo>
                  <a:pt x="184899" y="33442"/>
                </a:lnTo>
                <a:cubicBezTo>
                  <a:pt x="193785" y="37198"/>
                  <a:pt x="200409" y="45962"/>
                  <a:pt x="200368" y="56544"/>
                </a:cubicBezTo>
                <a:cubicBezTo>
                  <a:pt x="200166" y="96610"/>
                  <a:pt x="183688" y="169915"/>
                  <a:pt x="114098" y="203236"/>
                </a:cubicBezTo>
                <a:cubicBezTo>
                  <a:pt x="107353" y="206467"/>
                  <a:pt x="99518" y="206467"/>
                  <a:pt x="92773" y="203236"/>
                </a:cubicBezTo>
                <a:cubicBezTo>
                  <a:pt x="23143" y="169915"/>
                  <a:pt x="6705" y="96610"/>
                  <a:pt x="6503" y="56544"/>
                </a:cubicBezTo>
                <a:cubicBezTo>
                  <a:pt x="6462" y="45962"/>
                  <a:pt x="13086" y="37198"/>
                  <a:pt x="21971" y="33442"/>
                </a:cubicBezTo>
                <a:lnTo>
                  <a:pt x="98023" y="1171"/>
                </a:lnTo>
                <a:cubicBezTo>
                  <a:pt x="99720" y="404"/>
                  <a:pt x="101537" y="0"/>
                  <a:pt x="103395" y="0"/>
                </a:cubicBezTo>
                <a:close/>
                <a:moveTo>
                  <a:pt x="103395" y="26980"/>
                </a:moveTo>
                <a:lnTo>
                  <a:pt x="103395" y="179689"/>
                </a:lnTo>
                <a:cubicBezTo>
                  <a:pt x="159131" y="152710"/>
                  <a:pt x="174116" y="92934"/>
                  <a:pt x="174479" y="57150"/>
                </a:cubicBezTo>
                <a:lnTo>
                  <a:pt x="103395" y="27020"/>
                </a:lnTo>
                <a:lnTo>
                  <a:pt x="103395" y="27020"/>
                </a:lnTo>
                <a:close/>
              </a:path>
            </a:pathLst>
          </a:custGeom>
          <a:solidFill>
            <a:srgbClr val="00D3F2"/>
          </a:solidFill>
          <a:ln/>
        </p:spPr>
      </p:sp>
      <p:sp>
        <p:nvSpPr>
          <p:cNvPr id="17" name="Text 15"/>
          <p:cNvSpPr/>
          <p:nvPr/>
        </p:nvSpPr>
        <p:spPr>
          <a:xfrm>
            <a:off x="598830" y="3007073"/>
            <a:ext cx="1878343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scapy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655691" y="2627958"/>
            <a:ext cx="2024820" cy="654835"/>
          </a:xfrm>
          <a:custGeom>
            <a:avLst/>
            <a:gdLst/>
            <a:ahLst/>
            <a:cxnLst/>
            <a:rect l="l" t="t" r="r" b="b"/>
            <a:pathLst>
              <a:path w="2024820" h="654835">
                <a:moveTo>
                  <a:pt x="68928" y="0"/>
                </a:moveTo>
                <a:lnTo>
                  <a:pt x="1955892" y="0"/>
                </a:lnTo>
                <a:cubicBezTo>
                  <a:pt x="1993960" y="0"/>
                  <a:pt x="2024820" y="30860"/>
                  <a:pt x="2024820" y="68928"/>
                </a:cubicBezTo>
                <a:lnTo>
                  <a:pt x="2024820" y="585907"/>
                </a:lnTo>
                <a:cubicBezTo>
                  <a:pt x="2024820" y="623975"/>
                  <a:pt x="1993960" y="654835"/>
                  <a:pt x="1955892" y="654835"/>
                </a:cubicBezTo>
                <a:lnTo>
                  <a:pt x="68928" y="654835"/>
                </a:lnTo>
                <a:cubicBezTo>
                  <a:pt x="30860" y="654835"/>
                  <a:pt x="0" y="623975"/>
                  <a:pt x="0" y="585907"/>
                </a:cubicBezTo>
                <a:lnTo>
                  <a:pt x="0" y="68928"/>
                </a:lnTo>
                <a:cubicBezTo>
                  <a:pt x="0" y="30886"/>
                  <a:pt x="30886" y="0"/>
                  <a:pt x="6892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578573" y="2731353"/>
            <a:ext cx="180941" cy="206790"/>
          </a:xfrm>
          <a:custGeom>
            <a:avLst/>
            <a:gdLst/>
            <a:ahLst/>
            <a:cxnLst/>
            <a:rect l="l" t="t" r="r" b="b"/>
            <a:pathLst>
              <a:path w="180941" h="206790">
                <a:moveTo>
                  <a:pt x="180941" y="83120"/>
                </a:moveTo>
                <a:cubicBezTo>
                  <a:pt x="174964" y="87078"/>
                  <a:pt x="168098" y="90269"/>
                  <a:pt x="160949" y="92813"/>
                </a:cubicBezTo>
                <a:cubicBezTo>
                  <a:pt x="141966" y="99599"/>
                  <a:pt x="117046" y="103395"/>
                  <a:pt x="90471" y="103395"/>
                </a:cubicBezTo>
                <a:cubicBezTo>
                  <a:pt x="63895" y="103395"/>
                  <a:pt x="38935" y="99558"/>
                  <a:pt x="19992" y="92813"/>
                </a:cubicBezTo>
                <a:cubicBezTo>
                  <a:pt x="12884" y="90269"/>
                  <a:pt x="5978" y="87078"/>
                  <a:pt x="0" y="83120"/>
                </a:cubicBezTo>
                <a:lnTo>
                  <a:pt x="0" y="116319"/>
                </a:lnTo>
                <a:cubicBezTo>
                  <a:pt x="0" y="134171"/>
                  <a:pt x="40510" y="148630"/>
                  <a:pt x="90471" y="148630"/>
                </a:cubicBezTo>
                <a:cubicBezTo>
                  <a:pt x="140431" y="148630"/>
                  <a:pt x="180941" y="134171"/>
                  <a:pt x="180941" y="116319"/>
                </a:cubicBezTo>
                <a:lnTo>
                  <a:pt x="180941" y="83120"/>
                </a:lnTo>
                <a:close/>
                <a:moveTo>
                  <a:pt x="180941" y="51698"/>
                </a:moveTo>
                <a:lnTo>
                  <a:pt x="180941" y="32311"/>
                </a:lnTo>
                <a:cubicBezTo>
                  <a:pt x="180941" y="14459"/>
                  <a:pt x="140431" y="0"/>
                  <a:pt x="90471" y="0"/>
                </a:cubicBezTo>
                <a:cubicBezTo>
                  <a:pt x="40510" y="0"/>
                  <a:pt x="0" y="14459"/>
                  <a:pt x="0" y="32311"/>
                </a:cubicBezTo>
                <a:lnTo>
                  <a:pt x="0" y="51698"/>
                </a:lnTo>
                <a:cubicBezTo>
                  <a:pt x="0" y="69549"/>
                  <a:pt x="40510" y="84008"/>
                  <a:pt x="90471" y="84008"/>
                </a:cubicBezTo>
                <a:cubicBezTo>
                  <a:pt x="140431" y="84008"/>
                  <a:pt x="180941" y="69549"/>
                  <a:pt x="180941" y="51698"/>
                </a:cubicBezTo>
                <a:close/>
                <a:moveTo>
                  <a:pt x="160949" y="157435"/>
                </a:moveTo>
                <a:cubicBezTo>
                  <a:pt x="142007" y="164180"/>
                  <a:pt x="117087" y="168017"/>
                  <a:pt x="90471" y="168017"/>
                </a:cubicBezTo>
                <a:cubicBezTo>
                  <a:pt x="63855" y="168017"/>
                  <a:pt x="38935" y="164180"/>
                  <a:pt x="19992" y="157435"/>
                </a:cubicBezTo>
                <a:cubicBezTo>
                  <a:pt x="12884" y="154891"/>
                  <a:pt x="5978" y="151700"/>
                  <a:pt x="0" y="147742"/>
                </a:cubicBezTo>
                <a:lnTo>
                  <a:pt x="0" y="174479"/>
                </a:lnTo>
                <a:cubicBezTo>
                  <a:pt x="0" y="192331"/>
                  <a:pt x="40510" y="206790"/>
                  <a:pt x="90471" y="206790"/>
                </a:cubicBezTo>
                <a:cubicBezTo>
                  <a:pt x="140431" y="206790"/>
                  <a:pt x="180941" y="192331"/>
                  <a:pt x="180941" y="174479"/>
                </a:cubicBezTo>
                <a:lnTo>
                  <a:pt x="180941" y="147742"/>
                </a:lnTo>
                <a:cubicBezTo>
                  <a:pt x="174964" y="151700"/>
                  <a:pt x="168098" y="154891"/>
                  <a:pt x="160949" y="157435"/>
                </a:cubicBezTo>
                <a:close/>
              </a:path>
            </a:pathLst>
          </a:custGeom>
          <a:solidFill>
            <a:srgbClr val="00D3F2"/>
          </a:solidFill>
          <a:ln/>
        </p:spPr>
      </p:sp>
      <p:sp>
        <p:nvSpPr>
          <p:cNvPr id="20" name="Text 18"/>
          <p:cNvSpPr/>
          <p:nvPr/>
        </p:nvSpPr>
        <p:spPr>
          <a:xfrm>
            <a:off x="2728929" y="3007073"/>
            <a:ext cx="1878343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48958" y="3605902"/>
            <a:ext cx="4506301" cy="3076003"/>
          </a:xfrm>
          <a:custGeom>
            <a:avLst/>
            <a:gdLst/>
            <a:ahLst/>
            <a:cxnLst/>
            <a:rect l="l" t="t" r="r" b="b"/>
            <a:pathLst>
              <a:path w="4506301" h="3076003">
                <a:moveTo>
                  <a:pt x="137866" y="0"/>
                </a:moveTo>
                <a:lnTo>
                  <a:pt x="4368435" y="0"/>
                </a:lnTo>
                <a:cubicBezTo>
                  <a:pt x="4444576" y="0"/>
                  <a:pt x="4506301" y="61725"/>
                  <a:pt x="4506301" y="137866"/>
                </a:cubicBezTo>
                <a:lnTo>
                  <a:pt x="4506301" y="2938136"/>
                </a:lnTo>
                <a:cubicBezTo>
                  <a:pt x="4506301" y="3014227"/>
                  <a:pt x="4444525" y="3076003"/>
                  <a:pt x="4368435" y="3076003"/>
                </a:cubicBezTo>
                <a:lnTo>
                  <a:pt x="137866" y="3076003"/>
                </a:lnTo>
                <a:cubicBezTo>
                  <a:pt x="61725" y="3076003"/>
                  <a:pt x="0" y="3014278"/>
                  <a:pt x="0" y="2938136"/>
                </a:cubicBezTo>
                <a:lnTo>
                  <a:pt x="0" y="137866"/>
                </a:lnTo>
                <a:cubicBezTo>
                  <a:pt x="0" y="61776"/>
                  <a:pt x="61776" y="0"/>
                  <a:pt x="137866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5592" y="3782536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103395" y="0"/>
                </a:moveTo>
                <a:lnTo>
                  <a:pt x="310185" y="0"/>
                </a:lnTo>
                <a:cubicBezTo>
                  <a:pt x="367289" y="0"/>
                  <a:pt x="413580" y="46292"/>
                  <a:pt x="413580" y="103395"/>
                </a:cubicBezTo>
                <a:lnTo>
                  <a:pt x="413580" y="310185"/>
                </a:lnTo>
                <a:cubicBezTo>
                  <a:pt x="413580" y="367289"/>
                  <a:pt x="367289" y="413580"/>
                  <a:pt x="310185" y="413580"/>
                </a:cubicBezTo>
                <a:lnTo>
                  <a:pt x="103395" y="413580"/>
                </a:lnTo>
                <a:cubicBezTo>
                  <a:pt x="46292" y="413580"/>
                  <a:pt x="0" y="367289"/>
                  <a:pt x="0" y="310185"/>
                </a:cubicBezTo>
                <a:lnTo>
                  <a:pt x="0" y="103395"/>
                </a:lnTo>
                <a:cubicBezTo>
                  <a:pt x="0" y="46330"/>
                  <a:pt x="46330" y="0"/>
                  <a:pt x="103395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  <a:ln/>
        </p:spPr>
      </p:sp>
      <p:sp>
        <p:nvSpPr>
          <p:cNvPr id="23" name="Shape 21"/>
          <p:cNvSpPr/>
          <p:nvPr/>
        </p:nvSpPr>
        <p:spPr>
          <a:xfrm>
            <a:off x="624678" y="3903163"/>
            <a:ext cx="215406" cy="172325"/>
          </a:xfrm>
          <a:custGeom>
            <a:avLst/>
            <a:gdLst/>
            <a:ahLst/>
            <a:cxnLst/>
            <a:rect l="l" t="t" r="r" b="b"/>
            <a:pathLst>
              <a:path w="215406" h="172325">
                <a:moveTo>
                  <a:pt x="139980" y="70848"/>
                </a:moveTo>
                <a:cubicBezTo>
                  <a:pt x="144087" y="69738"/>
                  <a:pt x="148395" y="71690"/>
                  <a:pt x="150246" y="75493"/>
                </a:cubicBezTo>
                <a:lnTo>
                  <a:pt x="156506" y="88148"/>
                </a:lnTo>
                <a:cubicBezTo>
                  <a:pt x="159973" y="88620"/>
                  <a:pt x="163372" y="89562"/>
                  <a:pt x="166570" y="90875"/>
                </a:cubicBezTo>
                <a:lnTo>
                  <a:pt x="178350" y="83032"/>
                </a:lnTo>
                <a:cubicBezTo>
                  <a:pt x="181884" y="80676"/>
                  <a:pt x="186562" y="81148"/>
                  <a:pt x="189558" y="84143"/>
                </a:cubicBezTo>
                <a:lnTo>
                  <a:pt x="196020" y="90605"/>
                </a:lnTo>
                <a:cubicBezTo>
                  <a:pt x="199015" y="93601"/>
                  <a:pt x="199486" y="98313"/>
                  <a:pt x="197130" y="101813"/>
                </a:cubicBezTo>
                <a:lnTo>
                  <a:pt x="189288" y="113560"/>
                </a:lnTo>
                <a:cubicBezTo>
                  <a:pt x="189928" y="115141"/>
                  <a:pt x="190500" y="116791"/>
                  <a:pt x="190971" y="118507"/>
                </a:cubicBezTo>
                <a:cubicBezTo>
                  <a:pt x="191442" y="120224"/>
                  <a:pt x="191745" y="121907"/>
                  <a:pt x="191981" y="123623"/>
                </a:cubicBezTo>
                <a:lnTo>
                  <a:pt x="204670" y="129883"/>
                </a:lnTo>
                <a:cubicBezTo>
                  <a:pt x="208473" y="131768"/>
                  <a:pt x="210425" y="136076"/>
                  <a:pt x="209314" y="140149"/>
                </a:cubicBezTo>
                <a:lnTo>
                  <a:pt x="206958" y="148967"/>
                </a:lnTo>
                <a:cubicBezTo>
                  <a:pt x="205848" y="153039"/>
                  <a:pt x="202044" y="155799"/>
                  <a:pt x="197804" y="155530"/>
                </a:cubicBezTo>
                <a:lnTo>
                  <a:pt x="183668" y="154621"/>
                </a:lnTo>
                <a:cubicBezTo>
                  <a:pt x="181547" y="157348"/>
                  <a:pt x="179090" y="159872"/>
                  <a:pt x="176297" y="162026"/>
                </a:cubicBezTo>
                <a:lnTo>
                  <a:pt x="177205" y="176128"/>
                </a:lnTo>
                <a:cubicBezTo>
                  <a:pt x="177475" y="180369"/>
                  <a:pt x="174715" y="184206"/>
                  <a:pt x="170642" y="185283"/>
                </a:cubicBezTo>
                <a:lnTo>
                  <a:pt x="161824" y="187639"/>
                </a:lnTo>
                <a:cubicBezTo>
                  <a:pt x="157718" y="188750"/>
                  <a:pt x="153443" y="186798"/>
                  <a:pt x="151559" y="182994"/>
                </a:cubicBezTo>
                <a:lnTo>
                  <a:pt x="145298" y="170339"/>
                </a:lnTo>
                <a:cubicBezTo>
                  <a:pt x="141832" y="169868"/>
                  <a:pt x="138432" y="168926"/>
                  <a:pt x="135235" y="167613"/>
                </a:cubicBezTo>
                <a:lnTo>
                  <a:pt x="123455" y="175455"/>
                </a:lnTo>
                <a:cubicBezTo>
                  <a:pt x="119921" y="177811"/>
                  <a:pt x="115242" y="177340"/>
                  <a:pt x="112247" y="174345"/>
                </a:cubicBezTo>
                <a:lnTo>
                  <a:pt x="105785" y="167882"/>
                </a:lnTo>
                <a:cubicBezTo>
                  <a:pt x="102789" y="164887"/>
                  <a:pt x="102318" y="160208"/>
                  <a:pt x="104674" y="156674"/>
                </a:cubicBezTo>
                <a:lnTo>
                  <a:pt x="112516" y="144894"/>
                </a:lnTo>
                <a:cubicBezTo>
                  <a:pt x="111877" y="143313"/>
                  <a:pt x="111305" y="141663"/>
                  <a:pt x="110833" y="139947"/>
                </a:cubicBezTo>
                <a:cubicBezTo>
                  <a:pt x="110362" y="138230"/>
                  <a:pt x="110059" y="136514"/>
                  <a:pt x="109824" y="134831"/>
                </a:cubicBezTo>
                <a:lnTo>
                  <a:pt x="97135" y="128571"/>
                </a:lnTo>
                <a:cubicBezTo>
                  <a:pt x="93332" y="126686"/>
                  <a:pt x="91413" y="122378"/>
                  <a:pt x="92490" y="118305"/>
                </a:cubicBezTo>
                <a:lnTo>
                  <a:pt x="94846" y="109487"/>
                </a:lnTo>
                <a:cubicBezTo>
                  <a:pt x="95957" y="105414"/>
                  <a:pt x="99760" y="102655"/>
                  <a:pt x="104001" y="102924"/>
                </a:cubicBezTo>
                <a:lnTo>
                  <a:pt x="118103" y="103833"/>
                </a:lnTo>
                <a:cubicBezTo>
                  <a:pt x="120224" y="101106"/>
                  <a:pt x="122681" y="98582"/>
                  <a:pt x="125474" y="96428"/>
                </a:cubicBezTo>
                <a:lnTo>
                  <a:pt x="124565" y="82359"/>
                </a:lnTo>
                <a:cubicBezTo>
                  <a:pt x="124296" y="78118"/>
                  <a:pt x="127056" y="74282"/>
                  <a:pt x="131129" y="73205"/>
                </a:cubicBezTo>
                <a:lnTo>
                  <a:pt x="139947" y="70848"/>
                </a:lnTo>
                <a:close/>
                <a:moveTo>
                  <a:pt x="150919" y="114435"/>
                </a:moveTo>
                <a:cubicBezTo>
                  <a:pt x="142746" y="114444"/>
                  <a:pt x="136117" y="121087"/>
                  <a:pt x="136127" y="129261"/>
                </a:cubicBezTo>
                <a:cubicBezTo>
                  <a:pt x="136136" y="137434"/>
                  <a:pt x="142779" y="144062"/>
                  <a:pt x="150953" y="144053"/>
                </a:cubicBezTo>
                <a:cubicBezTo>
                  <a:pt x="159126" y="144044"/>
                  <a:pt x="165754" y="137400"/>
                  <a:pt x="165745" y="129227"/>
                </a:cubicBezTo>
                <a:cubicBezTo>
                  <a:pt x="165736" y="121054"/>
                  <a:pt x="159092" y="114425"/>
                  <a:pt x="150919" y="114435"/>
                </a:cubicBezTo>
                <a:close/>
                <a:moveTo>
                  <a:pt x="75695" y="-15314"/>
                </a:moveTo>
                <a:lnTo>
                  <a:pt x="84513" y="-12958"/>
                </a:lnTo>
                <a:cubicBezTo>
                  <a:pt x="88586" y="-11847"/>
                  <a:pt x="91346" y="-8010"/>
                  <a:pt x="91077" y="-3803"/>
                </a:cubicBezTo>
                <a:lnTo>
                  <a:pt x="90168" y="10265"/>
                </a:lnTo>
                <a:cubicBezTo>
                  <a:pt x="92961" y="12420"/>
                  <a:pt x="95418" y="14910"/>
                  <a:pt x="97539" y="17670"/>
                </a:cubicBezTo>
                <a:lnTo>
                  <a:pt x="111675" y="16761"/>
                </a:lnTo>
                <a:cubicBezTo>
                  <a:pt x="115882" y="16492"/>
                  <a:pt x="119719" y="19252"/>
                  <a:pt x="120830" y="23324"/>
                </a:cubicBezTo>
                <a:lnTo>
                  <a:pt x="123186" y="32143"/>
                </a:lnTo>
                <a:cubicBezTo>
                  <a:pt x="124263" y="36215"/>
                  <a:pt x="122344" y="40523"/>
                  <a:pt x="118541" y="42408"/>
                </a:cubicBezTo>
                <a:lnTo>
                  <a:pt x="105852" y="48668"/>
                </a:lnTo>
                <a:cubicBezTo>
                  <a:pt x="105616" y="50385"/>
                  <a:pt x="105280" y="52101"/>
                  <a:pt x="104842" y="53784"/>
                </a:cubicBezTo>
                <a:cubicBezTo>
                  <a:pt x="104405" y="55467"/>
                  <a:pt x="103799" y="57150"/>
                  <a:pt x="103159" y="58732"/>
                </a:cubicBezTo>
                <a:lnTo>
                  <a:pt x="111002" y="70512"/>
                </a:lnTo>
                <a:cubicBezTo>
                  <a:pt x="113358" y="74046"/>
                  <a:pt x="112886" y="78724"/>
                  <a:pt x="109891" y="81720"/>
                </a:cubicBezTo>
                <a:lnTo>
                  <a:pt x="103429" y="88182"/>
                </a:lnTo>
                <a:cubicBezTo>
                  <a:pt x="100433" y="91177"/>
                  <a:pt x="95755" y="91649"/>
                  <a:pt x="92221" y="89293"/>
                </a:cubicBezTo>
                <a:lnTo>
                  <a:pt x="80441" y="81451"/>
                </a:lnTo>
                <a:cubicBezTo>
                  <a:pt x="77243" y="82763"/>
                  <a:pt x="73844" y="83706"/>
                  <a:pt x="70377" y="84177"/>
                </a:cubicBezTo>
                <a:lnTo>
                  <a:pt x="64117" y="96832"/>
                </a:lnTo>
                <a:cubicBezTo>
                  <a:pt x="62232" y="100635"/>
                  <a:pt x="57924" y="102554"/>
                  <a:pt x="53852" y="101477"/>
                </a:cubicBezTo>
                <a:lnTo>
                  <a:pt x="45033" y="99121"/>
                </a:lnTo>
                <a:cubicBezTo>
                  <a:pt x="40927" y="98010"/>
                  <a:pt x="38201" y="94173"/>
                  <a:pt x="38470" y="89966"/>
                </a:cubicBezTo>
                <a:lnTo>
                  <a:pt x="39379" y="75863"/>
                </a:lnTo>
                <a:cubicBezTo>
                  <a:pt x="36585" y="73709"/>
                  <a:pt x="34128" y="71219"/>
                  <a:pt x="32008" y="68459"/>
                </a:cubicBezTo>
                <a:lnTo>
                  <a:pt x="17872" y="69368"/>
                </a:lnTo>
                <a:cubicBezTo>
                  <a:pt x="13665" y="69637"/>
                  <a:pt x="9828" y="66877"/>
                  <a:pt x="8717" y="62804"/>
                </a:cubicBezTo>
                <a:lnTo>
                  <a:pt x="6361" y="53986"/>
                </a:lnTo>
                <a:cubicBezTo>
                  <a:pt x="5284" y="49914"/>
                  <a:pt x="7203" y="45606"/>
                  <a:pt x="11006" y="43721"/>
                </a:cubicBezTo>
                <a:lnTo>
                  <a:pt x="23695" y="37461"/>
                </a:lnTo>
                <a:cubicBezTo>
                  <a:pt x="23930" y="35744"/>
                  <a:pt x="24267" y="34061"/>
                  <a:pt x="24704" y="32345"/>
                </a:cubicBezTo>
                <a:cubicBezTo>
                  <a:pt x="25176" y="30628"/>
                  <a:pt x="25714" y="28979"/>
                  <a:pt x="26387" y="27397"/>
                </a:cubicBezTo>
                <a:lnTo>
                  <a:pt x="18545" y="15651"/>
                </a:lnTo>
                <a:cubicBezTo>
                  <a:pt x="16189" y="12117"/>
                  <a:pt x="16660" y="7438"/>
                  <a:pt x="19656" y="4443"/>
                </a:cubicBezTo>
                <a:lnTo>
                  <a:pt x="26118" y="-2019"/>
                </a:lnTo>
                <a:cubicBezTo>
                  <a:pt x="29114" y="-5015"/>
                  <a:pt x="33792" y="-5486"/>
                  <a:pt x="37326" y="-3130"/>
                </a:cubicBezTo>
                <a:lnTo>
                  <a:pt x="49106" y="4712"/>
                </a:lnTo>
                <a:cubicBezTo>
                  <a:pt x="52303" y="3399"/>
                  <a:pt x="55703" y="2457"/>
                  <a:pt x="59169" y="1986"/>
                </a:cubicBezTo>
                <a:lnTo>
                  <a:pt x="65430" y="-10669"/>
                </a:lnTo>
                <a:cubicBezTo>
                  <a:pt x="67314" y="-14473"/>
                  <a:pt x="71589" y="-16391"/>
                  <a:pt x="75695" y="-15314"/>
                </a:cubicBezTo>
                <a:close/>
                <a:moveTo>
                  <a:pt x="64757" y="28272"/>
                </a:moveTo>
                <a:cubicBezTo>
                  <a:pt x="56583" y="28272"/>
                  <a:pt x="49947" y="34908"/>
                  <a:pt x="49947" y="43081"/>
                </a:cubicBezTo>
                <a:cubicBezTo>
                  <a:pt x="49947" y="51255"/>
                  <a:pt x="56583" y="57890"/>
                  <a:pt x="64757" y="57890"/>
                </a:cubicBezTo>
                <a:cubicBezTo>
                  <a:pt x="72930" y="57890"/>
                  <a:pt x="79566" y="51255"/>
                  <a:pt x="79566" y="43081"/>
                </a:cubicBezTo>
                <a:cubicBezTo>
                  <a:pt x="79566" y="34908"/>
                  <a:pt x="72930" y="28272"/>
                  <a:pt x="64757" y="2827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042567" y="3855774"/>
            <a:ext cx="1568158" cy="267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Functions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16975" y="4368441"/>
            <a:ext cx="155093" cy="137860"/>
          </a:xfrm>
          <a:custGeom>
            <a:avLst/>
            <a:gdLst/>
            <a:ahLst/>
            <a:cxnLst/>
            <a:rect l="l" t="t" r="r" b="b"/>
            <a:pathLst>
              <a:path w="155093" h="137860">
                <a:moveTo>
                  <a:pt x="103395" y="25849"/>
                </a:moveTo>
                <a:cubicBezTo>
                  <a:pt x="103395" y="16344"/>
                  <a:pt x="111123" y="8616"/>
                  <a:pt x="120628" y="8616"/>
                </a:cubicBezTo>
                <a:cubicBezTo>
                  <a:pt x="130132" y="8616"/>
                  <a:pt x="137860" y="16344"/>
                  <a:pt x="137860" y="25849"/>
                </a:cubicBezTo>
                <a:lnTo>
                  <a:pt x="137860" y="34465"/>
                </a:lnTo>
                <a:cubicBezTo>
                  <a:pt x="137860" y="39231"/>
                  <a:pt x="141710" y="43081"/>
                  <a:pt x="146476" y="43081"/>
                </a:cubicBezTo>
                <a:cubicBezTo>
                  <a:pt x="151242" y="43081"/>
                  <a:pt x="155093" y="39231"/>
                  <a:pt x="155093" y="34465"/>
                </a:cubicBezTo>
                <a:lnTo>
                  <a:pt x="155093" y="25849"/>
                </a:lnTo>
                <a:cubicBezTo>
                  <a:pt x="155093" y="6812"/>
                  <a:pt x="139664" y="-8616"/>
                  <a:pt x="120628" y="-8616"/>
                </a:cubicBezTo>
                <a:cubicBezTo>
                  <a:pt x="101591" y="-8616"/>
                  <a:pt x="86163" y="6812"/>
                  <a:pt x="86163" y="25849"/>
                </a:cubicBezTo>
                <a:lnTo>
                  <a:pt x="86163" y="43081"/>
                </a:lnTo>
                <a:lnTo>
                  <a:pt x="43081" y="43081"/>
                </a:lnTo>
                <a:cubicBezTo>
                  <a:pt x="33576" y="43081"/>
                  <a:pt x="25849" y="50809"/>
                  <a:pt x="25849" y="60314"/>
                </a:cubicBezTo>
                <a:lnTo>
                  <a:pt x="25849" y="120628"/>
                </a:lnTo>
                <a:cubicBezTo>
                  <a:pt x="25849" y="130132"/>
                  <a:pt x="33576" y="137860"/>
                  <a:pt x="43081" y="137860"/>
                </a:cubicBezTo>
                <a:lnTo>
                  <a:pt x="112011" y="137860"/>
                </a:lnTo>
                <a:cubicBezTo>
                  <a:pt x="121516" y="137860"/>
                  <a:pt x="129244" y="130132"/>
                  <a:pt x="129244" y="120628"/>
                </a:cubicBezTo>
                <a:lnTo>
                  <a:pt x="129244" y="60314"/>
                </a:lnTo>
                <a:cubicBezTo>
                  <a:pt x="129244" y="50809"/>
                  <a:pt x="121516" y="43081"/>
                  <a:pt x="112011" y="43081"/>
                </a:cubicBezTo>
                <a:lnTo>
                  <a:pt x="103395" y="43081"/>
                </a:lnTo>
                <a:lnTo>
                  <a:pt x="103395" y="25849"/>
                </a:lnTo>
                <a:close/>
              </a:path>
            </a:pathLst>
          </a:custGeom>
          <a:solidFill>
            <a:srgbClr val="C27AFF"/>
          </a:solidFill>
          <a:ln/>
        </p:spPr>
      </p:sp>
      <p:sp>
        <p:nvSpPr>
          <p:cNvPr id="26" name="Text 24"/>
          <p:cNvSpPr/>
          <p:nvPr/>
        </p:nvSpPr>
        <p:spPr>
          <a:xfrm>
            <a:off x="770886" y="4333976"/>
            <a:ext cx="3980710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HTTPS/TLS Decryption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70886" y="4540766"/>
            <a:ext cx="3972093" cy="34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mitmproxy as man-in-the-middle proxy to intercept and decrypt TLS encrypted traffic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25592" y="5023276"/>
            <a:ext cx="155093" cy="137860"/>
          </a:xfrm>
          <a:custGeom>
            <a:avLst/>
            <a:gdLst/>
            <a:ahLst/>
            <a:cxnLst/>
            <a:rect l="l" t="t" r="r" b="b"/>
            <a:pathLst>
              <a:path w="155093" h="137860">
                <a:moveTo>
                  <a:pt x="103395" y="38773"/>
                </a:moveTo>
                <a:cubicBezTo>
                  <a:pt x="103395" y="64945"/>
                  <a:pt x="80239" y="86163"/>
                  <a:pt x="51698" y="86163"/>
                </a:cubicBezTo>
                <a:cubicBezTo>
                  <a:pt x="44508" y="86163"/>
                  <a:pt x="37669" y="84816"/>
                  <a:pt x="31449" y="82393"/>
                </a:cubicBezTo>
                <a:lnTo>
                  <a:pt x="9478" y="94025"/>
                </a:lnTo>
                <a:cubicBezTo>
                  <a:pt x="6974" y="95344"/>
                  <a:pt x="3904" y="94887"/>
                  <a:pt x="1885" y="92894"/>
                </a:cubicBezTo>
                <a:cubicBezTo>
                  <a:pt x="-135" y="90901"/>
                  <a:pt x="-592" y="87805"/>
                  <a:pt x="754" y="85301"/>
                </a:cubicBezTo>
                <a:lnTo>
                  <a:pt x="10340" y="67207"/>
                </a:lnTo>
                <a:cubicBezTo>
                  <a:pt x="3850" y="59291"/>
                  <a:pt x="0" y="49436"/>
                  <a:pt x="0" y="38773"/>
                </a:cubicBezTo>
                <a:cubicBezTo>
                  <a:pt x="0" y="12601"/>
                  <a:pt x="23156" y="-8616"/>
                  <a:pt x="51698" y="-8616"/>
                </a:cubicBezTo>
                <a:cubicBezTo>
                  <a:pt x="80239" y="-8616"/>
                  <a:pt x="103395" y="12601"/>
                  <a:pt x="103395" y="38773"/>
                </a:cubicBezTo>
                <a:close/>
                <a:moveTo>
                  <a:pt x="103395" y="137860"/>
                </a:moveTo>
                <a:cubicBezTo>
                  <a:pt x="78058" y="137860"/>
                  <a:pt x="56975" y="121139"/>
                  <a:pt x="52559" y="99087"/>
                </a:cubicBezTo>
                <a:cubicBezTo>
                  <a:pt x="84870" y="98683"/>
                  <a:pt x="112954" y="75688"/>
                  <a:pt x="116050" y="44508"/>
                </a:cubicBezTo>
                <a:cubicBezTo>
                  <a:pt x="138479" y="49678"/>
                  <a:pt x="155093" y="68284"/>
                  <a:pt x="155093" y="90471"/>
                </a:cubicBezTo>
                <a:cubicBezTo>
                  <a:pt x="155093" y="101133"/>
                  <a:pt x="151242" y="110988"/>
                  <a:pt x="144753" y="118904"/>
                </a:cubicBezTo>
                <a:lnTo>
                  <a:pt x="154339" y="136998"/>
                </a:lnTo>
                <a:cubicBezTo>
                  <a:pt x="155658" y="139503"/>
                  <a:pt x="155200" y="142572"/>
                  <a:pt x="153208" y="144592"/>
                </a:cubicBezTo>
                <a:cubicBezTo>
                  <a:pt x="151215" y="146611"/>
                  <a:pt x="148119" y="147069"/>
                  <a:pt x="145615" y="145722"/>
                </a:cubicBezTo>
                <a:lnTo>
                  <a:pt x="123643" y="134090"/>
                </a:lnTo>
                <a:cubicBezTo>
                  <a:pt x="117423" y="136514"/>
                  <a:pt x="110584" y="137860"/>
                  <a:pt x="103395" y="137860"/>
                </a:cubicBezTo>
                <a:close/>
              </a:path>
            </a:pathLst>
          </a:custGeom>
          <a:solidFill>
            <a:srgbClr val="C27AFF"/>
          </a:solidFill>
          <a:ln/>
        </p:spPr>
      </p:sp>
      <p:sp>
        <p:nvSpPr>
          <p:cNvPr id="29" name="Text 27"/>
          <p:cNvSpPr/>
          <p:nvPr/>
        </p:nvSpPr>
        <p:spPr>
          <a:xfrm>
            <a:off x="781656" y="4988811"/>
            <a:ext cx="3972093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WebSocket Support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81656" y="5195601"/>
            <a:ext cx="3963477" cy="34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Capture WebSocket real-time communication, support multi-protocol identification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34208" y="5678112"/>
            <a:ext cx="155093" cy="137860"/>
          </a:xfrm>
          <a:custGeom>
            <a:avLst/>
            <a:gdLst/>
            <a:ahLst/>
            <a:cxnLst/>
            <a:rect l="l" t="t" r="r" b="b"/>
            <a:pathLst>
              <a:path w="155093" h="137860">
                <a:moveTo>
                  <a:pt x="97148" y="323"/>
                </a:moveTo>
                <a:cubicBezTo>
                  <a:pt x="92571" y="-996"/>
                  <a:pt x="87805" y="1669"/>
                  <a:pt x="86486" y="6247"/>
                </a:cubicBezTo>
                <a:lnTo>
                  <a:pt x="52021" y="126874"/>
                </a:lnTo>
                <a:cubicBezTo>
                  <a:pt x="50701" y="131452"/>
                  <a:pt x="53367" y="136218"/>
                  <a:pt x="57944" y="137537"/>
                </a:cubicBezTo>
                <a:cubicBezTo>
                  <a:pt x="62522" y="138856"/>
                  <a:pt x="67288" y="136191"/>
                  <a:pt x="68607" y="131613"/>
                </a:cubicBezTo>
                <a:lnTo>
                  <a:pt x="103072" y="10986"/>
                </a:lnTo>
                <a:cubicBezTo>
                  <a:pt x="104391" y="6408"/>
                  <a:pt x="101726" y="1642"/>
                  <a:pt x="97148" y="323"/>
                </a:cubicBezTo>
                <a:close/>
                <a:moveTo>
                  <a:pt x="114542" y="36969"/>
                </a:moveTo>
                <a:cubicBezTo>
                  <a:pt x="111177" y="40335"/>
                  <a:pt x="111177" y="45801"/>
                  <a:pt x="114542" y="49167"/>
                </a:cubicBezTo>
                <a:lnTo>
                  <a:pt x="134306" y="68930"/>
                </a:lnTo>
                <a:lnTo>
                  <a:pt x="114542" y="88694"/>
                </a:lnTo>
                <a:cubicBezTo>
                  <a:pt x="111177" y="92059"/>
                  <a:pt x="111177" y="97525"/>
                  <a:pt x="114542" y="100891"/>
                </a:cubicBezTo>
                <a:cubicBezTo>
                  <a:pt x="117908" y="104257"/>
                  <a:pt x="123374" y="104257"/>
                  <a:pt x="126740" y="100891"/>
                </a:cubicBezTo>
                <a:lnTo>
                  <a:pt x="152588" y="75042"/>
                </a:lnTo>
                <a:cubicBezTo>
                  <a:pt x="155954" y="71676"/>
                  <a:pt x="155954" y="66211"/>
                  <a:pt x="152588" y="62845"/>
                </a:cubicBezTo>
                <a:lnTo>
                  <a:pt x="126740" y="36996"/>
                </a:lnTo>
                <a:cubicBezTo>
                  <a:pt x="123374" y="33630"/>
                  <a:pt x="117908" y="33630"/>
                  <a:pt x="114542" y="36996"/>
                </a:cubicBezTo>
                <a:close/>
                <a:moveTo>
                  <a:pt x="40577" y="36969"/>
                </a:moveTo>
                <a:cubicBezTo>
                  <a:pt x="37211" y="33603"/>
                  <a:pt x="31746" y="33603"/>
                  <a:pt x="28380" y="36969"/>
                </a:cubicBezTo>
                <a:lnTo>
                  <a:pt x="2531" y="62818"/>
                </a:lnTo>
                <a:cubicBezTo>
                  <a:pt x="-835" y="66184"/>
                  <a:pt x="-835" y="71650"/>
                  <a:pt x="2531" y="75015"/>
                </a:cubicBezTo>
                <a:lnTo>
                  <a:pt x="28380" y="100864"/>
                </a:lnTo>
                <a:cubicBezTo>
                  <a:pt x="31746" y="104230"/>
                  <a:pt x="37211" y="104230"/>
                  <a:pt x="40577" y="100864"/>
                </a:cubicBezTo>
                <a:cubicBezTo>
                  <a:pt x="43943" y="97498"/>
                  <a:pt x="43943" y="92032"/>
                  <a:pt x="40577" y="88667"/>
                </a:cubicBezTo>
                <a:lnTo>
                  <a:pt x="20814" y="68930"/>
                </a:lnTo>
                <a:lnTo>
                  <a:pt x="40550" y="49167"/>
                </a:lnTo>
                <a:cubicBezTo>
                  <a:pt x="43916" y="45801"/>
                  <a:pt x="43916" y="40335"/>
                  <a:pt x="40550" y="36969"/>
                </a:cubicBezTo>
                <a:close/>
              </a:path>
            </a:pathLst>
          </a:custGeom>
          <a:solidFill>
            <a:srgbClr val="C27AFF"/>
          </a:solidFill>
          <a:ln/>
        </p:spPr>
      </p:sp>
      <p:sp>
        <p:nvSpPr>
          <p:cNvPr id="32" name="Text 30"/>
          <p:cNvSpPr/>
          <p:nvPr/>
        </p:nvSpPr>
        <p:spPr>
          <a:xfrm>
            <a:off x="801312" y="5643647"/>
            <a:ext cx="3868698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JSON-RPC Parsing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01312" y="5850437"/>
            <a:ext cx="3860082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Extract method names, parameters, timestamps and other key metadata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51440" y="6160622"/>
            <a:ext cx="120628" cy="137860"/>
          </a:xfrm>
          <a:custGeom>
            <a:avLst/>
            <a:gdLst/>
            <a:ahLst/>
            <a:cxnLst/>
            <a:rect l="l" t="t" r="r" b="b"/>
            <a:pathLst>
              <a:path w="120628" h="137860">
                <a:moveTo>
                  <a:pt x="120628" y="55413"/>
                </a:moveTo>
                <a:cubicBezTo>
                  <a:pt x="116643" y="58052"/>
                  <a:pt x="112065" y="60179"/>
                  <a:pt x="107299" y="61875"/>
                </a:cubicBezTo>
                <a:cubicBezTo>
                  <a:pt x="94644" y="66399"/>
                  <a:pt x="78031" y="68930"/>
                  <a:pt x="60314" y="68930"/>
                </a:cubicBezTo>
                <a:cubicBezTo>
                  <a:pt x="42597" y="68930"/>
                  <a:pt x="25956" y="66372"/>
                  <a:pt x="13328" y="61875"/>
                </a:cubicBezTo>
                <a:cubicBezTo>
                  <a:pt x="8589" y="60179"/>
                  <a:pt x="3985" y="58052"/>
                  <a:pt x="0" y="55413"/>
                </a:cubicBezTo>
                <a:lnTo>
                  <a:pt x="0" y="77546"/>
                </a:lnTo>
                <a:cubicBezTo>
                  <a:pt x="0" y="89447"/>
                  <a:pt x="27007" y="99087"/>
                  <a:pt x="60314" y="99087"/>
                </a:cubicBezTo>
                <a:cubicBezTo>
                  <a:pt x="93621" y="99087"/>
                  <a:pt x="120628" y="89447"/>
                  <a:pt x="120628" y="77546"/>
                </a:cubicBezTo>
                <a:lnTo>
                  <a:pt x="120628" y="55413"/>
                </a:lnTo>
                <a:close/>
                <a:moveTo>
                  <a:pt x="120628" y="34465"/>
                </a:moveTo>
                <a:lnTo>
                  <a:pt x="120628" y="21541"/>
                </a:lnTo>
                <a:cubicBezTo>
                  <a:pt x="120628" y="9639"/>
                  <a:pt x="93621" y="0"/>
                  <a:pt x="60314" y="0"/>
                </a:cubicBezTo>
                <a:cubicBezTo>
                  <a:pt x="27007" y="0"/>
                  <a:pt x="0" y="9639"/>
                  <a:pt x="0" y="21541"/>
                </a:cubicBezTo>
                <a:lnTo>
                  <a:pt x="0" y="34465"/>
                </a:lnTo>
                <a:cubicBezTo>
                  <a:pt x="0" y="46366"/>
                  <a:pt x="27007" y="56006"/>
                  <a:pt x="60314" y="56006"/>
                </a:cubicBezTo>
                <a:cubicBezTo>
                  <a:pt x="93621" y="56006"/>
                  <a:pt x="120628" y="46366"/>
                  <a:pt x="120628" y="34465"/>
                </a:cubicBezTo>
                <a:close/>
                <a:moveTo>
                  <a:pt x="107299" y="104957"/>
                </a:moveTo>
                <a:cubicBezTo>
                  <a:pt x="94671" y="109453"/>
                  <a:pt x="78058" y="112011"/>
                  <a:pt x="60314" y="112011"/>
                </a:cubicBezTo>
                <a:cubicBezTo>
                  <a:pt x="42570" y="112011"/>
                  <a:pt x="25956" y="109453"/>
                  <a:pt x="13328" y="104957"/>
                </a:cubicBezTo>
                <a:cubicBezTo>
                  <a:pt x="8589" y="103260"/>
                  <a:pt x="3985" y="101133"/>
                  <a:pt x="0" y="98495"/>
                </a:cubicBezTo>
                <a:lnTo>
                  <a:pt x="0" y="116319"/>
                </a:lnTo>
                <a:cubicBezTo>
                  <a:pt x="0" y="128221"/>
                  <a:pt x="27007" y="137860"/>
                  <a:pt x="60314" y="137860"/>
                </a:cubicBezTo>
                <a:cubicBezTo>
                  <a:pt x="93621" y="137860"/>
                  <a:pt x="120628" y="128221"/>
                  <a:pt x="120628" y="116319"/>
                </a:cubicBezTo>
                <a:lnTo>
                  <a:pt x="120628" y="98495"/>
                </a:lnTo>
                <a:cubicBezTo>
                  <a:pt x="116643" y="101133"/>
                  <a:pt x="112065" y="103260"/>
                  <a:pt x="107299" y="104957"/>
                </a:cubicBezTo>
                <a:close/>
              </a:path>
            </a:pathLst>
          </a:custGeom>
          <a:solidFill>
            <a:srgbClr val="C27AFF"/>
          </a:solidFill>
          <a:ln/>
        </p:spPr>
      </p:sp>
      <p:sp>
        <p:nvSpPr>
          <p:cNvPr id="35" name="Text 33"/>
          <p:cNvSpPr/>
          <p:nvPr/>
        </p:nvSpPr>
        <p:spPr>
          <a:xfrm>
            <a:off x="801312" y="6126157"/>
            <a:ext cx="2533179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Structured Storage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01312" y="6332947"/>
            <a:ext cx="2524563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Packet parsing and organized data persistence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005505" y="1141654"/>
            <a:ext cx="2179912" cy="1111497"/>
          </a:xfrm>
          <a:custGeom>
            <a:avLst/>
            <a:gdLst/>
            <a:ahLst/>
            <a:cxnLst/>
            <a:rect l="l" t="t" r="r" b="b"/>
            <a:pathLst>
              <a:path w="2179912" h="1111497">
                <a:moveTo>
                  <a:pt x="103391" y="0"/>
                </a:moveTo>
                <a:lnTo>
                  <a:pt x="2076521" y="0"/>
                </a:lnTo>
                <a:cubicBezTo>
                  <a:pt x="2133622" y="0"/>
                  <a:pt x="2179912" y="46290"/>
                  <a:pt x="2179912" y="103391"/>
                </a:cubicBezTo>
                <a:lnTo>
                  <a:pt x="2179912" y="1008105"/>
                </a:lnTo>
                <a:cubicBezTo>
                  <a:pt x="2179912" y="1065207"/>
                  <a:pt x="2133622" y="1111497"/>
                  <a:pt x="2076521" y="1111497"/>
                </a:cubicBezTo>
                <a:lnTo>
                  <a:pt x="103391" y="1111497"/>
                </a:lnTo>
                <a:cubicBezTo>
                  <a:pt x="46290" y="1111497"/>
                  <a:pt x="0" y="1065207"/>
                  <a:pt x="0" y="1008105"/>
                </a:cubicBezTo>
                <a:lnTo>
                  <a:pt x="0" y="103391"/>
                </a:lnTo>
                <a:cubicBezTo>
                  <a:pt x="0" y="46328"/>
                  <a:pt x="46328" y="0"/>
                  <a:pt x="103391" y="0"/>
                </a:cubicBezTo>
                <a:close/>
              </a:path>
            </a:pathLst>
          </a:custGeom>
          <a:gradFill flip="none" rotWithShape="1">
            <a:gsLst>
              <a:gs pos="0">
                <a:srgbClr val="104E64">
                  <a:alpha val="40000"/>
                </a:srgbClr>
              </a:gs>
              <a:gs pos="100000">
                <a:srgbClr val="1C398E">
                  <a:alpha val="40000"/>
                </a:srgbClr>
              </a:gs>
            </a:gsLst>
            <a:lin ang="2700000" scaled="1"/>
          </a:gradFill>
          <a:ln w="12700">
            <a:solidFill>
              <a:srgbClr val="00B8DB">
                <a:alpha val="30196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70127" y="1283822"/>
            <a:ext cx="2050669" cy="34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442" b="1" dirty="0">
                <a:solidFill>
                  <a:srgbClr val="00D3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1000+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113208" y="1697402"/>
            <a:ext cx="1964506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Capture Rate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117517" y="1938657"/>
            <a:ext cx="1955890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packets/second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333779" y="1141654"/>
            <a:ext cx="2179912" cy="1111497"/>
          </a:xfrm>
          <a:custGeom>
            <a:avLst/>
            <a:gdLst/>
            <a:ahLst/>
            <a:cxnLst/>
            <a:rect l="l" t="t" r="r" b="b"/>
            <a:pathLst>
              <a:path w="2179912" h="1111497">
                <a:moveTo>
                  <a:pt x="103391" y="0"/>
                </a:moveTo>
                <a:lnTo>
                  <a:pt x="2076521" y="0"/>
                </a:lnTo>
                <a:cubicBezTo>
                  <a:pt x="2133622" y="0"/>
                  <a:pt x="2179912" y="46290"/>
                  <a:pt x="2179912" y="103391"/>
                </a:cubicBezTo>
                <a:lnTo>
                  <a:pt x="2179912" y="1008105"/>
                </a:lnTo>
                <a:cubicBezTo>
                  <a:pt x="2179912" y="1065207"/>
                  <a:pt x="2133622" y="1111497"/>
                  <a:pt x="2076521" y="1111497"/>
                </a:cubicBezTo>
                <a:lnTo>
                  <a:pt x="103391" y="1111497"/>
                </a:lnTo>
                <a:cubicBezTo>
                  <a:pt x="46290" y="1111497"/>
                  <a:pt x="0" y="1065207"/>
                  <a:pt x="0" y="1008105"/>
                </a:cubicBezTo>
                <a:lnTo>
                  <a:pt x="0" y="103391"/>
                </a:lnTo>
                <a:cubicBezTo>
                  <a:pt x="0" y="46328"/>
                  <a:pt x="46328" y="0"/>
                  <a:pt x="103391" y="0"/>
                </a:cubicBezTo>
                <a:close/>
              </a:path>
            </a:pathLst>
          </a:custGeom>
          <a:gradFill flip="none" rotWithShape="1">
            <a:gsLst>
              <a:gs pos="0">
                <a:srgbClr val="59168B">
                  <a:alpha val="40000"/>
                </a:srgbClr>
              </a:gs>
              <a:gs pos="100000">
                <a:srgbClr val="861043">
                  <a:alpha val="40000"/>
                </a:srgbClr>
              </a:gs>
            </a:gsLst>
            <a:lin ang="2700000" scaled="1"/>
          </a:gradFill>
          <a:ln w="12700">
            <a:solidFill>
              <a:srgbClr val="AD46FF">
                <a:alpha val="30196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98401" y="1283822"/>
            <a:ext cx="2050669" cy="34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442" b="1" dirty="0">
                <a:solidFill>
                  <a:srgbClr val="C27A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&lt;100ms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441482" y="1697402"/>
            <a:ext cx="1964506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Detection Latency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445790" y="1938657"/>
            <a:ext cx="1955890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processing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662052" y="1141654"/>
            <a:ext cx="2179912" cy="1111497"/>
          </a:xfrm>
          <a:custGeom>
            <a:avLst/>
            <a:gdLst/>
            <a:ahLst/>
            <a:cxnLst/>
            <a:rect l="l" t="t" r="r" b="b"/>
            <a:pathLst>
              <a:path w="2179912" h="1111497">
                <a:moveTo>
                  <a:pt x="103391" y="0"/>
                </a:moveTo>
                <a:lnTo>
                  <a:pt x="2076521" y="0"/>
                </a:lnTo>
                <a:cubicBezTo>
                  <a:pt x="2133622" y="0"/>
                  <a:pt x="2179912" y="46290"/>
                  <a:pt x="2179912" y="103391"/>
                </a:cubicBezTo>
                <a:lnTo>
                  <a:pt x="2179912" y="1008105"/>
                </a:lnTo>
                <a:cubicBezTo>
                  <a:pt x="2179912" y="1065207"/>
                  <a:pt x="2133622" y="1111497"/>
                  <a:pt x="2076521" y="1111497"/>
                </a:cubicBezTo>
                <a:lnTo>
                  <a:pt x="103391" y="1111497"/>
                </a:lnTo>
                <a:cubicBezTo>
                  <a:pt x="46290" y="1111497"/>
                  <a:pt x="0" y="1065207"/>
                  <a:pt x="0" y="1008105"/>
                </a:cubicBezTo>
                <a:lnTo>
                  <a:pt x="0" y="103391"/>
                </a:lnTo>
                <a:cubicBezTo>
                  <a:pt x="0" y="46328"/>
                  <a:pt x="46328" y="0"/>
                  <a:pt x="103391" y="0"/>
                </a:cubicBezTo>
                <a:close/>
              </a:path>
            </a:pathLst>
          </a:custGeom>
          <a:gradFill flip="none" rotWithShape="1">
            <a:gsLst>
              <a:gs pos="0">
                <a:srgbClr val="0D542B">
                  <a:alpha val="40000"/>
                </a:srgbClr>
              </a:gs>
              <a:gs pos="100000">
                <a:srgbClr val="004F3B">
                  <a:alpha val="40000"/>
                </a:srgbClr>
              </a:gs>
            </a:gsLst>
            <a:lin ang="2700000" scaled="1"/>
          </a:gradFill>
          <a:ln w="12700">
            <a:solidFill>
              <a:srgbClr val="00C950">
                <a:alpha val="30196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726674" y="1283822"/>
            <a:ext cx="2050669" cy="34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442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P95&lt;500ms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769755" y="1697402"/>
            <a:ext cx="1964506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Response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774064" y="1938657"/>
            <a:ext cx="1955890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performance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005505" y="2399627"/>
            <a:ext cx="6841306" cy="1800797"/>
          </a:xfrm>
          <a:custGeom>
            <a:avLst/>
            <a:gdLst/>
            <a:ahLst/>
            <a:cxnLst/>
            <a:rect l="l" t="t" r="r" b="b"/>
            <a:pathLst>
              <a:path w="6841306" h="1800797">
                <a:moveTo>
                  <a:pt x="137869" y="0"/>
                </a:moveTo>
                <a:lnTo>
                  <a:pt x="6703437" y="0"/>
                </a:lnTo>
                <a:cubicBezTo>
                  <a:pt x="6779580" y="0"/>
                  <a:pt x="6841306" y="61726"/>
                  <a:pt x="6841306" y="137869"/>
                </a:cubicBezTo>
                <a:lnTo>
                  <a:pt x="6841306" y="1662928"/>
                </a:lnTo>
                <a:cubicBezTo>
                  <a:pt x="6841306" y="1739020"/>
                  <a:pt x="6779529" y="1800797"/>
                  <a:pt x="6703437" y="1800797"/>
                </a:cubicBezTo>
                <a:lnTo>
                  <a:pt x="137869" y="1800797"/>
                </a:lnTo>
                <a:cubicBezTo>
                  <a:pt x="61726" y="1800797"/>
                  <a:pt x="0" y="1739071"/>
                  <a:pt x="0" y="1662928"/>
                </a:cubicBezTo>
                <a:lnTo>
                  <a:pt x="0" y="137869"/>
                </a:lnTo>
                <a:cubicBezTo>
                  <a:pt x="0" y="61777"/>
                  <a:pt x="61777" y="0"/>
                  <a:pt x="137869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182139" y="2576260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103395" y="0"/>
                </a:moveTo>
                <a:lnTo>
                  <a:pt x="310185" y="0"/>
                </a:lnTo>
                <a:cubicBezTo>
                  <a:pt x="367289" y="0"/>
                  <a:pt x="413580" y="46292"/>
                  <a:pt x="413580" y="103395"/>
                </a:cubicBezTo>
                <a:lnTo>
                  <a:pt x="413580" y="310185"/>
                </a:lnTo>
                <a:cubicBezTo>
                  <a:pt x="413580" y="367289"/>
                  <a:pt x="367289" y="413580"/>
                  <a:pt x="310185" y="413580"/>
                </a:cubicBezTo>
                <a:lnTo>
                  <a:pt x="103395" y="413580"/>
                </a:lnTo>
                <a:cubicBezTo>
                  <a:pt x="46292" y="413580"/>
                  <a:pt x="0" y="367289"/>
                  <a:pt x="0" y="310185"/>
                </a:cubicBezTo>
                <a:lnTo>
                  <a:pt x="0" y="103395"/>
                </a:lnTo>
                <a:cubicBezTo>
                  <a:pt x="0" y="46330"/>
                  <a:pt x="46330" y="0"/>
                  <a:pt x="10339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  <a:ln/>
        </p:spPr>
      </p:sp>
      <p:sp>
        <p:nvSpPr>
          <p:cNvPr id="51" name="Shape 49"/>
          <p:cNvSpPr/>
          <p:nvPr/>
        </p:nvSpPr>
        <p:spPr>
          <a:xfrm>
            <a:off x="5291996" y="2696888"/>
            <a:ext cx="193866" cy="172325"/>
          </a:xfrm>
          <a:custGeom>
            <a:avLst/>
            <a:gdLst/>
            <a:ahLst/>
            <a:cxnLst/>
            <a:rect l="l" t="t" r="r" b="b"/>
            <a:pathLst>
              <a:path w="193866" h="172325">
                <a:moveTo>
                  <a:pt x="75392" y="83470"/>
                </a:moveTo>
                <a:cubicBezTo>
                  <a:pt x="97683" y="83470"/>
                  <a:pt x="115781" y="65372"/>
                  <a:pt x="115781" y="43081"/>
                </a:cubicBezTo>
                <a:cubicBezTo>
                  <a:pt x="115781" y="20790"/>
                  <a:pt x="97683" y="2693"/>
                  <a:pt x="75392" y="2693"/>
                </a:cubicBezTo>
                <a:cubicBezTo>
                  <a:pt x="53101" y="2693"/>
                  <a:pt x="35004" y="20790"/>
                  <a:pt x="35004" y="43081"/>
                </a:cubicBezTo>
                <a:cubicBezTo>
                  <a:pt x="35004" y="65372"/>
                  <a:pt x="53101" y="83470"/>
                  <a:pt x="75392" y="83470"/>
                </a:cubicBezTo>
                <a:close/>
                <a:moveTo>
                  <a:pt x="65396" y="102318"/>
                </a:moveTo>
                <a:cubicBezTo>
                  <a:pt x="32244" y="102318"/>
                  <a:pt x="5385" y="129177"/>
                  <a:pt x="5385" y="162329"/>
                </a:cubicBezTo>
                <a:cubicBezTo>
                  <a:pt x="5385" y="167849"/>
                  <a:pt x="9862" y="172325"/>
                  <a:pt x="15381" y="172325"/>
                </a:cubicBezTo>
                <a:lnTo>
                  <a:pt x="100029" y="172325"/>
                </a:lnTo>
                <a:cubicBezTo>
                  <a:pt x="87845" y="157987"/>
                  <a:pt x="80777" y="139509"/>
                  <a:pt x="80777" y="119954"/>
                </a:cubicBezTo>
                <a:lnTo>
                  <a:pt x="80777" y="109487"/>
                </a:lnTo>
                <a:cubicBezTo>
                  <a:pt x="80777" y="107030"/>
                  <a:pt x="81114" y="104607"/>
                  <a:pt x="81753" y="102318"/>
                </a:cubicBezTo>
                <a:lnTo>
                  <a:pt x="65396" y="102318"/>
                </a:lnTo>
                <a:close/>
                <a:moveTo>
                  <a:pt x="149876" y="164416"/>
                </a:moveTo>
                <a:lnTo>
                  <a:pt x="145399" y="166536"/>
                </a:lnTo>
                <a:lnTo>
                  <a:pt x="145399" y="103227"/>
                </a:lnTo>
                <a:lnTo>
                  <a:pt x="177710" y="113997"/>
                </a:lnTo>
                <a:lnTo>
                  <a:pt x="177710" y="120594"/>
                </a:lnTo>
                <a:cubicBezTo>
                  <a:pt x="177710" y="139375"/>
                  <a:pt x="166873" y="156439"/>
                  <a:pt x="149876" y="164449"/>
                </a:cubicBezTo>
                <a:close/>
                <a:moveTo>
                  <a:pt x="142000" y="87341"/>
                </a:moveTo>
                <a:lnTo>
                  <a:pt x="104304" y="99895"/>
                </a:lnTo>
                <a:cubicBezTo>
                  <a:pt x="99895" y="101376"/>
                  <a:pt x="96933" y="105482"/>
                  <a:pt x="96933" y="110127"/>
                </a:cubicBezTo>
                <a:lnTo>
                  <a:pt x="96933" y="120594"/>
                </a:lnTo>
                <a:cubicBezTo>
                  <a:pt x="96933" y="145635"/>
                  <a:pt x="111405" y="168421"/>
                  <a:pt x="134023" y="179057"/>
                </a:cubicBezTo>
                <a:lnTo>
                  <a:pt x="140250" y="181985"/>
                </a:lnTo>
                <a:cubicBezTo>
                  <a:pt x="141865" y="182725"/>
                  <a:pt x="143615" y="183129"/>
                  <a:pt x="145366" y="183129"/>
                </a:cubicBezTo>
                <a:cubicBezTo>
                  <a:pt x="147116" y="183129"/>
                  <a:pt x="148900" y="182725"/>
                  <a:pt x="150482" y="181985"/>
                </a:cubicBezTo>
                <a:lnTo>
                  <a:pt x="156708" y="179057"/>
                </a:lnTo>
                <a:cubicBezTo>
                  <a:pt x="179393" y="168387"/>
                  <a:pt x="193866" y="145601"/>
                  <a:pt x="193866" y="120560"/>
                </a:cubicBezTo>
                <a:lnTo>
                  <a:pt x="193866" y="110093"/>
                </a:lnTo>
                <a:cubicBezTo>
                  <a:pt x="193866" y="105448"/>
                  <a:pt x="190904" y="101342"/>
                  <a:pt x="186495" y="99861"/>
                </a:cubicBezTo>
                <a:lnTo>
                  <a:pt x="148799" y="87307"/>
                </a:lnTo>
                <a:cubicBezTo>
                  <a:pt x="146577" y="86566"/>
                  <a:pt x="144188" y="86566"/>
                  <a:pt x="142000" y="8730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5699114" y="2649498"/>
            <a:ext cx="3144933" cy="267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Privacy Protection Mechanisms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182139" y="3127700"/>
            <a:ext cx="2067901" cy="896090"/>
          </a:xfrm>
          <a:custGeom>
            <a:avLst/>
            <a:gdLst/>
            <a:ahLst/>
            <a:cxnLst/>
            <a:rect l="l" t="t" r="r" b="b"/>
            <a:pathLst>
              <a:path w="2067901" h="896090">
                <a:moveTo>
                  <a:pt x="68927" y="0"/>
                </a:moveTo>
                <a:lnTo>
                  <a:pt x="1998974" y="0"/>
                </a:lnTo>
                <a:cubicBezTo>
                  <a:pt x="2037041" y="0"/>
                  <a:pt x="2067901" y="30860"/>
                  <a:pt x="2067901" y="68927"/>
                </a:cubicBezTo>
                <a:lnTo>
                  <a:pt x="2067901" y="827163"/>
                </a:lnTo>
                <a:cubicBezTo>
                  <a:pt x="2067901" y="865231"/>
                  <a:pt x="2037041" y="896090"/>
                  <a:pt x="1998974" y="896090"/>
                </a:cubicBezTo>
                <a:lnTo>
                  <a:pt x="68927" y="896090"/>
                </a:lnTo>
                <a:cubicBezTo>
                  <a:pt x="30860" y="896090"/>
                  <a:pt x="0" y="865231"/>
                  <a:pt x="0" y="827163"/>
                </a:cubicBezTo>
                <a:lnTo>
                  <a:pt x="0" y="68927"/>
                </a:lnTo>
                <a:cubicBezTo>
                  <a:pt x="0" y="30885"/>
                  <a:pt x="30885" y="0"/>
                  <a:pt x="68927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337231" y="3300025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12924" y="68930"/>
                </a:moveTo>
                <a:cubicBezTo>
                  <a:pt x="12924" y="37992"/>
                  <a:pt x="37992" y="12924"/>
                  <a:pt x="68930" y="12924"/>
                </a:cubicBezTo>
                <a:cubicBezTo>
                  <a:pt x="85920" y="12924"/>
                  <a:pt x="101133" y="20491"/>
                  <a:pt x="111419" y="32446"/>
                </a:cubicBezTo>
                <a:cubicBezTo>
                  <a:pt x="113735" y="35165"/>
                  <a:pt x="117827" y="35461"/>
                  <a:pt x="120520" y="33146"/>
                </a:cubicBezTo>
                <a:cubicBezTo>
                  <a:pt x="123212" y="30830"/>
                  <a:pt x="123536" y="26737"/>
                  <a:pt x="121220" y="24045"/>
                </a:cubicBezTo>
                <a:cubicBezTo>
                  <a:pt x="108592" y="9316"/>
                  <a:pt x="89851" y="0"/>
                  <a:pt x="68930" y="0"/>
                </a:cubicBezTo>
                <a:cubicBezTo>
                  <a:pt x="30857" y="0"/>
                  <a:pt x="0" y="30857"/>
                  <a:pt x="0" y="68930"/>
                </a:cubicBezTo>
                <a:lnTo>
                  <a:pt x="0" y="79700"/>
                </a:lnTo>
                <a:cubicBezTo>
                  <a:pt x="0" y="83281"/>
                  <a:pt x="2881" y="86163"/>
                  <a:pt x="6462" y="86163"/>
                </a:cubicBezTo>
                <a:cubicBezTo>
                  <a:pt x="10043" y="86163"/>
                  <a:pt x="12924" y="83281"/>
                  <a:pt x="12924" y="79700"/>
                </a:cubicBezTo>
                <a:lnTo>
                  <a:pt x="12924" y="68930"/>
                </a:lnTo>
                <a:close/>
                <a:moveTo>
                  <a:pt x="136379" y="54686"/>
                </a:moveTo>
                <a:cubicBezTo>
                  <a:pt x="135652" y="51186"/>
                  <a:pt x="132206" y="48951"/>
                  <a:pt x="128732" y="49705"/>
                </a:cubicBezTo>
                <a:cubicBezTo>
                  <a:pt x="125259" y="50459"/>
                  <a:pt x="122997" y="53879"/>
                  <a:pt x="123751" y="57352"/>
                </a:cubicBezTo>
                <a:cubicBezTo>
                  <a:pt x="124532" y="61095"/>
                  <a:pt x="124963" y="64972"/>
                  <a:pt x="124963" y="68957"/>
                </a:cubicBezTo>
                <a:lnTo>
                  <a:pt x="124963" y="79727"/>
                </a:lnTo>
                <a:cubicBezTo>
                  <a:pt x="124963" y="83308"/>
                  <a:pt x="127844" y="86189"/>
                  <a:pt x="131425" y="86189"/>
                </a:cubicBezTo>
                <a:cubicBezTo>
                  <a:pt x="135006" y="86189"/>
                  <a:pt x="137887" y="83308"/>
                  <a:pt x="137887" y="79727"/>
                </a:cubicBezTo>
                <a:lnTo>
                  <a:pt x="137887" y="68957"/>
                </a:lnTo>
                <a:cubicBezTo>
                  <a:pt x="137887" y="64083"/>
                  <a:pt x="137375" y="59318"/>
                  <a:pt x="136406" y="54713"/>
                </a:cubicBezTo>
                <a:close/>
                <a:moveTo>
                  <a:pt x="68930" y="21541"/>
                </a:moveTo>
                <a:cubicBezTo>
                  <a:pt x="63814" y="21541"/>
                  <a:pt x="58860" y="22348"/>
                  <a:pt x="54255" y="23856"/>
                </a:cubicBezTo>
                <a:cubicBezTo>
                  <a:pt x="50163" y="25203"/>
                  <a:pt x="49220" y="30238"/>
                  <a:pt x="52021" y="33523"/>
                </a:cubicBezTo>
                <a:cubicBezTo>
                  <a:pt x="53932" y="35757"/>
                  <a:pt x="57083" y="36431"/>
                  <a:pt x="59937" y="35650"/>
                </a:cubicBezTo>
                <a:cubicBezTo>
                  <a:pt x="62791" y="34869"/>
                  <a:pt x="65807" y="34465"/>
                  <a:pt x="68930" y="34465"/>
                </a:cubicBezTo>
                <a:cubicBezTo>
                  <a:pt x="87967" y="34465"/>
                  <a:pt x="103395" y="49893"/>
                  <a:pt x="103395" y="68930"/>
                </a:cubicBezTo>
                <a:lnTo>
                  <a:pt x="103395" y="75635"/>
                </a:lnTo>
                <a:cubicBezTo>
                  <a:pt x="103395" y="82420"/>
                  <a:pt x="102991" y="89178"/>
                  <a:pt x="102210" y="95910"/>
                </a:cubicBezTo>
                <a:cubicBezTo>
                  <a:pt x="101753" y="99841"/>
                  <a:pt x="104741" y="103395"/>
                  <a:pt x="108726" y="103395"/>
                </a:cubicBezTo>
                <a:cubicBezTo>
                  <a:pt x="111904" y="103395"/>
                  <a:pt x="114623" y="101079"/>
                  <a:pt x="115000" y="97929"/>
                </a:cubicBezTo>
                <a:cubicBezTo>
                  <a:pt x="115889" y="90551"/>
                  <a:pt x="116346" y="83120"/>
                  <a:pt x="116346" y="75661"/>
                </a:cubicBezTo>
                <a:lnTo>
                  <a:pt x="116346" y="68957"/>
                </a:lnTo>
                <a:cubicBezTo>
                  <a:pt x="116346" y="42785"/>
                  <a:pt x="95129" y="21568"/>
                  <a:pt x="68957" y="21568"/>
                </a:cubicBezTo>
                <a:close/>
                <a:moveTo>
                  <a:pt x="40577" y="40039"/>
                </a:moveTo>
                <a:cubicBezTo>
                  <a:pt x="38127" y="37185"/>
                  <a:pt x="33765" y="36969"/>
                  <a:pt x="31449" y="39931"/>
                </a:cubicBezTo>
                <a:cubicBezTo>
                  <a:pt x="25229" y="47955"/>
                  <a:pt x="21541" y="57998"/>
                  <a:pt x="21541" y="68930"/>
                </a:cubicBezTo>
                <a:lnTo>
                  <a:pt x="21541" y="75635"/>
                </a:lnTo>
                <a:cubicBezTo>
                  <a:pt x="21541" y="82151"/>
                  <a:pt x="20841" y="88667"/>
                  <a:pt x="19440" y="94994"/>
                </a:cubicBezTo>
                <a:cubicBezTo>
                  <a:pt x="18525" y="99195"/>
                  <a:pt x="21568" y="103368"/>
                  <a:pt x="25876" y="103368"/>
                </a:cubicBezTo>
                <a:cubicBezTo>
                  <a:pt x="28703" y="103368"/>
                  <a:pt x="31234" y="101483"/>
                  <a:pt x="31853" y="98710"/>
                </a:cubicBezTo>
                <a:cubicBezTo>
                  <a:pt x="33576" y="91144"/>
                  <a:pt x="34465" y="83416"/>
                  <a:pt x="34465" y="75608"/>
                </a:cubicBezTo>
                <a:lnTo>
                  <a:pt x="34465" y="68903"/>
                </a:lnTo>
                <a:cubicBezTo>
                  <a:pt x="34465" y="61579"/>
                  <a:pt x="36754" y="54794"/>
                  <a:pt x="40631" y="49220"/>
                </a:cubicBezTo>
                <a:cubicBezTo>
                  <a:pt x="42570" y="46420"/>
                  <a:pt x="42785" y="42597"/>
                  <a:pt x="40577" y="40012"/>
                </a:cubicBezTo>
                <a:close/>
                <a:moveTo>
                  <a:pt x="68930" y="43081"/>
                </a:moveTo>
                <a:cubicBezTo>
                  <a:pt x="54659" y="43081"/>
                  <a:pt x="43081" y="54659"/>
                  <a:pt x="43081" y="68930"/>
                </a:cubicBezTo>
                <a:lnTo>
                  <a:pt x="43081" y="75635"/>
                </a:lnTo>
                <a:cubicBezTo>
                  <a:pt x="43081" y="85301"/>
                  <a:pt x="41843" y="94887"/>
                  <a:pt x="39366" y="104203"/>
                </a:cubicBezTo>
                <a:cubicBezTo>
                  <a:pt x="38342" y="108053"/>
                  <a:pt x="41170" y="112011"/>
                  <a:pt x="45155" y="112011"/>
                </a:cubicBezTo>
                <a:cubicBezTo>
                  <a:pt x="47713" y="112011"/>
                  <a:pt x="49974" y="110342"/>
                  <a:pt x="50647" y="107865"/>
                </a:cubicBezTo>
                <a:cubicBezTo>
                  <a:pt x="53475" y="97364"/>
                  <a:pt x="54929" y="86540"/>
                  <a:pt x="54929" y="75635"/>
                </a:cubicBezTo>
                <a:lnTo>
                  <a:pt x="54929" y="68930"/>
                </a:lnTo>
                <a:cubicBezTo>
                  <a:pt x="54929" y="61202"/>
                  <a:pt x="61202" y="54929"/>
                  <a:pt x="68930" y="54929"/>
                </a:cubicBezTo>
                <a:cubicBezTo>
                  <a:pt x="76658" y="54929"/>
                  <a:pt x="82931" y="61202"/>
                  <a:pt x="82931" y="68930"/>
                </a:cubicBezTo>
                <a:lnTo>
                  <a:pt x="82931" y="75635"/>
                </a:lnTo>
                <a:cubicBezTo>
                  <a:pt x="82931" y="85409"/>
                  <a:pt x="81989" y="95129"/>
                  <a:pt x="80131" y="104687"/>
                </a:cubicBezTo>
                <a:cubicBezTo>
                  <a:pt x="79404" y="108430"/>
                  <a:pt x="82204" y="112011"/>
                  <a:pt x="86001" y="112011"/>
                </a:cubicBezTo>
                <a:cubicBezTo>
                  <a:pt x="88747" y="112011"/>
                  <a:pt x="91117" y="110127"/>
                  <a:pt x="91655" y="107434"/>
                </a:cubicBezTo>
                <a:cubicBezTo>
                  <a:pt x="93729" y="96987"/>
                  <a:pt x="94779" y="86351"/>
                  <a:pt x="94779" y="75635"/>
                </a:cubicBezTo>
                <a:lnTo>
                  <a:pt x="94779" y="68930"/>
                </a:lnTo>
                <a:cubicBezTo>
                  <a:pt x="94779" y="54659"/>
                  <a:pt x="83201" y="43081"/>
                  <a:pt x="68930" y="43081"/>
                </a:cubicBezTo>
                <a:close/>
                <a:moveTo>
                  <a:pt x="75392" y="68930"/>
                </a:moveTo>
                <a:cubicBezTo>
                  <a:pt x="75392" y="65349"/>
                  <a:pt x="72511" y="62468"/>
                  <a:pt x="68930" y="62468"/>
                </a:cubicBezTo>
                <a:cubicBezTo>
                  <a:pt x="65349" y="62468"/>
                  <a:pt x="62468" y="65349"/>
                  <a:pt x="62468" y="68930"/>
                </a:cubicBezTo>
                <a:lnTo>
                  <a:pt x="62468" y="75635"/>
                </a:lnTo>
                <a:cubicBezTo>
                  <a:pt x="62468" y="91763"/>
                  <a:pt x="59506" y="107757"/>
                  <a:pt x="53717" y="122809"/>
                </a:cubicBezTo>
                <a:lnTo>
                  <a:pt x="52128" y="126928"/>
                </a:lnTo>
                <a:cubicBezTo>
                  <a:pt x="50836" y="130267"/>
                  <a:pt x="52505" y="134010"/>
                  <a:pt x="55844" y="135275"/>
                </a:cubicBezTo>
                <a:cubicBezTo>
                  <a:pt x="59183" y="136541"/>
                  <a:pt x="62926" y="134898"/>
                  <a:pt x="64191" y="131559"/>
                </a:cubicBezTo>
                <a:lnTo>
                  <a:pt x="65780" y="127440"/>
                </a:lnTo>
                <a:cubicBezTo>
                  <a:pt x="72134" y="110907"/>
                  <a:pt x="75392" y="93352"/>
                  <a:pt x="75392" y="75635"/>
                </a:cubicBezTo>
                <a:lnTo>
                  <a:pt x="75392" y="68930"/>
                </a:ln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55" name="Text 53"/>
          <p:cNvSpPr/>
          <p:nvPr/>
        </p:nvSpPr>
        <p:spPr>
          <a:xfrm>
            <a:off x="5561254" y="3265560"/>
            <a:ext cx="1163194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Address Hashing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319999" y="3541281"/>
            <a:ext cx="1852495" cy="34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SHA-256 hash then take first 16 characters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389784" y="3127700"/>
            <a:ext cx="2067901" cy="896090"/>
          </a:xfrm>
          <a:custGeom>
            <a:avLst/>
            <a:gdLst/>
            <a:ahLst/>
            <a:cxnLst/>
            <a:rect l="l" t="t" r="r" b="b"/>
            <a:pathLst>
              <a:path w="2067901" h="896090">
                <a:moveTo>
                  <a:pt x="68927" y="0"/>
                </a:moveTo>
                <a:lnTo>
                  <a:pt x="1998974" y="0"/>
                </a:lnTo>
                <a:cubicBezTo>
                  <a:pt x="2037041" y="0"/>
                  <a:pt x="2067901" y="30860"/>
                  <a:pt x="2067901" y="68927"/>
                </a:cubicBezTo>
                <a:lnTo>
                  <a:pt x="2067901" y="827163"/>
                </a:lnTo>
                <a:cubicBezTo>
                  <a:pt x="2067901" y="865231"/>
                  <a:pt x="2037041" y="896090"/>
                  <a:pt x="1998974" y="896090"/>
                </a:cubicBezTo>
                <a:lnTo>
                  <a:pt x="68927" y="896090"/>
                </a:lnTo>
                <a:cubicBezTo>
                  <a:pt x="30860" y="896090"/>
                  <a:pt x="0" y="865231"/>
                  <a:pt x="0" y="827163"/>
                </a:cubicBezTo>
                <a:lnTo>
                  <a:pt x="0" y="68927"/>
                </a:lnTo>
                <a:cubicBezTo>
                  <a:pt x="0" y="30885"/>
                  <a:pt x="30885" y="0"/>
                  <a:pt x="68927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562110" y="3300025"/>
            <a:ext cx="103395" cy="137860"/>
          </a:xfrm>
          <a:custGeom>
            <a:avLst/>
            <a:gdLst/>
            <a:ahLst/>
            <a:cxnLst/>
            <a:rect l="l" t="t" r="r" b="b"/>
            <a:pathLst>
              <a:path w="103395" h="137860">
                <a:moveTo>
                  <a:pt x="0" y="50782"/>
                </a:moveTo>
                <a:cubicBezTo>
                  <a:pt x="0" y="22725"/>
                  <a:pt x="23156" y="0"/>
                  <a:pt x="51698" y="0"/>
                </a:cubicBezTo>
                <a:cubicBezTo>
                  <a:pt x="80239" y="0"/>
                  <a:pt x="103395" y="22725"/>
                  <a:pt x="103395" y="50782"/>
                </a:cubicBezTo>
                <a:cubicBezTo>
                  <a:pt x="103395" y="82905"/>
                  <a:pt x="71030" y="121408"/>
                  <a:pt x="57513" y="136083"/>
                </a:cubicBezTo>
                <a:cubicBezTo>
                  <a:pt x="54336" y="139529"/>
                  <a:pt x="49032" y="139529"/>
                  <a:pt x="45855" y="136083"/>
                </a:cubicBezTo>
                <a:cubicBezTo>
                  <a:pt x="32338" y="121408"/>
                  <a:pt x="-27" y="82905"/>
                  <a:pt x="-27" y="50782"/>
                </a:cubicBezTo>
                <a:close/>
                <a:moveTo>
                  <a:pt x="51698" y="68930"/>
                </a:moveTo>
                <a:cubicBezTo>
                  <a:pt x="61208" y="68930"/>
                  <a:pt x="68930" y="61208"/>
                  <a:pt x="68930" y="51698"/>
                </a:cubicBezTo>
                <a:cubicBezTo>
                  <a:pt x="68930" y="42187"/>
                  <a:pt x="61208" y="34465"/>
                  <a:pt x="51698" y="34465"/>
                </a:cubicBezTo>
                <a:cubicBezTo>
                  <a:pt x="42187" y="34465"/>
                  <a:pt x="34465" y="42187"/>
                  <a:pt x="34465" y="51698"/>
                </a:cubicBezTo>
                <a:cubicBezTo>
                  <a:pt x="34465" y="61208"/>
                  <a:pt x="42187" y="68930"/>
                  <a:pt x="51698" y="68930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59" name="Text 57"/>
          <p:cNvSpPr/>
          <p:nvPr/>
        </p:nvSpPr>
        <p:spPr>
          <a:xfrm>
            <a:off x="7768900" y="3265560"/>
            <a:ext cx="1189043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 Anonymization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527645" y="3541281"/>
            <a:ext cx="1852495" cy="34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Hash processing, do not store original IP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9597430" y="3127700"/>
            <a:ext cx="2067901" cy="896090"/>
          </a:xfrm>
          <a:custGeom>
            <a:avLst/>
            <a:gdLst/>
            <a:ahLst/>
            <a:cxnLst/>
            <a:rect l="l" t="t" r="r" b="b"/>
            <a:pathLst>
              <a:path w="2067901" h="896090">
                <a:moveTo>
                  <a:pt x="68927" y="0"/>
                </a:moveTo>
                <a:lnTo>
                  <a:pt x="1998974" y="0"/>
                </a:lnTo>
                <a:cubicBezTo>
                  <a:pt x="2037041" y="0"/>
                  <a:pt x="2067901" y="30860"/>
                  <a:pt x="2067901" y="68927"/>
                </a:cubicBezTo>
                <a:lnTo>
                  <a:pt x="2067901" y="827163"/>
                </a:lnTo>
                <a:cubicBezTo>
                  <a:pt x="2067901" y="865231"/>
                  <a:pt x="2037041" y="896090"/>
                  <a:pt x="1998974" y="896090"/>
                </a:cubicBezTo>
                <a:lnTo>
                  <a:pt x="68927" y="896090"/>
                </a:lnTo>
                <a:cubicBezTo>
                  <a:pt x="30860" y="896090"/>
                  <a:pt x="0" y="865231"/>
                  <a:pt x="0" y="827163"/>
                </a:cubicBezTo>
                <a:lnTo>
                  <a:pt x="0" y="68927"/>
                </a:lnTo>
                <a:cubicBezTo>
                  <a:pt x="0" y="30885"/>
                  <a:pt x="30885" y="0"/>
                  <a:pt x="68927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752523" y="3300025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135329" y="40550"/>
                </a:moveTo>
                <a:lnTo>
                  <a:pt x="109480" y="66399"/>
                </a:lnTo>
                <a:cubicBezTo>
                  <a:pt x="107003" y="68876"/>
                  <a:pt x="103314" y="69603"/>
                  <a:pt x="100083" y="68257"/>
                </a:cubicBezTo>
                <a:cubicBezTo>
                  <a:pt x="96852" y="66911"/>
                  <a:pt x="94779" y="63787"/>
                  <a:pt x="94779" y="60314"/>
                </a:cubicBezTo>
                <a:lnTo>
                  <a:pt x="94779" y="43081"/>
                </a:lnTo>
                <a:lnTo>
                  <a:pt x="8616" y="43081"/>
                </a:lnTo>
                <a:cubicBezTo>
                  <a:pt x="3850" y="43081"/>
                  <a:pt x="0" y="39231"/>
                  <a:pt x="0" y="34465"/>
                </a:cubicBezTo>
                <a:cubicBezTo>
                  <a:pt x="0" y="29699"/>
                  <a:pt x="3850" y="25849"/>
                  <a:pt x="8616" y="25849"/>
                </a:cubicBezTo>
                <a:lnTo>
                  <a:pt x="94779" y="25849"/>
                </a:lnTo>
                <a:lnTo>
                  <a:pt x="94779" y="8616"/>
                </a:lnTo>
                <a:cubicBezTo>
                  <a:pt x="94779" y="5143"/>
                  <a:pt x="96879" y="1993"/>
                  <a:pt x="100110" y="646"/>
                </a:cubicBezTo>
                <a:cubicBezTo>
                  <a:pt x="103341" y="-700"/>
                  <a:pt x="107030" y="54"/>
                  <a:pt x="109507" y="2504"/>
                </a:cubicBezTo>
                <a:lnTo>
                  <a:pt x="135356" y="28353"/>
                </a:lnTo>
                <a:cubicBezTo>
                  <a:pt x="138722" y="31719"/>
                  <a:pt x="138722" y="37185"/>
                  <a:pt x="135356" y="40550"/>
                </a:cubicBezTo>
                <a:close/>
                <a:moveTo>
                  <a:pt x="28353" y="135329"/>
                </a:moveTo>
                <a:lnTo>
                  <a:pt x="2504" y="109480"/>
                </a:lnTo>
                <a:cubicBezTo>
                  <a:pt x="-862" y="106115"/>
                  <a:pt x="-862" y="100649"/>
                  <a:pt x="2504" y="97283"/>
                </a:cubicBezTo>
                <a:lnTo>
                  <a:pt x="28353" y="71434"/>
                </a:lnTo>
                <a:cubicBezTo>
                  <a:pt x="30830" y="68957"/>
                  <a:pt x="34519" y="68230"/>
                  <a:pt x="37750" y="69576"/>
                </a:cubicBezTo>
                <a:cubicBezTo>
                  <a:pt x="40981" y="70923"/>
                  <a:pt x="43081" y="74073"/>
                  <a:pt x="43081" y="77546"/>
                </a:cubicBezTo>
                <a:lnTo>
                  <a:pt x="43081" y="94779"/>
                </a:lnTo>
                <a:lnTo>
                  <a:pt x="129244" y="94779"/>
                </a:lnTo>
                <a:cubicBezTo>
                  <a:pt x="134010" y="94779"/>
                  <a:pt x="137860" y="98629"/>
                  <a:pt x="137860" y="103395"/>
                </a:cubicBezTo>
                <a:cubicBezTo>
                  <a:pt x="137860" y="108161"/>
                  <a:pt x="134010" y="112011"/>
                  <a:pt x="129244" y="112011"/>
                </a:cubicBezTo>
                <a:lnTo>
                  <a:pt x="43081" y="112011"/>
                </a:lnTo>
                <a:lnTo>
                  <a:pt x="43081" y="129244"/>
                </a:lnTo>
                <a:cubicBezTo>
                  <a:pt x="43081" y="132717"/>
                  <a:pt x="40981" y="135868"/>
                  <a:pt x="37750" y="137214"/>
                </a:cubicBezTo>
                <a:cubicBezTo>
                  <a:pt x="34519" y="138560"/>
                  <a:pt x="30830" y="137806"/>
                  <a:pt x="28353" y="135356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63" name="Text 61"/>
          <p:cNvSpPr/>
          <p:nvPr/>
        </p:nvSpPr>
        <p:spPr>
          <a:xfrm>
            <a:off x="9976546" y="3265560"/>
            <a:ext cx="1189043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Transaction Hash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735290" y="3541281"/>
            <a:ext cx="1852495" cy="34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Hash sensitive parameters before storage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5005505" y="4346900"/>
            <a:ext cx="6841306" cy="2335005"/>
          </a:xfrm>
          <a:custGeom>
            <a:avLst/>
            <a:gdLst/>
            <a:ahLst/>
            <a:cxnLst/>
            <a:rect l="l" t="t" r="r" b="b"/>
            <a:pathLst>
              <a:path w="6841306" h="2335005">
                <a:moveTo>
                  <a:pt x="137859" y="0"/>
                </a:moveTo>
                <a:lnTo>
                  <a:pt x="6703447" y="0"/>
                </a:lnTo>
                <a:cubicBezTo>
                  <a:pt x="6779585" y="0"/>
                  <a:pt x="6841306" y="61721"/>
                  <a:pt x="6841306" y="137859"/>
                </a:cubicBezTo>
                <a:lnTo>
                  <a:pt x="6841306" y="2197146"/>
                </a:lnTo>
                <a:cubicBezTo>
                  <a:pt x="6841306" y="2273284"/>
                  <a:pt x="6779585" y="2335005"/>
                  <a:pt x="6703447" y="2335005"/>
                </a:cubicBezTo>
                <a:lnTo>
                  <a:pt x="137859" y="2335005"/>
                </a:lnTo>
                <a:cubicBezTo>
                  <a:pt x="61721" y="2335005"/>
                  <a:pt x="0" y="2273284"/>
                  <a:pt x="0" y="2197146"/>
                </a:cubicBezTo>
                <a:lnTo>
                  <a:pt x="0" y="137859"/>
                </a:lnTo>
                <a:cubicBezTo>
                  <a:pt x="0" y="61772"/>
                  <a:pt x="61772" y="0"/>
                  <a:pt x="137859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182139" y="4523534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103395" y="0"/>
                </a:moveTo>
                <a:lnTo>
                  <a:pt x="310185" y="0"/>
                </a:lnTo>
                <a:cubicBezTo>
                  <a:pt x="367289" y="0"/>
                  <a:pt x="413580" y="46292"/>
                  <a:pt x="413580" y="103395"/>
                </a:cubicBezTo>
                <a:lnTo>
                  <a:pt x="413580" y="310185"/>
                </a:lnTo>
                <a:cubicBezTo>
                  <a:pt x="413580" y="367289"/>
                  <a:pt x="367289" y="413580"/>
                  <a:pt x="310185" y="413580"/>
                </a:cubicBezTo>
                <a:lnTo>
                  <a:pt x="103395" y="413580"/>
                </a:lnTo>
                <a:cubicBezTo>
                  <a:pt x="46292" y="413580"/>
                  <a:pt x="0" y="367289"/>
                  <a:pt x="0" y="310185"/>
                </a:cubicBezTo>
                <a:lnTo>
                  <a:pt x="0" y="103395"/>
                </a:lnTo>
                <a:cubicBezTo>
                  <a:pt x="0" y="46330"/>
                  <a:pt x="46330" y="0"/>
                  <a:pt x="103395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E7000B"/>
              </a:gs>
            </a:gsLst>
            <a:lin ang="2700000" scaled="1"/>
          </a:gradFill>
          <a:ln/>
        </p:spPr>
      </p:sp>
      <p:sp>
        <p:nvSpPr>
          <p:cNvPr id="67" name="Shape 65"/>
          <p:cNvSpPr/>
          <p:nvPr/>
        </p:nvSpPr>
        <p:spPr>
          <a:xfrm>
            <a:off x="5302766" y="4644161"/>
            <a:ext cx="172325" cy="172325"/>
          </a:xfrm>
          <a:custGeom>
            <a:avLst/>
            <a:gdLst/>
            <a:ahLst/>
            <a:cxnLst/>
            <a:rect l="l" t="t" r="r" b="b"/>
            <a:pathLst>
              <a:path w="172325" h="172325">
                <a:moveTo>
                  <a:pt x="0" y="26926"/>
                </a:moveTo>
                <a:cubicBezTo>
                  <a:pt x="0" y="18007"/>
                  <a:pt x="7236" y="10770"/>
                  <a:pt x="16155" y="10770"/>
                </a:cubicBezTo>
                <a:lnTo>
                  <a:pt x="48466" y="10770"/>
                </a:lnTo>
                <a:cubicBezTo>
                  <a:pt x="57386" y="10770"/>
                  <a:pt x="64622" y="18007"/>
                  <a:pt x="64622" y="26926"/>
                </a:cubicBezTo>
                <a:lnTo>
                  <a:pt x="64622" y="32311"/>
                </a:lnTo>
                <a:lnTo>
                  <a:pt x="107703" y="32311"/>
                </a:lnTo>
                <a:lnTo>
                  <a:pt x="107703" y="26926"/>
                </a:lnTo>
                <a:cubicBezTo>
                  <a:pt x="107703" y="18007"/>
                  <a:pt x="114939" y="10770"/>
                  <a:pt x="123859" y="10770"/>
                </a:cubicBezTo>
                <a:lnTo>
                  <a:pt x="156170" y="10770"/>
                </a:lnTo>
                <a:cubicBezTo>
                  <a:pt x="165089" y="10770"/>
                  <a:pt x="172325" y="18007"/>
                  <a:pt x="172325" y="26926"/>
                </a:cubicBezTo>
                <a:lnTo>
                  <a:pt x="172325" y="59237"/>
                </a:lnTo>
                <a:cubicBezTo>
                  <a:pt x="172325" y="68156"/>
                  <a:pt x="165089" y="75392"/>
                  <a:pt x="156170" y="75392"/>
                </a:cubicBezTo>
                <a:lnTo>
                  <a:pt x="123859" y="75392"/>
                </a:lnTo>
                <a:cubicBezTo>
                  <a:pt x="114939" y="75392"/>
                  <a:pt x="107703" y="68156"/>
                  <a:pt x="107703" y="59237"/>
                </a:cubicBezTo>
                <a:lnTo>
                  <a:pt x="107703" y="53852"/>
                </a:lnTo>
                <a:lnTo>
                  <a:pt x="64622" y="53852"/>
                </a:lnTo>
                <a:lnTo>
                  <a:pt x="64622" y="59237"/>
                </a:lnTo>
                <a:cubicBezTo>
                  <a:pt x="64622" y="61694"/>
                  <a:pt x="64050" y="64050"/>
                  <a:pt x="63074" y="66136"/>
                </a:cubicBezTo>
                <a:lnTo>
                  <a:pt x="86163" y="96933"/>
                </a:lnTo>
                <a:lnTo>
                  <a:pt x="113088" y="96933"/>
                </a:lnTo>
                <a:cubicBezTo>
                  <a:pt x="122008" y="96933"/>
                  <a:pt x="129244" y="104169"/>
                  <a:pt x="129244" y="113088"/>
                </a:cubicBezTo>
                <a:lnTo>
                  <a:pt x="129244" y="145399"/>
                </a:lnTo>
                <a:cubicBezTo>
                  <a:pt x="129244" y="154318"/>
                  <a:pt x="122008" y="161555"/>
                  <a:pt x="113088" y="161555"/>
                </a:cubicBezTo>
                <a:lnTo>
                  <a:pt x="80777" y="161555"/>
                </a:lnTo>
                <a:cubicBezTo>
                  <a:pt x="71858" y="161555"/>
                  <a:pt x="64622" y="154318"/>
                  <a:pt x="64622" y="145399"/>
                </a:cubicBezTo>
                <a:lnTo>
                  <a:pt x="64622" y="113088"/>
                </a:lnTo>
                <a:cubicBezTo>
                  <a:pt x="64622" y="110631"/>
                  <a:pt x="65194" y="108275"/>
                  <a:pt x="66170" y="106189"/>
                </a:cubicBezTo>
                <a:lnTo>
                  <a:pt x="43081" y="75392"/>
                </a:lnTo>
                <a:lnTo>
                  <a:pt x="16155" y="75392"/>
                </a:lnTo>
                <a:cubicBezTo>
                  <a:pt x="7236" y="75392"/>
                  <a:pt x="0" y="68156"/>
                  <a:pt x="0" y="59237"/>
                </a:cubicBezTo>
                <a:lnTo>
                  <a:pt x="0" y="2692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8" name="Text 66"/>
          <p:cNvSpPr/>
          <p:nvPr/>
        </p:nvSpPr>
        <p:spPr>
          <a:xfrm>
            <a:off x="5699114" y="4596772"/>
            <a:ext cx="2179912" cy="267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Processing Flow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5568389" y="5074974"/>
            <a:ext cx="551440" cy="551440"/>
          </a:xfrm>
          <a:custGeom>
            <a:avLst/>
            <a:gdLst/>
            <a:ahLst/>
            <a:cxnLst/>
            <a:rect l="l" t="t" r="r" b="b"/>
            <a:pathLst>
              <a:path w="551440" h="551440">
                <a:moveTo>
                  <a:pt x="275720" y="0"/>
                </a:moveTo>
                <a:lnTo>
                  <a:pt x="275720" y="0"/>
                </a:lnTo>
                <a:cubicBezTo>
                  <a:pt x="427894" y="0"/>
                  <a:pt x="551440" y="123546"/>
                  <a:pt x="551440" y="275720"/>
                </a:cubicBezTo>
                <a:lnTo>
                  <a:pt x="551440" y="275720"/>
                </a:lnTo>
                <a:cubicBezTo>
                  <a:pt x="551440" y="427894"/>
                  <a:pt x="427894" y="551440"/>
                  <a:pt x="275720" y="551440"/>
                </a:cubicBezTo>
                <a:lnTo>
                  <a:pt x="275720" y="551440"/>
                </a:lnTo>
                <a:cubicBezTo>
                  <a:pt x="123546" y="551440"/>
                  <a:pt x="0" y="427894"/>
                  <a:pt x="0" y="275720"/>
                </a:cubicBezTo>
                <a:lnTo>
                  <a:pt x="0" y="275720"/>
                </a:lnTo>
                <a:cubicBezTo>
                  <a:pt x="0" y="123546"/>
                  <a:pt x="123546" y="0"/>
                  <a:pt x="27572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  <a:ln/>
        </p:spPr>
      </p:sp>
      <p:sp>
        <p:nvSpPr>
          <p:cNvPr id="70" name="Text 68"/>
          <p:cNvSpPr/>
          <p:nvPr/>
        </p:nvSpPr>
        <p:spPr>
          <a:xfrm>
            <a:off x="5799816" y="5217142"/>
            <a:ext cx="189558" cy="267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5354867" y="5695344"/>
            <a:ext cx="1051183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Traffic Capture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600993" y="5385159"/>
            <a:ext cx="206790" cy="206790"/>
          </a:xfrm>
          <a:custGeom>
            <a:avLst/>
            <a:gdLst/>
            <a:ahLst/>
            <a:cxnLst/>
            <a:rect l="l" t="t" r="r" b="b"/>
            <a:pathLst>
              <a:path w="206790" h="206790">
                <a:moveTo>
                  <a:pt x="202994" y="112523"/>
                </a:moveTo>
                <a:cubicBezTo>
                  <a:pt x="208042" y="107474"/>
                  <a:pt x="208042" y="99275"/>
                  <a:pt x="202994" y="94227"/>
                </a:cubicBezTo>
                <a:lnTo>
                  <a:pt x="138372" y="29605"/>
                </a:lnTo>
                <a:cubicBezTo>
                  <a:pt x="133323" y="24556"/>
                  <a:pt x="125124" y="24556"/>
                  <a:pt x="120076" y="29605"/>
                </a:cubicBezTo>
                <a:cubicBezTo>
                  <a:pt x="115027" y="34653"/>
                  <a:pt x="115027" y="42852"/>
                  <a:pt x="120076" y="47901"/>
                </a:cubicBezTo>
                <a:lnTo>
                  <a:pt x="162645" y="90471"/>
                </a:lnTo>
                <a:lnTo>
                  <a:pt x="12924" y="90471"/>
                </a:lnTo>
                <a:cubicBezTo>
                  <a:pt x="5776" y="90471"/>
                  <a:pt x="0" y="96246"/>
                  <a:pt x="0" y="103395"/>
                </a:cubicBezTo>
                <a:cubicBezTo>
                  <a:pt x="0" y="110544"/>
                  <a:pt x="5776" y="116319"/>
                  <a:pt x="12924" y="116319"/>
                </a:cubicBezTo>
                <a:lnTo>
                  <a:pt x="162645" y="116319"/>
                </a:lnTo>
                <a:lnTo>
                  <a:pt x="120076" y="158889"/>
                </a:lnTo>
                <a:cubicBezTo>
                  <a:pt x="115027" y="163938"/>
                  <a:pt x="115027" y="172137"/>
                  <a:pt x="120076" y="177185"/>
                </a:cubicBezTo>
                <a:cubicBezTo>
                  <a:pt x="125124" y="182234"/>
                  <a:pt x="133323" y="182234"/>
                  <a:pt x="138372" y="177185"/>
                </a:cubicBezTo>
                <a:lnTo>
                  <a:pt x="202994" y="112563"/>
                </a:lnTo>
                <a:close/>
              </a:path>
            </a:pathLst>
          </a:custGeom>
          <a:solidFill>
            <a:srgbClr val="62748E"/>
          </a:solidFill>
          <a:ln/>
        </p:spPr>
      </p:sp>
      <p:sp>
        <p:nvSpPr>
          <p:cNvPr id="73" name="Shape 71"/>
          <p:cNvSpPr/>
          <p:nvPr/>
        </p:nvSpPr>
        <p:spPr>
          <a:xfrm>
            <a:off x="7288813" y="5074974"/>
            <a:ext cx="551440" cy="551440"/>
          </a:xfrm>
          <a:custGeom>
            <a:avLst/>
            <a:gdLst/>
            <a:ahLst/>
            <a:cxnLst/>
            <a:rect l="l" t="t" r="r" b="b"/>
            <a:pathLst>
              <a:path w="551440" h="551440">
                <a:moveTo>
                  <a:pt x="275720" y="0"/>
                </a:moveTo>
                <a:lnTo>
                  <a:pt x="275720" y="0"/>
                </a:lnTo>
                <a:cubicBezTo>
                  <a:pt x="427894" y="0"/>
                  <a:pt x="551440" y="123546"/>
                  <a:pt x="551440" y="275720"/>
                </a:cubicBezTo>
                <a:lnTo>
                  <a:pt x="551440" y="275720"/>
                </a:lnTo>
                <a:cubicBezTo>
                  <a:pt x="551440" y="427894"/>
                  <a:pt x="427894" y="551440"/>
                  <a:pt x="275720" y="551440"/>
                </a:cubicBezTo>
                <a:lnTo>
                  <a:pt x="275720" y="551440"/>
                </a:lnTo>
                <a:cubicBezTo>
                  <a:pt x="123546" y="551440"/>
                  <a:pt x="0" y="427894"/>
                  <a:pt x="0" y="275720"/>
                </a:cubicBezTo>
                <a:lnTo>
                  <a:pt x="0" y="275720"/>
                </a:lnTo>
                <a:cubicBezTo>
                  <a:pt x="0" y="123546"/>
                  <a:pt x="123546" y="0"/>
                  <a:pt x="275720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  <a:ln/>
        </p:spPr>
      </p:sp>
      <p:sp>
        <p:nvSpPr>
          <p:cNvPr id="74" name="Text 72"/>
          <p:cNvSpPr/>
          <p:nvPr/>
        </p:nvSpPr>
        <p:spPr>
          <a:xfrm>
            <a:off x="7501527" y="5217142"/>
            <a:ext cx="232639" cy="267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7034364" y="5695344"/>
            <a:ext cx="1128729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Protocol Parsing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8321417" y="5385159"/>
            <a:ext cx="206790" cy="206790"/>
          </a:xfrm>
          <a:custGeom>
            <a:avLst/>
            <a:gdLst/>
            <a:ahLst/>
            <a:cxnLst/>
            <a:rect l="l" t="t" r="r" b="b"/>
            <a:pathLst>
              <a:path w="206790" h="206790">
                <a:moveTo>
                  <a:pt x="202994" y="112523"/>
                </a:moveTo>
                <a:cubicBezTo>
                  <a:pt x="208042" y="107474"/>
                  <a:pt x="208042" y="99275"/>
                  <a:pt x="202994" y="94227"/>
                </a:cubicBezTo>
                <a:lnTo>
                  <a:pt x="138372" y="29605"/>
                </a:lnTo>
                <a:cubicBezTo>
                  <a:pt x="133323" y="24556"/>
                  <a:pt x="125124" y="24556"/>
                  <a:pt x="120076" y="29605"/>
                </a:cubicBezTo>
                <a:cubicBezTo>
                  <a:pt x="115027" y="34653"/>
                  <a:pt x="115027" y="42852"/>
                  <a:pt x="120076" y="47901"/>
                </a:cubicBezTo>
                <a:lnTo>
                  <a:pt x="162645" y="90471"/>
                </a:lnTo>
                <a:lnTo>
                  <a:pt x="12924" y="90471"/>
                </a:lnTo>
                <a:cubicBezTo>
                  <a:pt x="5776" y="90471"/>
                  <a:pt x="0" y="96246"/>
                  <a:pt x="0" y="103395"/>
                </a:cubicBezTo>
                <a:cubicBezTo>
                  <a:pt x="0" y="110544"/>
                  <a:pt x="5776" y="116319"/>
                  <a:pt x="12924" y="116319"/>
                </a:cubicBezTo>
                <a:lnTo>
                  <a:pt x="162645" y="116319"/>
                </a:lnTo>
                <a:lnTo>
                  <a:pt x="120076" y="158889"/>
                </a:lnTo>
                <a:cubicBezTo>
                  <a:pt x="115027" y="163938"/>
                  <a:pt x="115027" y="172137"/>
                  <a:pt x="120076" y="177185"/>
                </a:cubicBezTo>
                <a:cubicBezTo>
                  <a:pt x="125124" y="182234"/>
                  <a:pt x="133323" y="182234"/>
                  <a:pt x="138372" y="177185"/>
                </a:cubicBezTo>
                <a:lnTo>
                  <a:pt x="202994" y="112563"/>
                </a:lnTo>
                <a:close/>
              </a:path>
            </a:pathLst>
          </a:custGeom>
          <a:solidFill>
            <a:srgbClr val="62748E"/>
          </a:solidFill>
          <a:ln/>
        </p:spPr>
      </p:sp>
      <p:sp>
        <p:nvSpPr>
          <p:cNvPr id="77" name="Shape 75"/>
          <p:cNvSpPr/>
          <p:nvPr/>
        </p:nvSpPr>
        <p:spPr>
          <a:xfrm>
            <a:off x="9009236" y="5074974"/>
            <a:ext cx="551440" cy="551440"/>
          </a:xfrm>
          <a:custGeom>
            <a:avLst/>
            <a:gdLst/>
            <a:ahLst/>
            <a:cxnLst/>
            <a:rect l="l" t="t" r="r" b="b"/>
            <a:pathLst>
              <a:path w="551440" h="551440">
                <a:moveTo>
                  <a:pt x="275720" y="0"/>
                </a:moveTo>
                <a:lnTo>
                  <a:pt x="275720" y="0"/>
                </a:lnTo>
                <a:cubicBezTo>
                  <a:pt x="427894" y="0"/>
                  <a:pt x="551440" y="123546"/>
                  <a:pt x="551440" y="275720"/>
                </a:cubicBezTo>
                <a:lnTo>
                  <a:pt x="551440" y="275720"/>
                </a:lnTo>
                <a:cubicBezTo>
                  <a:pt x="551440" y="427894"/>
                  <a:pt x="427894" y="551440"/>
                  <a:pt x="275720" y="551440"/>
                </a:cubicBezTo>
                <a:lnTo>
                  <a:pt x="275720" y="551440"/>
                </a:lnTo>
                <a:cubicBezTo>
                  <a:pt x="123546" y="551440"/>
                  <a:pt x="0" y="427894"/>
                  <a:pt x="0" y="275720"/>
                </a:cubicBezTo>
                <a:lnTo>
                  <a:pt x="0" y="275720"/>
                </a:lnTo>
                <a:cubicBezTo>
                  <a:pt x="0" y="123546"/>
                  <a:pt x="123546" y="0"/>
                  <a:pt x="27572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  <a:ln/>
        </p:spPr>
      </p:sp>
      <p:sp>
        <p:nvSpPr>
          <p:cNvPr id="78" name="Text 76"/>
          <p:cNvSpPr/>
          <p:nvPr/>
        </p:nvSpPr>
        <p:spPr>
          <a:xfrm>
            <a:off x="9221008" y="5217142"/>
            <a:ext cx="232639" cy="267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8806351" y="5695344"/>
            <a:ext cx="1025334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Anonymization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10041841" y="5385159"/>
            <a:ext cx="206790" cy="206790"/>
          </a:xfrm>
          <a:custGeom>
            <a:avLst/>
            <a:gdLst/>
            <a:ahLst/>
            <a:cxnLst/>
            <a:rect l="l" t="t" r="r" b="b"/>
            <a:pathLst>
              <a:path w="206790" h="206790">
                <a:moveTo>
                  <a:pt x="202994" y="112523"/>
                </a:moveTo>
                <a:cubicBezTo>
                  <a:pt x="208042" y="107474"/>
                  <a:pt x="208042" y="99275"/>
                  <a:pt x="202994" y="94227"/>
                </a:cubicBezTo>
                <a:lnTo>
                  <a:pt x="138372" y="29605"/>
                </a:lnTo>
                <a:cubicBezTo>
                  <a:pt x="133323" y="24556"/>
                  <a:pt x="125124" y="24556"/>
                  <a:pt x="120076" y="29605"/>
                </a:cubicBezTo>
                <a:cubicBezTo>
                  <a:pt x="115027" y="34653"/>
                  <a:pt x="115027" y="42852"/>
                  <a:pt x="120076" y="47901"/>
                </a:cubicBezTo>
                <a:lnTo>
                  <a:pt x="162645" y="90471"/>
                </a:lnTo>
                <a:lnTo>
                  <a:pt x="12924" y="90471"/>
                </a:lnTo>
                <a:cubicBezTo>
                  <a:pt x="5776" y="90471"/>
                  <a:pt x="0" y="96246"/>
                  <a:pt x="0" y="103395"/>
                </a:cubicBezTo>
                <a:cubicBezTo>
                  <a:pt x="0" y="110544"/>
                  <a:pt x="5776" y="116319"/>
                  <a:pt x="12924" y="116319"/>
                </a:cubicBezTo>
                <a:lnTo>
                  <a:pt x="162645" y="116319"/>
                </a:lnTo>
                <a:lnTo>
                  <a:pt x="120076" y="158889"/>
                </a:lnTo>
                <a:cubicBezTo>
                  <a:pt x="115027" y="163938"/>
                  <a:pt x="115027" y="172137"/>
                  <a:pt x="120076" y="177185"/>
                </a:cubicBezTo>
                <a:cubicBezTo>
                  <a:pt x="125124" y="182234"/>
                  <a:pt x="133323" y="182234"/>
                  <a:pt x="138372" y="177185"/>
                </a:cubicBezTo>
                <a:lnTo>
                  <a:pt x="202994" y="112563"/>
                </a:lnTo>
                <a:close/>
              </a:path>
            </a:pathLst>
          </a:custGeom>
          <a:solidFill>
            <a:srgbClr val="62748E"/>
          </a:solidFill>
          <a:ln/>
        </p:spPr>
      </p:sp>
      <p:sp>
        <p:nvSpPr>
          <p:cNvPr id="81" name="Shape 79"/>
          <p:cNvSpPr/>
          <p:nvPr/>
        </p:nvSpPr>
        <p:spPr>
          <a:xfrm>
            <a:off x="10729660" y="5074974"/>
            <a:ext cx="551440" cy="551440"/>
          </a:xfrm>
          <a:custGeom>
            <a:avLst/>
            <a:gdLst/>
            <a:ahLst/>
            <a:cxnLst/>
            <a:rect l="l" t="t" r="r" b="b"/>
            <a:pathLst>
              <a:path w="551440" h="551440">
                <a:moveTo>
                  <a:pt x="275720" y="0"/>
                </a:moveTo>
                <a:lnTo>
                  <a:pt x="275720" y="0"/>
                </a:lnTo>
                <a:cubicBezTo>
                  <a:pt x="427894" y="0"/>
                  <a:pt x="551440" y="123546"/>
                  <a:pt x="551440" y="275720"/>
                </a:cubicBezTo>
                <a:lnTo>
                  <a:pt x="551440" y="275720"/>
                </a:lnTo>
                <a:cubicBezTo>
                  <a:pt x="551440" y="427894"/>
                  <a:pt x="427894" y="551440"/>
                  <a:pt x="275720" y="551440"/>
                </a:cubicBezTo>
                <a:lnTo>
                  <a:pt x="275720" y="551440"/>
                </a:lnTo>
                <a:cubicBezTo>
                  <a:pt x="123546" y="551440"/>
                  <a:pt x="0" y="427894"/>
                  <a:pt x="0" y="275720"/>
                </a:cubicBezTo>
                <a:lnTo>
                  <a:pt x="0" y="275720"/>
                </a:lnTo>
                <a:cubicBezTo>
                  <a:pt x="0" y="123546"/>
                  <a:pt x="123546" y="0"/>
                  <a:pt x="27572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E7000B"/>
              </a:gs>
            </a:gsLst>
            <a:lin ang="2700000" scaled="1"/>
          </a:gradFill>
          <a:ln/>
        </p:spPr>
      </p:sp>
      <p:sp>
        <p:nvSpPr>
          <p:cNvPr id="82" name="Text 80"/>
          <p:cNvSpPr/>
          <p:nvPr/>
        </p:nvSpPr>
        <p:spPr>
          <a:xfrm>
            <a:off x="10941566" y="5217142"/>
            <a:ext cx="232639" cy="267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10752278" y="5695344"/>
            <a:ext cx="577289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Storage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7302" y="441858"/>
            <a:ext cx="49095" cy="327302"/>
          </a:xfrm>
          <a:custGeom>
            <a:avLst/>
            <a:gdLst/>
            <a:ahLst/>
            <a:cxnLst/>
            <a:rect l="l" t="t" r="r" b="b"/>
            <a:pathLst>
              <a:path w="49095" h="327302">
                <a:moveTo>
                  <a:pt x="24548" y="0"/>
                </a:moveTo>
                <a:lnTo>
                  <a:pt x="24548" y="0"/>
                </a:lnTo>
                <a:cubicBezTo>
                  <a:pt x="38096" y="0"/>
                  <a:pt x="49095" y="10999"/>
                  <a:pt x="49095" y="24548"/>
                </a:cubicBezTo>
                <a:lnTo>
                  <a:pt x="49095" y="302754"/>
                </a:lnTo>
                <a:cubicBezTo>
                  <a:pt x="49095" y="316312"/>
                  <a:pt x="38105" y="327302"/>
                  <a:pt x="24548" y="327302"/>
                </a:cubicBezTo>
                <a:lnTo>
                  <a:pt x="24548" y="327302"/>
                </a:lnTo>
                <a:cubicBezTo>
                  <a:pt x="10990" y="327302"/>
                  <a:pt x="0" y="316312"/>
                  <a:pt x="0" y="302754"/>
                </a:cubicBezTo>
                <a:lnTo>
                  <a:pt x="0" y="24548"/>
                </a:lnTo>
                <a:cubicBezTo>
                  <a:pt x="0" y="10999"/>
                  <a:pt x="10999" y="0"/>
                  <a:pt x="24548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474588" y="327302"/>
            <a:ext cx="3592140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kern="0" spc="52" dirty="0">
                <a:solidFill>
                  <a:srgbClr val="00D3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PRIVACY DETECTION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4588" y="556413"/>
            <a:ext cx="3673965" cy="327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Privacy Detection Module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1393" y="1084188"/>
            <a:ext cx="5678690" cy="1497407"/>
          </a:xfrm>
          <a:custGeom>
            <a:avLst/>
            <a:gdLst/>
            <a:ahLst/>
            <a:cxnLst/>
            <a:rect l="l" t="t" r="r" b="b"/>
            <a:pathLst>
              <a:path w="5678690" h="1497407">
                <a:moveTo>
                  <a:pt x="130918" y="0"/>
                </a:moveTo>
                <a:lnTo>
                  <a:pt x="5547772" y="0"/>
                </a:lnTo>
                <a:cubicBezTo>
                  <a:pt x="5620076" y="0"/>
                  <a:pt x="5678690" y="58614"/>
                  <a:pt x="5678690" y="130918"/>
                </a:cubicBezTo>
                <a:lnTo>
                  <a:pt x="5678690" y="1366488"/>
                </a:lnTo>
                <a:cubicBezTo>
                  <a:pt x="5678690" y="1438793"/>
                  <a:pt x="5620076" y="1497407"/>
                  <a:pt x="5547772" y="1497407"/>
                </a:cubicBezTo>
                <a:lnTo>
                  <a:pt x="130918" y="1497407"/>
                </a:lnTo>
                <a:cubicBezTo>
                  <a:pt x="58614" y="1497407"/>
                  <a:pt x="0" y="1438793"/>
                  <a:pt x="0" y="1366488"/>
                </a:cubicBezTo>
                <a:lnTo>
                  <a:pt x="0" y="130918"/>
                </a:lnTo>
                <a:cubicBezTo>
                  <a:pt x="0" y="58663"/>
                  <a:pt x="58663" y="0"/>
                  <a:pt x="130918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9136" y="1251930"/>
            <a:ext cx="392762" cy="392762"/>
          </a:xfrm>
          <a:custGeom>
            <a:avLst/>
            <a:gdLst/>
            <a:ahLst/>
            <a:cxnLst/>
            <a:rect l="l" t="t" r="r" b="b"/>
            <a:pathLst>
              <a:path w="392762" h="392762">
                <a:moveTo>
                  <a:pt x="98191" y="0"/>
                </a:moveTo>
                <a:lnTo>
                  <a:pt x="294572" y="0"/>
                </a:lnTo>
                <a:cubicBezTo>
                  <a:pt x="348765" y="0"/>
                  <a:pt x="392762" y="43998"/>
                  <a:pt x="392762" y="98191"/>
                </a:cubicBezTo>
                <a:lnTo>
                  <a:pt x="392762" y="294572"/>
                </a:lnTo>
                <a:cubicBezTo>
                  <a:pt x="392762" y="348801"/>
                  <a:pt x="348801" y="392762"/>
                  <a:pt x="294572" y="392762"/>
                </a:cubicBezTo>
                <a:lnTo>
                  <a:pt x="98191" y="392762"/>
                </a:lnTo>
                <a:cubicBezTo>
                  <a:pt x="43961" y="392762"/>
                  <a:pt x="0" y="348801"/>
                  <a:pt x="0" y="294572"/>
                </a:cubicBezTo>
                <a:lnTo>
                  <a:pt x="0" y="98191"/>
                </a:lnTo>
                <a:cubicBezTo>
                  <a:pt x="0" y="43998"/>
                  <a:pt x="43998" y="0"/>
                  <a:pt x="98191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613691" y="1366486"/>
            <a:ext cx="163651" cy="163651"/>
          </a:xfrm>
          <a:custGeom>
            <a:avLst/>
            <a:gdLst/>
            <a:ahLst/>
            <a:cxnLst/>
            <a:rect l="l" t="t" r="r" b="b"/>
            <a:pathLst>
              <a:path w="163651" h="163651">
                <a:moveTo>
                  <a:pt x="132966" y="66483"/>
                </a:moveTo>
                <a:cubicBezTo>
                  <a:pt x="132966" y="81154"/>
                  <a:pt x="128204" y="94707"/>
                  <a:pt x="120181" y="105702"/>
                </a:cubicBezTo>
                <a:lnTo>
                  <a:pt x="160646" y="146199"/>
                </a:lnTo>
                <a:cubicBezTo>
                  <a:pt x="164642" y="150195"/>
                  <a:pt x="164642" y="156683"/>
                  <a:pt x="160646" y="160678"/>
                </a:cubicBezTo>
                <a:cubicBezTo>
                  <a:pt x="156651" y="164674"/>
                  <a:pt x="150163" y="164674"/>
                  <a:pt x="146167" y="160678"/>
                </a:cubicBezTo>
                <a:lnTo>
                  <a:pt x="105702" y="120181"/>
                </a:lnTo>
                <a:cubicBezTo>
                  <a:pt x="94707" y="128204"/>
                  <a:pt x="81154" y="132966"/>
                  <a:pt x="66483" y="132966"/>
                </a:cubicBezTo>
                <a:cubicBezTo>
                  <a:pt x="29758" y="132966"/>
                  <a:pt x="0" y="103209"/>
                  <a:pt x="0" y="66483"/>
                </a:cubicBezTo>
                <a:cubicBezTo>
                  <a:pt x="0" y="29758"/>
                  <a:pt x="29758" y="0"/>
                  <a:pt x="66483" y="0"/>
                </a:cubicBezTo>
                <a:cubicBezTo>
                  <a:pt x="103209" y="0"/>
                  <a:pt x="132966" y="29758"/>
                  <a:pt x="132966" y="66483"/>
                </a:cubicBezTo>
                <a:close/>
                <a:moveTo>
                  <a:pt x="66483" y="112510"/>
                </a:moveTo>
                <a:cubicBezTo>
                  <a:pt x="91886" y="112510"/>
                  <a:pt x="112510" y="91886"/>
                  <a:pt x="112510" y="66483"/>
                </a:cubicBezTo>
                <a:cubicBezTo>
                  <a:pt x="112510" y="41080"/>
                  <a:pt x="91886" y="20456"/>
                  <a:pt x="66483" y="20456"/>
                </a:cubicBezTo>
                <a:cubicBezTo>
                  <a:pt x="41080" y="20456"/>
                  <a:pt x="20456" y="41080"/>
                  <a:pt x="20456" y="66483"/>
                </a:cubicBezTo>
                <a:cubicBezTo>
                  <a:pt x="20456" y="91886"/>
                  <a:pt x="41080" y="112510"/>
                  <a:pt x="66483" y="11251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90089" y="1321482"/>
            <a:ext cx="2757519" cy="25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Rule-based Detection Engine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9136" y="1775613"/>
            <a:ext cx="5408666" cy="638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1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Uses YAML format to define detection rules, supports flexible configuration and runtime dynamic adjustment. Rule engine analyzes traffic patterns in real-time, identifies four types of privacy leakage events.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1393" y="2720698"/>
            <a:ext cx="1824709" cy="891898"/>
          </a:xfrm>
          <a:custGeom>
            <a:avLst/>
            <a:gdLst/>
            <a:ahLst/>
            <a:cxnLst/>
            <a:rect l="l" t="t" r="r" b="b"/>
            <a:pathLst>
              <a:path w="1824709" h="891898">
                <a:moveTo>
                  <a:pt x="98189" y="0"/>
                </a:moveTo>
                <a:lnTo>
                  <a:pt x="1726520" y="0"/>
                </a:lnTo>
                <a:cubicBezTo>
                  <a:pt x="1780748" y="0"/>
                  <a:pt x="1824709" y="43961"/>
                  <a:pt x="1824709" y="98189"/>
                </a:cubicBezTo>
                <a:lnTo>
                  <a:pt x="1824709" y="793709"/>
                </a:lnTo>
                <a:cubicBezTo>
                  <a:pt x="1824709" y="847937"/>
                  <a:pt x="1780748" y="891898"/>
                  <a:pt x="1726520" y="891898"/>
                </a:cubicBezTo>
                <a:lnTo>
                  <a:pt x="98189" y="891898"/>
                </a:lnTo>
                <a:cubicBezTo>
                  <a:pt x="43961" y="891898"/>
                  <a:pt x="0" y="847937"/>
                  <a:pt x="0" y="793709"/>
                </a:cubicBezTo>
                <a:lnTo>
                  <a:pt x="0" y="98189"/>
                </a:lnTo>
                <a:cubicBezTo>
                  <a:pt x="0" y="43997"/>
                  <a:pt x="43997" y="0"/>
                  <a:pt x="98189" y="0"/>
                </a:cubicBezTo>
                <a:close/>
              </a:path>
            </a:pathLst>
          </a:custGeom>
          <a:gradFill flip="none" rotWithShape="1">
            <a:gsLst>
              <a:gs pos="0">
                <a:srgbClr val="104E64">
                  <a:alpha val="40000"/>
                </a:srgbClr>
              </a:gs>
              <a:gs pos="100000">
                <a:srgbClr val="1C398E">
                  <a:alpha val="40000"/>
                </a:srgbClr>
              </a:gs>
            </a:gsLst>
            <a:lin ang="2700000" scaled="1"/>
          </a:gradFill>
          <a:ln w="12700">
            <a:solidFill>
              <a:srgbClr val="00B8DB">
                <a:alpha val="30196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2762" y="2855710"/>
            <a:ext cx="1701970" cy="327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319" b="1" dirty="0">
                <a:solidFill>
                  <a:srgbClr val="00D3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3675" y="3248472"/>
            <a:ext cx="1620145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Rules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259407" y="2720698"/>
            <a:ext cx="1824709" cy="891898"/>
          </a:xfrm>
          <a:custGeom>
            <a:avLst/>
            <a:gdLst/>
            <a:ahLst/>
            <a:cxnLst/>
            <a:rect l="l" t="t" r="r" b="b"/>
            <a:pathLst>
              <a:path w="1824709" h="891898">
                <a:moveTo>
                  <a:pt x="98189" y="0"/>
                </a:moveTo>
                <a:lnTo>
                  <a:pt x="1726520" y="0"/>
                </a:lnTo>
                <a:cubicBezTo>
                  <a:pt x="1780748" y="0"/>
                  <a:pt x="1824709" y="43961"/>
                  <a:pt x="1824709" y="98189"/>
                </a:cubicBezTo>
                <a:lnTo>
                  <a:pt x="1824709" y="793709"/>
                </a:lnTo>
                <a:cubicBezTo>
                  <a:pt x="1824709" y="847937"/>
                  <a:pt x="1780748" y="891898"/>
                  <a:pt x="1726520" y="891898"/>
                </a:cubicBezTo>
                <a:lnTo>
                  <a:pt x="98189" y="891898"/>
                </a:lnTo>
                <a:cubicBezTo>
                  <a:pt x="43961" y="891898"/>
                  <a:pt x="0" y="847937"/>
                  <a:pt x="0" y="793709"/>
                </a:cubicBezTo>
                <a:lnTo>
                  <a:pt x="0" y="98189"/>
                </a:lnTo>
                <a:cubicBezTo>
                  <a:pt x="0" y="43997"/>
                  <a:pt x="43997" y="0"/>
                  <a:pt x="98189" y="0"/>
                </a:cubicBezTo>
                <a:close/>
              </a:path>
            </a:pathLst>
          </a:custGeom>
          <a:gradFill flip="none" rotWithShape="1">
            <a:gsLst>
              <a:gs pos="0">
                <a:srgbClr val="59168B">
                  <a:alpha val="40000"/>
                </a:srgbClr>
              </a:gs>
              <a:gs pos="100000">
                <a:srgbClr val="861043">
                  <a:alpha val="40000"/>
                </a:srgbClr>
              </a:gs>
            </a:gsLst>
            <a:lin ang="2700000" scaled="1"/>
          </a:gradFill>
          <a:ln w="12700">
            <a:solidFill>
              <a:srgbClr val="AD46FF">
                <a:alpha val="30196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20776" y="2855710"/>
            <a:ext cx="1701970" cy="327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319" b="1" dirty="0">
                <a:solidFill>
                  <a:srgbClr val="C27A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361689" y="3248472"/>
            <a:ext cx="1620145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Categories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187420" y="2720698"/>
            <a:ext cx="1824709" cy="891898"/>
          </a:xfrm>
          <a:custGeom>
            <a:avLst/>
            <a:gdLst/>
            <a:ahLst/>
            <a:cxnLst/>
            <a:rect l="l" t="t" r="r" b="b"/>
            <a:pathLst>
              <a:path w="1824709" h="891898">
                <a:moveTo>
                  <a:pt x="98189" y="0"/>
                </a:moveTo>
                <a:lnTo>
                  <a:pt x="1726520" y="0"/>
                </a:lnTo>
                <a:cubicBezTo>
                  <a:pt x="1780748" y="0"/>
                  <a:pt x="1824709" y="43961"/>
                  <a:pt x="1824709" y="98189"/>
                </a:cubicBezTo>
                <a:lnTo>
                  <a:pt x="1824709" y="793709"/>
                </a:lnTo>
                <a:cubicBezTo>
                  <a:pt x="1824709" y="847937"/>
                  <a:pt x="1780748" y="891898"/>
                  <a:pt x="1726520" y="891898"/>
                </a:cubicBezTo>
                <a:lnTo>
                  <a:pt x="98189" y="891898"/>
                </a:lnTo>
                <a:cubicBezTo>
                  <a:pt x="43961" y="891898"/>
                  <a:pt x="0" y="847937"/>
                  <a:pt x="0" y="793709"/>
                </a:cubicBezTo>
                <a:lnTo>
                  <a:pt x="0" y="98189"/>
                </a:lnTo>
                <a:cubicBezTo>
                  <a:pt x="0" y="43997"/>
                  <a:pt x="43997" y="0"/>
                  <a:pt x="98189" y="0"/>
                </a:cubicBezTo>
                <a:close/>
              </a:path>
            </a:pathLst>
          </a:custGeom>
          <a:gradFill flip="none" rotWithShape="1">
            <a:gsLst>
              <a:gs pos="0">
                <a:srgbClr val="0D542B">
                  <a:alpha val="40000"/>
                </a:srgbClr>
              </a:gs>
              <a:gs pos="100000">
                <a:srgbClr val="004F3B">
                  <a:alpha val="40000"/>
                </a:srgbClr>
              </a:gs>
            </a:gsLst>
            <a:lin ang="2700000" scaled="1"/>
          </a:gradFill>
          <a:ln w="12700">
            <a:solidFill>
              <a:srgbClr val="00C950">
                <a:alpha val="30196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48789" y="2855710"/>
            <a:ext cx="1701970" cy="327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319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89702" y="3248472"/>
            <a:ext cx="1620145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Priorities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31393" y="3751699"/>
            <a:ext cx="5678690" cy="2904805"/>
          </a:xfrm>
          <a:custGeom>
            <a:avLst/>
            <a:gdLst/>
            <a:ahLst/>
            <a:cxnLst/>
            <a:rect l="l" t="t" r="r" b="b"/>
            <a:pathLst>
              <a:path w="5678690" h="2904805">
                <a:moveTo>
                  <a:pt x="130920" y="0"/>
                </a:moveTo>
                <a:lnTo>
                  <a:pt x="5547770" y="0"/>
                </a:lnTo>
                <a:cubicBezTo>
                  <a:pt x="5620075" y="0"/>
                  <a:pt x="5678690" y="58615"/>
                  <a:pt x="5678690" y="130920"/>
                </a:cubicBezTo>
                <a:lnTo>
                  <a:pt x="5678690" y="2773886"/>
                </a:lnTo>
                <a:cubicBezTo>
                  <a:pt x="5678690" y="2846191"/>
                  <a:pt x="5620075" y="2904805"/>
                  <a:pt x="5547770" y="2904805"/>
                </a:cubicBezTo>
                <a:lnTo>
                  <a:pt x="130920" y="2904805"/>
                </a:lnTo>
                <a:cubicBezTo>
                  <a:pt x="58615" y="2904805"/>
                  <a:pt x="0" y="2846191"/>
                  <a:pt x="0" y="2773886"/>
                </a:cubicBezTo>
                <a:lnTo>
                  <a:pt x="0" y="130920"/>
                </a:lnTo>
                <a:cubicBezTo>
                  <a:pt x="0" y="58663"/>
                  <a:pt x="58663" y="0"/>
                  <a:pt x="130920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9136" y="3919442"/>
            <a:ext cx="392762" cy="392762"/>
          </a:xfrm>
          <a:custGeom>
            <a:avLst/>
            <a:gdLst/>
            <a:ahLst/>
            <a:cxnLst/>
            <a:rect l="l" t="t" r="r" b="b"/>
            <a:pathLst>
              <a:path w="392762" h="392762">
                <a:moveTo>
                  <a:pt x="98191" y="0"/>
                </a:moveTo>
                <a:lnTo>
                  <a:pt x="294572" y="0"/>
                </a:lnTo>
                <a:cubicBezTo>
                  <a:pt x="348765" y="0"/>
                  <a:pt x="392762" y="43998"/>
                  <a:pt x="392762" y="98191"/>
                </a:cubicBezTo>
                <a:lnTo>
                  <a:pt x="392762" y="294572"/>
                </a:lnTo>
                <a:cubicBezTo>
                  <a:pt x="392762" y="348801"/>
                  <a:pt x="348801" y="392762"/>
                  <a:pt x="294572" y="392762"/>
                </a:cubicBezTo>
                <a:lnTo>
                  <a:pt x="98191" y="392762"/>
                </a:lnTo>
                <a:cubicBezTo>
                  <a:pt x="43961" y="392762"/>
                  <a:pt x="0" y="348801"/>
                  <a:pt x="0" y="294572"/>
                </a:cubicBezTo>
                <a:lnTo>
                  <a:pt x="0" y="98191"/>
                </a:lnTo>
                <a:cubicBezTo>
                  <a:pt x="0" y="43998"/>
                  <a:pt x="43998" y="0"/>
                  <a:pt x="98191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E7000B"/>
              </a:gs>
            </a:gsLst>
            <a:lin ang="2700000" scaled="1"/>
          </a:gradFill>
          <a:ln/>
        </p:spPr>
      </p:sp>
      <p:sp>
        <p:nvSpPr>
          <p:cNvPr id="21" name="Shape 19"/>
          <p:cNvSpPr/>
          <p:nvPr/>
        </p:nvSpPr>
        <p:spPr>
          <a:xfrm>
            <a:off x="613691" y="4033997"/>
            <a:ext cx="163651" cy="163651"/>
          </a:xfrm>
          <a:custGeom>
            <a:avLst/>
            <a:gdLst/>
            <a:ahLst/>
            <a:cxnLst/>
            <a:rect l="l" t="t" r="r" b="b"/>
            <a:pathLst>
              <a:path w="163651" h="163651">
                <a:moveTo>
                  <a:pt x="74314" y="1662"/>
                </a:moveTo>
                <a:cubicBezTo>
                  <a:pt x="79077" y="-543"/>
                  <a:pt x="84574" y="-543"/>
                  <a:pt x="89337" y="1662"/>
                </a:cubicBezTo>
                <a:lnTo>
                  <a:pt x="159208" y="33945"/>
                </a:lnTo>
                <a:cubicBezTo>
                  <a:pt x="161925" y="35191"/>
                  <a:pt x="163651" y="37908"/>
                  <a:pt x="163651" y="40913"/>
                </a:cubicBezTo>
                <a:cubicBezTo>
                  <a:pt x="163651" y="43917"/>
                  <a:pt x="161925" y="46634"/>
                  <a:pt x="159208" y="47881"/>
                </a:cubicBezTo>
                <a:lnTo>
                  <a:pt x="89337" y="80163"/>
                </a:lnTo>
                <a:cubicBezTo>
                  <a:pt x="84574" y="82369"/>
                  <a:pt x="79077" y="82369"/>
                  <a:pt x="74314" y="80163"/>
                </a:cubicBezTo>
                <a:lnTo>
                  <a:pt x="4443" y="47881"/>
                </a:lnTo>
                <a:cubicBezTo>
                  <a:pt x="1726" y="46602"/>
                  <a:pt x="0" y="43885"/>
                  <a:pt x="0" y="40913"/>
                </a:cubicBezTo>
                <a:cubicBezTo>
                  <a:pt x="0" y="37940"/>
                  <a:pt x="1726" y="35191"/>
                  <a:pt x="4443" y="33945"/>
                </a:cubicBezTo>
                <a:lnTo>
                  <a:pt x="74314" y="1662"/>
                </a:lnTo>
                <a:close/>
                <a:moveTo>
                  <a:pt x="15374" y="69807"/>
                </a:moveTo>
                <a:lnTo>
                  <a:pt x="67890" y="94067"/>
                </a:lnTo>
                <a:cubicBezTo>
                  <a:pt x="76743" y="98159"/>
                  <a:pt x="86940" y="98159"/>
                  <a:pt x="95793" y="94067"/>
                </a:cubicBezTo>
                <a:lnTo>
                  <a:pt x="148309" y="69807"/>
                </a:lnTo>
                <a:lnTo>
                  <a:pt x="159208" y="74858"/>
                </a:lnTo>
                <a:cubicBezTo>
                  <a:pt x="161925" y="76104"/>
                  <a:pt x="163651" y="78821"/>
                  <a:pt x="163651" y="81826"/>
                </a:cubicBezTo>
                <a:cubicBezTo>
                  <a:pt x="163651" y="84830"/>
                  <a:pt x="161925" y="87547"/>
                  <a:pt x="159208" y="88793"/>
                </a:cubicBezTo>
                <a:lnTo>
                  <a:pt x="89337" y="121076"/>
                </a:lnTo>
                <a:cubicBezTo>
                  <a:pt x="84574" y="123282"/>
                  <a:pt x="79077" y="123282"/>
                  <a:pt x="74314" y="121076"/>
                </a:cubicBezTo>
                <a:lnTo>
                  <a:pt x="4443" y="88793"/>
                </a:lnTo>
                <a:cubicBezTo>
                  <a:pt x="1726" y="87515"/>
                  <a:pt x="0" y="84798"/>
                  <a:pt x="0" y="81826"/>
                </a:cubicBezTo>
                <a:cubicBezTo>
                  <a:pt x="0" y="78853"/>
                  <a:pt x="1726" y="76104"/>
                  <a:pt x="4443" y="74858"/>
                </a:cubicBezTo>
                <a:lnTo>
                  <a:pt x="15342" y="69807"/>
                </a:lnTo>
                <a:close/>
                <a:moveTo>
                  <a:pt x="4443" y="115770"/>
                </a:moveTo>
                <a:lnTo>
                  <a:pt x="15342" y="110720"/>
                </a:lnTo>
                <a:lnTo>
                  <a:pt x="67858" y="134980"/>
                </a:lnTo>
                <a:cubicBezTo>
                  <a:pt x="76711" y="139071"/>
                  <a:pt x="86908" y="139071"/>
                  <a:pt x="95761" y="134980"/>
                </a:cubicBezTo>
                <a:lnTo>
                  <a:pt x="148277" y="110720"/>
                </a:lnTo>
                <a:lnTo>
                  <a:pt x="159176" y="115770"/>
                </a:lnTo>
                <a:cubicBezTo>
                  <a:pt x="161893" y="117017"/>
                  <a:pt x="163619" y="119734"/>
                  <a:pt x="163619" y="122738"/>
                </a:cubicBezTo>
                <a:cubicBezTo>
                  <a:pt x="163619" y="125743"/>
                  <a:pt x="161893" y="128460"/>
                  <a:pt x="159176" y="129706"/>
                </a:cubicBezTo>
                <a:lnTo>
                  <a:pt x="89305" y="161989"/>
                </a:lnTo>
                <a:cubicBezTo>
                  <a:pt x="84542" y="164194"/>
                  <a:pt x="79045" y="164194"/>
                  <a:pt x="74282" y="161989"/>
                </a:cubicBezTo>
                <a:lnTo>
                  <a:pt x="4443" y="129706"/>
                </a:lnTo>
                <a:cubicBezTo>
                  <a:pt x="1726" y="128428"/>
                  <a:pt x="0" y="125711"/>
                  <a:pt x="0" y="122738"/>
                </a:cubicBezTo>
                <a:cubicBezTo>
                  <a:pt x="0" y="119766"/>
                  <a:pt x="1726" y="117017"/>
                  <a:pt x="4443" y="11577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990089" y="3988993"/>
            <a:ext cx="1546502" cy="25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 Categories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15501" y="4443125"/>
            <a:ext cx="2602051" cy="589144"/>
          </a:xfrm>
          <a:custGeom>
            <a:avLst/>
            <a:gdLst/>
            <a:ahLst/>
            <a:cxnLst/>
            <a:rect l="l" t="t" r="r" b="b"/>
            <a:pathLst>
              <a:path w="2602051" h="589144">
                <a:moveTo>
                  <a:pt x="32730" y="0"/>
                </a:moveTo>
                <a:lnTo>
                  <a:pt x="2536591" y="0"/>
                </a:lnTo>
                <a:cubicBezTo>
                  <a:pt x="2572744" y="0"/>
                  <a:pt x="2602051" y="29307"/>
                  <a:pt x="2602051" y="65460"/>
                </a:cubicBezTo>
                <a:lnTo>
                  <a:pt x="2602051" y="523684"/>
                </a:lnTo>
                <a:cubicBezTo>
                  <a:pt x="2602051" y="559836"/>
                  <a:pt x="2572744" y="589144"/>
                  <a:pt x="2536591" y="589144"/>
                </a:cubicBezTo>
                <a:lnTo>
                  <a:pt x="32730" y="589144"/>
                </a:lnTo>
                <a:cubicBezTo>
                  <a:pt x="14654" y="589144"/>
                  <a:pt x="0" y="574490"/>
                  <a:pt x="0" y="55641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15501" y="4443125"/>
            <a:ext cx="32730" cy="589144"/>
          </a:xfrm>
          <a:custGeom>
            <a:avLst/>
            <a:gdLst/>
            <a:ahLst/>
            <a:cxnLst/>
            <a:rect l="l" t="t" r="r" b="b"/>
            <a:pathLst>
              <a:path w="32730" h="589144">
                <a:moveTo>
                  <a:pt x="32730" y="0"/>
                </a:moveTo>
                <a:lnTo>
                  <a:pt x="32730" y="0"/>
                </a:lnTo>
                <a:lnTo>
                  <a:pt x="32730" y="589144"/>
                </a:lnTo>
                <a:lnTo>
                  <a:pt x="32730" y="589144"/>
                </a:lnTo>
                <a:cubicBezTo>
                  <a:pt x="14654" y="589144"/>
                  <a:pt x="0" y="574490"/>
                  <a:pt x="0" y="55641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00D3F2"/>
          </a:solidFill>
          <a:ln/>
        </p:spPr>
      </p:sp>
      <p:sp>
        <p:nvSpPr>
          <p:cNvPr id="25" name="Shape 23"/>
          <p:cNvSpPr/>
          <p:nvPr/>
        </p:nvSpPr>
        <p:spPr>
          <a:xfrm>
            <a:off x="638239" y="4574046"/>
            <a:ext cx="147286" cy="130921"/>
          </a:xfrm>
          <a:custGeom>
            <a:avLst/>
            <a:gdLst/>
            <a:ahLst/>
            <a:cxnLst/>
            <a:rect l="l" t="t" r="r" b="b"/>
            <a:pathLst>
              <a:path w="147286" h="130921">
                <a:moveTo>
                  <a:pt x="0" y="24548"/>
                </a:moveTo>
                <a:cubicBezTo>
                  <a:pt x="0" y="15521"/>
                  <a:pt x="7339" y="8183"/>
                  <a:pt x="16365" y="8183"/>
                </a:cubicBezTo>
                <a:lnTo>
                  <a:pt x="130921" y="8183"/>
                </a:lnTo>
                <a:cubicBezTo>
                  <a:pt x="139947" y="8183"/>
                  <a:pt x="147286" y="15521"/>
                  <a:pt x="147286" y="24548"/>
                </a:cubicBezTo>
                <a:lnTo>
                  <a:pt x="0" y="24548"/>
                </a:lnTo>
                <a:close/>
                <a:moveTo>
                  <a:pt x="0" y="36821"/>
                </a:moveTo>
                <a:lnTo>
                  <a:pt x="147286" y="36821"/>
                </a:lnTo>
                <a:lnTo>
                  <a:pt x="147286" y="106373"/>
                </a:lnTo>
                <a:cubicBezTo>
                  <a:pt x="147286" y="115400"/>
                  <a:pt x="139947" y="122738"/>
                  <a:pt x="130921" y="122738"/>
                </a:cubicBezTo>
                <a:lnTo>
                  <a:pt x="16365" y="122738"/>
                </a:lnTo>
                <a:cubicBezTo>
                  <a:pt x="7339" y="122738"/>
                  <a:pt x="0" y="115400"/>
                  <a:pt x="0" y="106373"/>
                </a:cubicBezTo>
                <a:lnTo>
                  <a:pt x="0" y="36821"/>
                </a:lnTo>
                <a:close/>
                <a:moveTo>
                  <a:pt x="63236" y="106373"/>
                </a:moveTo>
                <a:cubicBezTo>
                  <a:pt x="68401" y="106373"/>
                  <a:pt x="72262" y="101412"/>
                  <a:pt x="68964" y="97423"/>
                </a:cubicBezTo>
                <a:cubicBezTo>
                  <a:pt x="65205" y="92898"/>
                  <a:pt x="59528" y="90008"/>
                  <a:pt x="53187" y="90008"/>
                </a:cubicBezTo>
                <a:lnTo>
                  <a:pt x="36821" y="90008"/>
                </a:lnTo>
                <a:cubicBezTo>
                  <a:pt x="30480" y="90008"/>
                  <a:pt x="24803" y="92898"/>
                  <a:pt x="21044" y="97423"/>
                </a:cubicBezTo>
                <a:cubicBezTo>
                  <a:pt x="17746" y="101412"/>
                  <a:pt x="21607" y="106373"/>
                  <a:pt x="26772" y="106373"/>
                </a:cubicBezTo>
                <a:lnTo>
                  <a:pt x="63210" y="106373"/>
                </a:lnTo>
                <a:close/>
                <a:moveTo>
                  <a:pt x="45004" y="79780"/>
                </a:moveTo>
                <a:cubicBezTo>
                  <a:pt x="52907" y="79780"/>
                  <a:pt x="59323" y="73364"/>
                  <a:pt x="59323" y="65460"/>
                </a:cubicBezTo>
                <a:cubicBezTo>
                  <a:pt x="59323" y="57557"/>
                  <a:pt x="52907" y="51141"/>
                  <a:pt x="45004" y="51141"/>
                </a:cubicBezTo>
                <a:cubicBezTo>
                  <a:pt x="37101" y="51141"/>
                  <a:pt x="30685" y="57557"/>
                  <a:pt x="30685" y="65460"/>
                </a:cubicBezTo>
                <a:cubicBezTo>
                  <a:pt x="30685" y="73364"/>
                  <a:pt x="37101" y="79780"/>
                  <a:pt x="45004" y="79780"/>
                </a:cubicBezTo>
                <a:close/>
                <a:moveTo>
                  <a:pt x="92054" y="53187"/>
                </a:moveTo>
                <a:cubicBezTo>
                  <a:pt x="88653" y="53187"/>
                  <a:pt x="85917" y="55923"/>
                  <a:pt x="85917" y="59323"/>
                </a:cubicBezTo>
                <a:cubicBezTo>
                  <a:pt x="85917" y="62724"/>
                  <a:pt x="88653" y="65460"/>
                  <a:pt x="92054" y="65460"/>
                </a:cubicBezTo>
                <a:lnTo>
                  <a:pt x="120693" y="65460"/>
                </a:lnTo>
                <a:cubicBezTo>
                  <a:pt x="124093" y="65460"/>
                  <a:pt x="126830" y="62724"/>
                  <a:pt x="126830" y="59323"/>
                </a:cubicBezTo>
                <a:cubicBezTo>
                  <a:pt x="126830" y="55923"/>
                  <a:pt x="124093" y="53187"/>
                  <a:pt x="120693" y="53187"/>
                </a:cubicBezTo>
                <a:lnTo>
                  <a:pt x="92054" y="53187"/>
                </a:lnTo>
                <a:close/>
                <a:moveTo>
                  <a:pt x="92054" y="77734"/>
                </a:moveTo>
                <a:cubicBezTo>
                  <a:pt x="88653" y="77734"/>
                  <a:pt x="85917" y="80470"/>
                  <a:pt x="85917" y="83871"/>
                </a:cubicBezTo>
                <a:cubicBezTo>
                  <a:pt x="85917" y="87272"/>
                  <a:pt x="88653" y="90008"/>
                  <a:pt x="92054" y="90008"/>
                </a:cubicBezTo>
                <a:lnTo>
                  <a:pt x="120693" y="90008"/>
                </a:lnTo>
                <a:cubicBezTo>
                  <a:pt x="124093" y="90008"/>
                  <a:pt x="126830" y="87272"/>
                  <a:pt x="126830" y="83871"/>
                </a:cubicBezTo>
                <a:cubicBezTo>
                  <a:pt x="126830" y="80470"/>
                  <a:pt x="124093" y="77734"/>
                  <a:pt x="120693" y="77734"/>
                </a:cubicBezTo>
                <a:lnTo>
                  <a:pt x="92054" y="77734"/>
                </a:lnTo>
                <a:close/>
              </a:path>
            </a:pathLst>
          </a:custGeom>
          <a:solidFill>
            <a:srgbClr val="00D3F2"/>
          </a:solidFill>
          <a:ln/>
        </p:spPr>
      </p:sp>
      <p:sp>
        <p:nvSpPr>
          <p:cNvPr id="26" name="Text 24"/>
          <p:cNvSpPr/>
          <p:nvPr/>
        </p:nvSpPr>
        <p:spPr>
          <a:xfrm>
            <a:off x="859168" y="4541315"/>
            <a:ext cx="662787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IDENTITY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0056" y="4770427"/>
            <a:ext cx="2446583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Address, account information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35687" y="4443125"/>
            <a:ext cx="2602051" cy="589144"/>
          </a:xfrm>
          <a:custGeom>
            <a:avLst/>
            <a:gdLst/>
            <a:ahLst/>
            <a:cxnLst/>
            <a:rect l="l" t="t" r="r" b="b"/>
            <a:pathLst>
              <a:path w="2602051" h="589144">
                <a:moveTo>
                  <a:pt x="32730" y="0"/>
                </a:moveTo>
                <a:lnTo>
                  <a:pt x="2536591" y="0"/>
                </a:lnTo>
                <a:cubicBezTo>
                  <a:pt x="2572744" y="0"/>
                  <a:pt x="2602051" y="29307"/>
                  <a:pt x="2602051" y="65460"/>
                </a:cubicBezTo>
                <a:lnTo>
                  <a:pt x="2602051" y="523684"/>
                </a:lnTo>
                <a:cubicBezTo>
                  <a:pt x="2602051" y="559836"/>
                  <a:pt x="2572744" y="589144"/>
                  <a:pt x="2536591" y="589144"/>
                </a:cubicBezTo>
                <a:lnTo>
                  <a:pt x="32730" y="589144"/>
                </a:lnTo>
                <a:cubicBezTo>
                  <a:pt x="14654" y="589144"/>
                  <a:pt x="0" y="574490"/>
                  <a:pt x="0" y="55641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235687" y="4443125"/>
            <a:ext cx="32730" cy="589144"/>
          </a:xfrm>
          <a:custGeom>
            <a:avLst/>
            <a:gdLst/>
            <a:ahLst/>
            <a:cxnLst/>
            <a:rect l="l" t="t" r="r" b="b"/>
            <a:pathLst>
              <a:path w="32730" h="589144">
                <a:moveTo>
                  <a:pt x="32730" y="0"/>
                </a:moveTo>
                <a:lnTo>
                  <a:pt x="32730" y="0"/>
                </a:lnTo>
                <a:lnTo>
                  <a:pt x="32730" y="589144"/>
                </a:lnTo>
                <a:lnTo>
                  <a:pt x="32730" y="589144"/>
                </a:lnTo>
                <a:cubicBezTo>
                  <a:pt x="14654" y="589144"/>
                  <a:pt x="0" y="574490"/>
                  <a:pt x="0" y="55641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C27AFF"/>
          </a:solidFill>
          <a:ln/>
        </p:spPr>
      </p:sp>
      <p:sp>
        <p:nvSpPr>
          <p:cNvPr id="30" name="Shape 28"/>
          <p:cNvSpPr/>
          <p:nvPr/>
        </p:nvSpPr>
        <p:spPr>
          <a:xfrm>
            <a:off x="3366608" y="4574046"/>
            <a:ext cx="130921" cy="130921"/>
          </a:xfrm>
          <a:custGeom>
            <a:avLst/>
            <a:gdLst/>
            <a:ahLst/>
            <a:cxnLst/>
            <a:rect l="l" t="t" r="r" b="b"/>
            <a:pathLst>
              <a:path w="130921" h="130921">
                <a:moveTo>
                  <a:pt x="32730" y="24548"/>
                </a:moveTo>
                <a:lnTo>
                  <a:pt x="32730" y="20456"/>
                </a:lnTo>
                <a:cubicBezTo>
                  <a:pt x="32730" y="9154"/>
                  <a:pt x="54721" y="0"/>
                  <a:pt x="81826" y="0"/>
                </a:cubicBezTo>
                <a:cubicBezTo>
                  <a:pt x="108930" y="0"/>
                  <a:pt x="130921" y="9154"/>
                  <a:pt x="130921" y="20456"/>
                </a:cubicBezTo>
                <a:lnTo>
                  <a:pt x="130921" y="24548"/>
                </a:lnTo>
                <a:cubicBezTo>
                  <a:pt x="130921" y="32372"/>
                  <a:pt x="120360" y="39174"/>
                  <a:pt x="104839" y="42626"/>
                </a:cubicBezTo>
                <a:cubicBezTo>
                  <a:pt x="104225" y="41910"/>
                  <a:pt x="103586" y="41220"/>
                  <a:pt x="102947" y="40580"/>
                </a:cubicBezTo>
                <a:cubicBezTo>
                  <a:pt x="98983" y="36668"/>
                  <a:pt x="93869" y="33702"/>
                  <a:pt x="88525" y="31503"/>
                </a:cubicBezTo>
                <a:cubicBezTo>
                  <a:pt x="77811" y="27028"/>
                  <a:pt x="63849" y="24573"/>
                  <a:pt x="49095" y="24573"/>
                </a:cubicBezTo>
                <a:cubicBezTo>
                  <a:pt x="43495" y="24573"/>
                  <a:pt x="38023" y="24931"/>
                  <a:pt x="32781" y="25622"/>
                </a:cubicBezTo>
                <a:cubicBezTo>
                  <a:pt x="32730" y="25289"/>
                  <a:pt x="32730" y="24931"/>
                  <a:pt x="32730" y="24573"/>
                </a:cubicBezTo>
                <a:close/>
                <a:moveTo>
                  <a:pt x="110464" y="90264"/>
                </a:moveTo>
                <a:lnTo>
                  <a:pt x="110464" y="78450"/>
                </a:lnTo>
                <a:cubicBezTo>
                  <a:pt x="114326" y="77453"/>
                  <a:pt x="117957" y="76277"/>
                  <a:pt x="121255" y="74896"/>
                </a:cubicBezTo>
                <a:cubicBezTo>
                  <a:pt x="124630" y="73490"/>
                  <a:pt x="127929" y="71776"/>
                  <a:pt x="130921" y="69705"/>
                </a:cubicBezTo>
                <a:lnTo>
                  <a:pt x="130921" y="73643"/>
                </a:lnTo>
                <a:cubicBezTo>
                  <a:pt x="130921" y="80496"/>
                  <a:pt x="122866" y="86556"/>
                  <a:pt x="110464" y="90264"/>
                </a:cubicBezTo>
                <a:close/>
                <a:moveTo>
                  <a:pt x="110464" y="65716"/>
                </a:moveTo>
                <a:lnTo>
                  <a:pt x="110464" y="57278"/>
                </a:lnTo>
                <a:cubicBezTo>
                  <a:pt x="110464" y="56127"/>
                  <a:pt x="110362" y="55028"/>
                  <a:pt x="110209" y="53954"/>
                </a:cubicBezTo>
                <a:cubicBezTo>
                  <a:pt x="114172" y="52956"/>
                  <a:pt x="117880" y="51755"/>
                  <a:pt x="121255" y="50323"/>
                </a:cubicBezTo>
                <a:cubicBezTo>
                  <a:pt x="124630" y="48891"/>
                  <a:pt x="127929" y="47203"/>
                  <a:pt x="130921" y="45132"/>
                </a:cubicBezTo>
                <a:lnTo>
                  <a:pt x="130921" y="49070"/>
                </a:lnTo>
                <a:cubicBezTo>
                  <a:pt x="130921" y="55923"/>
                  <a:pt x="122866" y="61983"/>
                  <a:pt x="110464" y="65691"/>
                </a:cubicBezTo>
                <a:close/>
                <a:moveTo>
                  <a:pt x="0" y="61369"/>
                </a:moveTo>
                <a:lnTo>
                  <a:pt x="0" y="57278"/>
                </a:lnTo>
                <a:cubicBezTo>
                  <a:pt x="0" y="45976"/>
                  <a:pt x="21991" y="36821"/>
                  <a:pt x="49095" y="36821"/>
                </a:cubicBezTo>
                <a:cubicBezTo>
                  <a:pt x="76200" y="36821"/>
                  <a:pt x="98191" y="45976"/>
                  <a:pt x="98191" y="57278"/>
                </a:cubicBezTo>
                <a:lnTo>
                  <a:pt x="98191" y="61369"/>
                </a:lnTo>
                <a:cubicBezTo>
                  <a:pt x="98191" y="72671"/>
                  <a:pt x="76200" y="81826"/>
                  <a:pt x="49095" y="81826"/>
                </a:cubicBezTo>
                <a:cubicBezTo>
                  <a:pt x="21991" y="81826"/>
                  <a:pt x="0" y="72671"/>
                  <a:pt x="0" y="61369"/>
                </a:cubicBezTo>
                <a:close/>
                <a:moveTo>
                  <a:pt x="98191" y="85917"/>
                </a:moveTo>
                <a:cubicBezTo>
                  <a:pt x="98191" y="97219"/>
                  <a:pt x="76200" y="106373"/>
                  <a:pt x="49095" y="106373"/>
                </a:cubicBezTo>
                <a:cubicBezTo>
                  <a:pt x="21991" y="106373"/>
                  <a:pt x="0" y="97219"/>
                  <a:pt x="0" y="85917"/>
                </a:cubicBezTo>
                <a:lnTo>
                  <a:pt x="0" y="81979"/>
                </a:lnTo>
                <a:cubicBezTo>
                  <a:pt x="2966" y="84050"/>
                  <a:pt x="6265" y="85738"/>
                  <a:pt x="9666" y="87170"/>
                </a:cubicBezTo>
                <a:cubicBezTo>
                  <a:pt x="20380" y="91645"/>
                  <a:pt x="34341" y="94099"/>
                  <a:pt x="49095" y="94099"/>
                </a:cubicBezTo>
                <a:cubicBezTo>
                  <a:pt x="63849" y="94099"/>
                  <a:pt x="77811" y="91619"/>
                  <a:pt x="88525" y="87170"/>
                </a:cubicBezTo>
                <a:cubicBezTo>
                  <a:pt x="91900" y="85763"/>
                  <a:pt x="95199" y="84050"/>
                  <a:pt x="98191" y="81979"/>
                </a:cubicBezTo>
                <a:lnTo>
                  <a:pt x="98191" y="85917"/>
                </a:lnTo>
                <a:close/>
                <a:moveTo>
                  <a:pt x="98191" y="106527"/>
                </a:moveTo>
                <a:lnTo>
                  <a:pt x="98191" y="110464"/>
                </a:lnTo>
                <a:cubicBezTo>
                  <a:pt x="98191" y="121767"/>
                  <a:pt x="76200" y="130921"/>
                  <a:pt x="49095" y="130921"/>
                </a:cubicBezTo>
                <a:cubicBezTo>
                  <a:pt x="21991" y="130921"/>
                  <a:pt x="0" y="121767"/>
                  <a:pt x="0" y="110464"/>
                </a:cubicBezTo>
                <a:lnTo>
                  <a:pt x="0" y="106527"/>
                </a:lnTo>
                <a:cubicBezTo>
                  <a:pt x="2966" y="108598"/>
                  <a:pt x="6265" y="110285"/>
                  <a:pt x="9666" y="111717"/>
                </a:cubicBezTo>
                <a:cubicBezTo>
                  <a:pt x="20380" y="116192"/>
                  <a:pt x="34341" y="118647"/>
                  <a:pt x="49095" y="118647"/>
                </a:cubicBezTo>
                <a:cubicBezTo>
                  <a:pt x="63849" y="118647"/>
                  <a:pt x="77811" y="116167"/>
                  <a:pt x="88525" y="111717"/>
                </a:cubicBezTo>
                <a:cubicBezTo>
                  <a:pt x="91900" y="110311"/>
                  <a:pt x="95199" y="108598"/>
                  <a:pt x="98191" y="106527"/>
                </a:cubicBezTo>
                <a:close/>
              </a:path>
            </a:pathLst>
          </a:custGeom>
          <a:solidFill>
            <a:srgbClr val="C27AFF"/>
          </a:solidFill>
          <a:ln/>
        </p:spPr>
      </p:sp>
      <p:sp>
        <p:nvSpPr>
          <p:cNvPr id="31" name="Text 29"/>
          <p:cNvSpPr/>
          <p:nvPr/>
        </p:nvSpPr>
        <p:spPr>
          <a:xfrm>
            <a:off x="3579354" y="4541315"/>
            <a:ext cx="490953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ASSET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350243" y="4770427"/>
            <a:ext cx="2446583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Balance, transaction info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15501" y="5130459"/>
            <a:ext cx="2602051" cy="589144"/>
          </a:xfrm>
          <a:custGeom>
            <a:avLst/>
            <a:gdLst/>
            <a:ahLst/>
            <a:cxnLst/>
            <a:rect l="l" t="t" r="r" b="b"/>
            <a:pathLst>
              <a:path w="2602051" h="589144">
                <a:moveTo>
                  <a:pt x="32730" y="0"/>
                </a:moveTo>
                <a:lnTo>
                  <a:pt x="2536591" y="0"/>
                </a:lnTo>
                <a:cubicBezTo>
                  <a:pt x="2572744" y="0"/>
                  <a:pt x="2602051" y="29307"/>
                  <a:pt x="2602051" y="65460"/>
                </a:cubicBezTo>
                <a:lnTo>
                  <a:pt x="2602051" y="523684"/>
                </a:lnTo>
                <a:cubicBezTo>
                  <a:pt x="2602051" y="559836"/>
                  <a:pt x="2572744" y="589144"/>
                  <a:pt x="2536591" y="589144"/>
                </a:cubicBezTo>
                <a:lnTo>
                  <a:pt x="32730" y="589144"/>
                </a:lnTo>
                <a:cubicBezTo>
                  <a:pt x="14654" y="589144"/>
                  <a:pt x="0" y="574490"/>
                  <a:pt x="0" y="55641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15501" y="5130459"/>
            <a:ext cx="32730" cy="589144"/>
          </a:xfrm>
          <a:custGeom>
            <a:avLst/>
            <a:gdLst/>
            <a:ahLst/>
            <a:cxnLst/>
            <a:rect l="l" t="t" r="r" b="b"/>
            <a:pathLst>
              <a:path w="32730" h="589144">
                <a:moveTo>
                  <a:pt x="32730" y="0"/>
                </a:moveTo>
                <a:lnTo>
                  <a:pt x="32730" y="0"/>
                </a:lnTo>
                <a:lnTo>
                  <a:pt x="32730" y="589144"/>
                </a:lnTo>
                <a:lnTo>
                  <a:pt x="32730" y="589144"/>
                </a:lnTo>
                <a:cubicBezTo>
                  <a:pt x="14654" y="589144"/>
                  <a:pt x="0" y="574490"/>
                  <a:pt x="0" y="55641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35" name="Shape 33"/>
          <p:cNvSpPr/>
          <p:nvPr/>
        </p:nvSpPr>
        <p:spPr>
          <a:xfrm>
            <a:off x="638239" y="5261380"/>
            <a:ext cx="147286" cy="130921"/>
          </a:xfrm>
          <a:custGeom>
            <a:avLst/>
            <a:gdLst/>
            <a:ahLst/>
            <a:cxnLst/>
            <a:rect l="l" t="t" r="r" b="b"/>
            <a:pathLst>
              <a:path w="147286" h="130921">
                <a:moveTo>
                  <a:pt x="57278" y="2046"/>
                </a:moveTo>
                <a:cubicBezTo>
                  <a:pt x="74213" y="2046"/>
                  <a:pt x="87962" y="15795"/>
                  <a:pt x="87962" y="32730"/>
                </a:cubicBezTo>
                <a:cubicBezTo>
                  <a:pt x="87962" y="49665"/>
                  <a:pt x="74213" y="63415"/>
                  <a:pt x="57278" y="63415"/>
                </a:cubicBezTo>
                <a:cubicBezTo>
                  <a:pt x="40343" y="63415"/>
                  <a:pt x="26593" y="49665"/>
                  <a:pt x="26593" y="32730"/>
                </a:cubicBezTo>
                <a:cubicBezTo>
                  <a:pt x="26593" y="15795"/>
                  <a:pt x="40343" y="2046"/>
                  <a:pt x="57278" y="2046"/>
                </a:cubicBezTo>
                <a:close/>
                <a:moveTo>
                  <a:pt x="49683" y="77734"/>
                </a:moveTo>
                <a:lnTo>
                  <a:pt x="64872" y="77734"/>
                </a:lnTo>
                <a:cubicBezTo>
                  <a:pt x="65870" y="77734"/>
                  <a:pt x="66892" y="77760"/>
                  <a:pt x="67890" y="77837"/>
                </a:cubicBezTo>
                <a:cubicBezTo>
                  <a:pt x="63747" y="85047"/>
                  <a:pt x="61369" y="93383"/>
                  <a:pt x="61369" y="102282"/>
                </a:cubicBezTo>
                <a:cubicBezTo>
                  <a:pt x="61369" y="112970"/>
                  <a:pt x="64796" y="122866"/>
                  <a:pt x="70574" y="130921"/>
                </a:cubicBezTo>
                <a:lnTo>
                  <a:pt x="11686" y="130921"/>
                </a:lnTo>
                <a:cubicBezTo>
                  <a:pt x="7492" y="130921"/>
                  <a:pt x="4091" y="127520"/>
                  <a:pt x="4091" y="123326"/>
                </a:cubicBezTo>
                <a:cubicBezTo>
                  <a:pt x="4091" y="98139"/>
                  <a:pt x="24497" y="77734"/>
                  <a:pt x="49683" y="77734"/>
                </a:cubicBezTo>
                <a:close/>
                <a:moveTo>
                  <a:pt x="73643" y="102282"/>
                </a:moveTo>
                <a:cubicBezTo>
                  <a:pt x="73643" y="81960"/>
                  <a:pt x="90142" y="65460"/>
                  <a:pt x="110464" y="65460"/>
                </a:cubicBezTo>
                <a:cubicBezTo>
                  <a:pt x="130787" y="65460"/>
                  <a:pt x="147286" y="81960"/>
                  <a:pt x="147286" y="102282"/>
                </a:cubicBezTo>
                <a:cubicBezTo>
                  <a:pt x="147286" y="122604"/>
                  <a:pt x="130787" y="139103"/>
                  <a:pt x="110464" y="139103"/>
                </a:cubicBezTo>
                <a:cubicBezTo>
                  <a:pt x="90142" y="139103"/>
                  <a:pt x="73643" y="122604"/>
                  <a:pt x="73643" y="102282"/>
                </a:cubicBezTo>
                <a:close/>
                <a:moveTo>
                  <a:pt x="110464" y="81826"/>
                </a:moveTo>
                <a:cubicBezTo>
                  <a:pt x="108214" y="81826"/>
                  <a:pt x="106373" y="83667"/>
                  <a:pt x="106373" y="85917"/>
                </a:cubicBezTo>
                <a:lnTo>
                  <a:pt x="106373" y="102282"/>
                </a:lnTo>
                <a:cubicBezTo>
                  <a:pt x="106373" y="104532"/>
                  <a:pt x="108214" y="106373"/>
                  <a:pt x="110464" y="106373"/>
                </a:cubicBezTo>
                <a:lnTo>
                  <a:pt x="122738" y="106373"/>
                </a:lnTo>
                <a:cubicBezTo>
                  <a:pt x="124988" y="106373"/>
                  <a:pt x="126830" y="104532"/>
                  <a:pt x="126830" y="102282"/>
                </a:cubicBezTo>
                <a:cubicBezTo>
                  <a:pt x="126830" y="100032"/>
                  <a:pt x="124988" y="98191"/>
                  <a:pt x="122738" y="98191"/>
                </a:cubicBezTo>
                <a:lnTo>
                  <a:pt x="114556" y="98191"/>
                </a:lnTo>
                <a:lnTo>
                  <a:pt x="114556" y="85917"/>
                </a:lnTo>
                <a:cubicBezTo>
                  <a:pt x="114556" y="83667"/>
                  <a:pt x="112715" y="81826"/>
                  <a:pt x="110464" y="81826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36" name="Text 34"/>
          <p:cNvSpPr/>
          <p:nvPr/>
        </p:nvSpPr>
        <p:spPr>
          <a:xfrm>
            <a:off x="859168" y="5228650"/>
            <a:ext cx="736430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BEHAVIOR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0056" y="5457761"/>
            <a:ext cx="2446583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Usage patterns, habits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235687" y="5130459"/>
            <a:ext cx="2602051" cy="589144"/>
          </a:xfrm>
          <a:custGeom>
            <a:avLst/>
            <a:gdLst/>
            <a:ahLst/>
            <a:cxnLst/>
            <a:rect l="l" t="t" r="r" b="b"/>
            <a:pathLst>
              <a:path w="2602051" h="589144">
                <a:moveTo>
                  <a:pt x="32730" y="0"/>
                </a:moveTo>
                <a:lnTo>
                  <a:pt x="2536591" y="0"/>
                </a:lnTo>
                <a:cubicBezTo>
                  <a:pt x="2572744" y="0"/>
                  <a:pt x="2602051" y="29307"/>
                  <a:pt x="2602051" y="65460"/>
                </a:cubicBezTo>
                <a:lnTo>
                  <a:pt x="2602051" y="523684"/>
                </a:lnTo>
                <a:cubicBezTo>
                  <a:pt x="2602051" y="559836"/>
                  <a:pt x="2572744" y="589144"/>
                  <a:pt x="2536591" y="589144"/>
                </a:cubicBezTo>
                <a:lnTo>
                  <a:pt x="32730" y="589144"/>
                </a:lnTo>
                <a:cubicBezTo>
                  <a:pt x="14654" y="589144"/>
                  <a:pt x="0" y="574490"/>
                  <a:pt x="0" y="55641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235687" y="5130459"/>
            <a:ext cx="32730" cy="589144"/>
          </a:xfrm>
          <a:custGeom>
            <a:avLst/>
            <a:gdLst/>
            <a:ahLst/>
            <a:cxnLst/>
            <a:rect l="l" t="t" r="r" b="b"/>
            <a:pathLst>
              <a:path w="32730" h="589144">
                <a:moveTo>
                  <a:pt x="32730" y="0"/>
                </a:moveTo>
                <a:lnTo>
                  <a:pt x="32730" y="0"/>
                </a:lnTo>
                <a:lnTo>
                  <a:pt x="32730" y="589144"/>
                </a:lnTo>
                <a:lnTo>
                  <a:pt x="32730" y="589144"/>
                </a:lnTo>
                <a:cubicBezTo>
                  <a:pt x="14654" y="589144"/>
                  <a:pt x="0" y="574490"/>
                  <a:pt x="0" y="55641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40" name="Shape 38"/>
          <p:cNvSpPr/>
          <p:nvPr/>
        </p:nvSpPr>
        <p:spPr>
          <a:xfrm>
            <a:off x="3382973" y="5261380"/>
            <a:ext cx="98191" cy="130921"/>
          </a:xfrm>
          <a:custGeom>
            <a:avLst/>
            <a:gdLst/>
            <a:ahLst/>
            <a:cxnLst/>
            <a:rect l="l" t="t" r="r" b="b"/>
            <a:pathLst>
              <a:path w="98191" h="130921">
                <a:moveTo>
                  <a:pt x="0" y="48226"/>
                </a:moveTo>
                <a:cubicBezTo>
                  <a:pt x="0" y="21581"/>
                  <a:pt x="21991" y="0"/>
                  <a:pt x="49095" y="0"/>
                </a:cubicBezTo>
                <a:cubicBezTo>
                  <a:pt x="76200" y="0"/>
                  <a:pt x="98191" y="21581"/>
                  <a:pt x="98191" y="48226"/>
                </a:cubicBezTo>
                <a:cubicBezTo>
                  <a:pt x="98191" y="78731"/>
                  <a:pt x="67455" y="115297"/>
                  <a:pt x="54619" y="129233"/>
                </a:cubicBezTo>
                <a:cubicBezTo>
                  <a:pt x="51601" y="132506"/>
                  <a:pt x="46564" y="132506"/>
                  <a:pt x="43547" y="129233"/>
                </a:cubicBezTo>
                <a:cubicBezTo>
                  <a:pt x="30710" y="115297"/>
                  <a:pt x="-26" y="78731"/>
                  <a:pt x="-26" y="48226"/>
                </a:cubicBezTo>
                <a:close/>
                <a:moveTo>
                  <a:pt x="49095" y="65460"/>
                </a:moveTo>
                <a:cubicBezTo>
                  <a:pt x="58127" y="65460"/>
                  <a:pt x="65460" y="58127"/>
                  <a:pt x="65460" y="49095"/>
                </a:cubicBezTo>
                <a:cubicBezTo>
                  <a:pt x="65460" y="40063"/>
                  <a:pt x="58127" y="32730"/>
                  <a:pt x="49095" y="32730"/>
                </a:cubicBezTo>
                <a:cubicBezTo>
                  <a:pt x="40063" y="32730"/>
                  <a:pt x="32730" y="40063"/>
                  <a:pt x="32730" y="49095"/>
                </a:cubicBezTo>
                <a:cubicBezTo>
                  <a:pt x="32730" y="58127"/>
                  <a:pt x="40063" y="65460"/>
                  <a:pt x="49095" y="65460"/>
                </a:cubicBez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41" name="Text 39"/>
          <p:cNvSpPr/>
          <p:nvPr/>
        </p:nvSpPr>
        <p:spPr>
          <a:xfrm>
            <a:off x="3579354" y="5228650"/>
            <a:ext cx="744612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350243" y="5457761"/>
            <a:ext cx="2446583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Timezone, network fingerprint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80894" y="1084188"/>
            <a:ext cx="5678690" cy="2233836"/>
          </a:xfrm>
          <a:custGeom>
            <a:avLst/>
            <a:gdLst/>
            <a:ahLst/>
            <a:cxnLst/>
            <a:rect l="l" t="t" r="r" b="b"/>
            <a:pathLst>
              <a:path w="5678690" h="2233836">
                <a:moveTo>
                  <a:pt x="130925" y="0"/>
                </a:moveTo>
                <a:lnTo>
                  <a:pt x="5547765" y="0"/>
                </a:lnTo>
                <a:cubicBezTo>
                  <a:pt x="5620073" y="0"/>
                  <a:pt x="5678690" y="58617"/>
                  <a:pt x="5678690" y="130925"/>
                </a:cubicBezTo>
                <a:lnTo>
                  <a:pt x="5678690" y="2102911"/>
                </a:lnTo>
                <a:cubicBezTo>
                  <a:pt x="5678690" y="2175219"/>
                  <a:pt x="5620073" y="2233836"/>
                  <a:pt x="5547765" y="2233836"/>
                </a:cubicBezTo>
                <a:lnTo>
                  <a:pt x="130925" y="2233836"/>
                </a:lnTo>
                <a:cubicBezTo>
                  <a:pt x="58617" y="2233836"/>
                  <a:pt x="0" y="2175219"/>
                  <a:pt x="0" y="2102911"/>
                </a:cubicBezTo>
                <a:lnTo>
                  <a:pt x="0" y="130925"/>
                </a:lnTo>
                <a:cubicBezTo>
                  <a:pt x="0" y="58617"/>
                  <a:pt x="58617" y="0"/>
                  <a:pt x="130925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48636" y="1251930"/>
            <a:ext cx="392762" cy="392762"/>
          </a:xfrm>
          <a:custGeom>
            <a:avLst/>
            <a:gdLst/>
            <a:ahLst/>
            <a:cxnLst/>
            <a:rect l="l" t="t" r="r" b="b"/>
            <a:pathLst>
              <a:path w="392762" h="392762">
                <a:moveTo>
                  <a:pt x="98191" y="0"/>
                </a:moveTo>
                <a:lnTo>
                  <a:pt x="294572" y="0"/>
                </a:lnTo>
                <a:cubicBezTo>
                  <a:pt x="348765" y="0"/>
                  <a:pt x="392762" y="43998"/>
                  <a:pt x="392762" y="98191"/>
                </a:cubicBezTo>
                <a:lnTo>
                  <a:pt x="392762" y="294572"/>
                </a:lnTo>
                <a:cubicBezTo>
                  <a:pt x="392762" y="348801"/>
                  <a:pt x="348801" y="392762"/>
                  <a:pt x="294572" y="392762"/>
                </a:cubicBezTo>
                <a:lnTo>
                  <a:pt x="98191" y="392762"/>
                </a:lnTo>
                <a:cubicBezTo>
                  <a:pt x="43961" y="392762"/>
                  <a:pt x="0" y="348801"/>
                  <a:pt x="0" y="294572"/>
                </a:cubicBezTo>
                <a:lnTo>
                  <a:pt x="0" y="98191"/>
                </a:lnTo>
                <a:cubicBezTo>
                  <a:pt x="0" y="43998"/>
                  <a:pt x="43998" y="0"/>
                  <a:pt x="98191" y="0"/>
                </a:cubicBezTo>
                <a:close/>
              </a:path>
            </a:pathLst>
          </a:custGeom>
          <a:gradFill flip="none" rotWithShape="1">
            <a:gsLst>
              <a:gs pos="0">
                <a:srgbClr val="F0B100"/>
              </a:gs>
              <a:gs pos="100000">
                <a:srgbClr val="E17100"/>
              </a:gs>
            </a:gsLst>
            <a:lin ang="2700000" scaled="1"/>
          </a:gradFill>
          <a:ln/>
        </p:spPr>
      </p:sp>
      <p:sp>
        <p:nvSpPr>
          <p:cNvPr id="45" name="Shape 43"/>
          <p:cNvSpPr/>
          <p:nvPr/>
        </p:nvSpPr>
        <p:spPr>
          <a:xfrm>
            <a:off x="6463192" y="1366486"/>
            <a:ext cx="163651" cy="163651"/>
          </a:xfrm>
          <a:custGeom>
            <a:avLst/>
            <a:gdLst/>
            <a:ahLst/>
            <a:cxnLst/>
            <a:rect l="l" t="t" r="r" b="b"/>
            <a:pathLst>
              <a:path w="163651" h="163651">
                <a:moveTo>
                  <a:pt x="81826" y="163651"/>
                </a:moveTo>
                <a:cubicBezTo>
                  <a:pt x="126986" y="163651"/>
                  <a:pt x="163651" y="126986"/>
                  <a:pt x="163651" y="81826"/>
                </a:cubicBezTo>
                <a:cubicBezTo>
                  <a:pt x="163651" y="36665"/>
                  <a:pt x="126986" y="0"/>
                  <a:pt x="81826" y="0"/>
                </a:cubicBezTo>
                <a:cubicBezTo>
                  <a:pt x="36665" y="0"/>
                  <a:pt x="0" y="36665"/>
                  <a:pt x="0" y="81826"/>
                </a:cubicBezTo>
                <a:cubicBezTo>
                  <a:pt x="0" y="126986"/>
                  <a:pt x="36665" y="163651"/>
                  <a:pt x="81826" y="163651"/>
                </a:cubicBezTo>
                <a:close/>
                <a:moveTo>
                  <a:pt x="81826" y="43470"/>
                </a:moveTo>
                <a:cubicBezTo>
                  <a:pt x="86077" y="43470"/>
                  <a:pt x="89497" y="46890"/>
                  <a:pt x="89497" y="51141"/>
                </a:cubicBezTo>
                <a:lnTo>
                  <a:pt x="89497" y="86940"/>
                </a:lnTo>
                <a:cubicBezTo>
                  <a:pt x="89497" y="91191"/>
                  <a:pt x="86077" y="94611"/>
                  <a:pt x="81826" y="94611"/>
                </a:cubicBezTo>
                <a:cubicBezTo>
                  <a:pt x="77574" y="94611"/>
                  <a:pt x="74154" y="91191"/>
                  <a:pt x="74154" y="86940"/>
                </a:cubicBezTo>
                <a:lnTo>
                  <a:pt x="74154" y="51141"/>
                </a:lnTo>
                <a:cubicBezTo>
                  <a:pt x="74154" y="46890"/>
                  <a:pt x="77574" y="43470"/>
                  <a:pt x="81826" y="43470"/>
                </a:cubicBezTo>
                <a:close/>
                <a:moveTo>
                  <a:pt x="73291" y="112510"/>
                </a:moveTo>
                <a:cubicBezTo>
                  <a:pt x="73097" y="109342"/>
                  <a:pt x="74677" y="106328"/>
                  <a:pt x="77393" y="104686"/>
                </a:cubicBezTo>
                <a:cubicBezTo>
                  <a:pt x="80108" y="103043"/>
                  <a:pt x="83511" y="103043"/>
                  <a:pt x="86226" y="104686"/>
                </a:cubicBezTo>
                <a:cubicBezTo>
                  <a:pt x="88942" y="106328"/>
                  <a:pt x="90522" y="109342"/>
                  <a:pt x="90328" y="112510"/>
                </a:cubicBezTo>
                <a:cubicBezTo>
                  <a:pt x="90522" y="115678"/>
                  <a:pt x="88942" y="118692"/>
                  <a:pt x="86226" y="120334"/>
                </a:cubicBezTo>
                <a:cubicBezTo>
                  <a:pt x="83511" y="121977"/>
                  <a:pt x="80108" y="121977"/>
                  <a:pt x="77393" y="120334"/>
                </a:cubicBezTo>
                <a:cubicBezTo>
                  <a:pt x="74677" y="118692"/>
                  <a:pt x="73097" y="115678"/>
                  <a:pt x="73291" y="11251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6839589" y="1321482"/>
            <a:ext cx="1505589" cy="25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Priority System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52728" y="1779705"/>
            <a:ext cx="2610234" cy="630056"/>
          </a:xfrm>
          <a:custGeom>
            <a:avLst/>
            <a:gdLst/>
            <a:ahLst/>
            <a:cxnLst/>
            <a:rect l="l" t="t" r="r" b="b"/>
            <a:pathLst>
              <a:path w="2610234" h="630056">
                <a:moveTo>
                  <a:pt x="65463" y="0"/>
                </a:moveTo>
                <a:lnTo>
                  <a:pt x="2544771" y="0"/>
                </a:lnTo>
                <a:cubicBezTo>
                  <a:pt x="2580925" y="0"/>
                  <a:pt x="2610234" y="29309"/>
                  <a:pt x="2610234" y="65463"/>
                </a:cubicBezTo>
                <a:lnTo>
                  <a:pt x="2610234" y="564594"/>
                </a:lnTo>
                <a:cubicBezTo>
                  <a:pt x="2610234" y="600748"/>
                  <a:pt x="2580925" y="630056"/>
                  <a:pt x="2544771" y="630056"/>
                </a:cubicBezTo>
                <a:lnTo>
                  <a:pt x="65463" y="630056"/>
                </a:lnTo>
                <a:cubicBezTo>
                  <a:pt x="29309" y="630056"/>
                  <a:pt x="0" y="600748"/>
                  <a:pt x="0" y="564594"/>
                </a:cubicBezTo>
                <a:lnTo>
                  <a:pt x="0" y="65463"/>
                </a:lnTo>
                <a:cubicBezTo>
                  <a:pt x="0" y="29333"/>
                  <a:pt x="29333" y="0"/>
                  <a:pt x="65463" y="0"/>
                </a:cubicBezTo>
                <a:close/>
              </a:path>
            </a:pathLst>
          </a:custGeom>
          <a:solidFill>
            <a:srgbClr val="82181A">
              <a:alpha val="40000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18188" y="1881987"/>
            <a:ext cx="2479313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26370" y="2143828"/>
            <a:ext cx="2462948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2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Severe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072914" y="1779705"/>
            <a:ext cx="2610234" cy="630056"/>
          </a:xfrm>
          <a:custGeom>
            <a:avLst/>
            <a:gdLst/>
            <a:ahLst/>
            <a:cxnLst/>
            <a:rect l="l" t="t" r="r" b="b"/>
            <a:pathLst>
              <a:path w="2610234" h="630056">
                <a:moveTo>
                  <a:pt x="65463" y="0"/>
                </a:moveTo>
                <a:lnTo>
                  <a:pt x="2544771" y="0"/>
                </a:lnTo>
                <a:cubicBezTo>
                  <a:pt x="2580925" y="0"/>
                  <a:pt x="2610234" y="29309"/>
                  <a:pt x="2610234" y="65463"/>
                </a:cubicBezTo>
                <a:lnTo>
                  <a:pt x="2610234" y="564594"/>
                </a:lnTo>
                <a:cubicBezTo>
                  <a:pt x="2610234" y="600748"/>
                  <a:pt x="2580925" y="630056"/>
                  <a:pt x="2544771" y="630056"/>
                </a:cubicBezTo>
                <a:lnTo>
                  <a:pt x="65463" y="630056"/>
                </a:lnTo>
                <a:cubicBezTo>
                  <a:pt x="29309" y="630056"/>
                  <a:pt x="0" y="600748"/>
                  <a:pt x="0" y="564594"/>
                </a:cubicBezTo>
                <a:lnTo>
                  <a:pt x="0" y="65463"/>
                </a:lnTo>
                <a:cubicBezTo>
                  <a:pt x="0" y="29333"/>
                  <a:pt x="29333" y="0"/>
                  <a:pt x="65463" y="0"/>
                </a:cubicBezTo>
                <a:close/>
              </a:path>
            </a:pathLst>
          </a:custGeom>
          <a:solidFill>
            <a:srgbClr val="7E2A0C">
              <a:alpha val="40000"/>
            </a:srgbClr>
          </a:solidFill>
          <a:ln w="12700">
            <a:solidFill>
              <a:srgbClr val="FF6900">
                <a:alpha val="30196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38374" y="1881987"/>
            <a:ext cx="2479313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b="1" dirty="0">
                <a:solidFill>
                  <a:srgbClr val="FF890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146557" y="2143828"/>
            <a:ext cx="2462948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2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52728" y="2516134"/>
            <a:ext cx="2610234" cy="630056"/>
          </a:xfrm>
          <a:custGeom>
            <a:avLst/>
            <a:gdLst/>
            <a:ahLst/>
            <a:cxnLst/>
            <a:rect l="l" t="t" r="r" b="b"/>
            <a:pathLst>
              <a:path w="2610234" h="630056">
                <a:moveTo>
                  <a:pt x="65463" y="0"/>
                </a:moveTo>
                <a:lnTo>
                  <a:pt x="2544771" y="0"/>
                </a:lnTo>
                <a:cubicBezTo>
                  <a:pt x="2580925" y="0"/>
                  <a:pt x="2610234" y="29309"/>
                  <a:pt x="2610234" y="65463"/>
                </a:cubicBezTo>
                <a:lnTo>
                  <a:pt x="2610234" y="564594"/>
                </a:lnTo>
                <a:cubicBezTo>
                  <a:pt x="2610234" y="600748"/>
                  <a:pt x="2580925" y="630056"/>
                  <a:pt x="2544771" y="630056"/>
                </a:cubicBezTo>
                <a:lnTo>
                  <a:pt x="65463" y="630056"/>
                </a:lnTo>
                <a:cubicBezTo>
                  <a:pt x="29309" y="630056"/>
                  <a:pt x="0" y="600748"/>
                  <a:pt x="0" y="564594"/>
                </a:cubicBezTo>
                <a:lnTo>
                  <a:pt x="0" y="65463"/>
                </a:lnTo>
                <a:cubicBezTo>
                  <a:pt x="0" y="29333"/>
                  <a:pt x="29333" y="0"/>
                  <a:pt x="65463" y="0"/>
                </a:cubicBezTo>
                <a:close/>
              </a:path>
            </a:pathLst>
          </a:custGeom>
          <a:solidFill>
            <a:srgbClr val="733E0A">
              <a:alpha val="40000"/>
            </a:srgbClr>
          </a:solidFill>
          <a:ln w="12700">
            <a:solidFill>
              <a:srgbClr val="F0B100">
                <a:alpha val="30196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18188" y="2618416"/>
            <a:ext cx="2479313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b="1" dirty="0">
                <a:solidFill>
                  <a:srgbClr val="FDC7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MEDIUM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426370" y="2880258"/>
            <a:ext cx="2462948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2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Medium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072914" y="2516134"/>
            <a:ext cx="2610234" cy="630056"/>
          </a:xfrm>
          <a:custGeom>
            <a:avLst/>
            <a:gdLst/>
            <a:ahLst/>
            <a:cxnLst/>
            <a:rect l="l" t="t" r="r" b="b"/>
            <a:pathLst>
              <a:path w="2610234" h="630056">
                <a:moveTo>
                  <a:pt x="65463" y="0"/>
                </a:moveTo>
                <a:lnTo>
                  <a:pt x="2544771" y="0"/>
                </a:lnTo>
                <a:cubicBezTo>
                  <a:pt x="2580925" y="0"/>
                  <a:pt x="2610234" y="29309"/>
                  <a:pt x="2610234" y="65463"/>
                </a:cubicBezTo>
                <a:lnTo>
                  <a:pt x="2610234" y="564594"/>
                </a:lnTo>
                <a:cubicBezTo>
                  <a:pt x="2610234" y="600748"/>
                  <a:pt x="2580925" y="630056"/>
                  <a:pt x="2544771" y="630056"/>
                </a:cubicBezTo>
                <a:lnTo>
                  <a:pt x="65463" y="630056"/>
                </a:lnTo>
                <a:cubicBezTo>
                  <a:pt x="29309" y="630056"/>
                  <a:pt x="0" y="600748"/>
                  <a:pt x="0" y="564594"/>
                </a:cubicBezTo>
                <a:lnTo>
                  <a:pt x="0" y="65463"/>
                </a:lnTo>
                <a:cubicBezTo>
                  <a:pt x="0" y="29333"/>
                  <a:pt x="29333" y="0"/>
                  <a:pt x="65463" y="0"/>
                </a:cubicBezTo>
                <a:close/>
              </a:path>
            </a:pathLst>
          </a:custGeom>
          <a:solidFill>
            <a:srgbClr val="0D542B">
              <a:alpha val="40000"/>
            </a:srgbClr>
          </a:solidFill>
          <a:ln w="12700">
            <a:solidFill>
              <a:srgbClr val="00C950">
                <a:alpha val="30196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138374" y="2618416"/>
            <a:ext cx="2479313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146557" y="2880258"/>
            <a:ext cx="2462948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2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180894" y="3457128"/>
            <a:ext cx="5678690" cy="2593868"/>
          </a:xfrm>
          <a:custGeom>
            <a:avLst/>
            <a:gdLst/>
            <a:ahLst/>
            <a:cxnLst/>
            <a:rect l="l" t="t" r="r" b="b"/>
            <a:pathLst>
              <a:path w="5678690" h="2593868">
                <a:moveTo>
                  <a:pt x="130913" y="0"/>
                </a:moveTo>
                <a:lnTo>
                  <a:pt x="5547777" y="0"/>
                </a:lnTo>
                <a:cubicBezTo>
                  <a:pt x="5620078" y="0"/>
                  <a:pt x="5678690" y="58612"/>
                  <a:pt x="5678690" y="130913"/>
                </a:cubicBezTo>
                <a:lnTo>
                  <a:pt x="5678690" y="2462956"/>
                </a:lnTo>
                <a:cubicBezTo>
                  <a:pt x="5678690" y="2535257"/>
                  <a:pt x="5620078" y="2593868"/>
                  <a:pt x="5547777" y="2593868"/>
                </a:cubicBezTo>
                <a:lnTo>
                  <a:pt x="130913" y="2593868"/>
                </a:lnTo>
                <a:cubicBezTo>
                  <a:pt x="58612" y="2593868"/>
                  <a:pt x="0" y="2535257"/>
                  <a:pt x="0" y="2462956"/>
                </a:cubicBezTo>
                <a:lnTo>
                  <a:pt x="0" y="130913"/>
                </a:lnTo>
                <a:cubicBezTo>
                  <a:pt x="0" y="58660"/>
                  <a:pt x="58660" y="0"/>
                  <a:pt x="130913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48636" y="3624870"/>
            <a:ext cx="392762" cy="392762"/>
          </a:xfrm>
          <a:custGeom>
            <a:avLst/>
            <a:gdLst/>
            <a:ahLst/>
            <a:cxnLst/>
            <a:rect l="l" t="t" r="r" b="b"/>
            <a:pathLst>
              <a:path w="392762" h="392762">
                <a:moveTo>
                  <a:pt x="98191" y="0"/>
                </a:moveTo>
                <a:lnTo>
                  <a:pt x="294572" y="0"/>
                </a:lnTo>
                <a:cubicBezTo>
                  <a:pt x="348765" y="0"/>
                  <a:pt x="392762" y="43998"/>
                  <a:pt x="392762" y="98191"/>
                </a:cubicBezTo>
                <a:lnTo>
                  <a:pt x="392762" y="294572"/>
                </a:lnTo>
                <a:cubicBezTo>
                  <a:pt x="392762" y="348801"/>
                  <a:pt x="348801" y="392762"/>
                  <a:pt x="294572" y="392762"/>
                </a:cubicBezTo>
                <a:lnTo>
                  <a:pt x="98191" y="392762"/>
                </a:lnTo>
                <a:cubicBezTo>
                  <a:pt x="43961" y="392762"/>
                  <a:pt x="0" y="348801"/>
                  <a:pt x="0" y="294572"/>
                </a:cubicBezTo>
                <a:lnTo>
                  <a:pt x="0" y="98191"/>
                </a:lnTo>
                <a:cubicBezTo>
                  <a:pt x="0" y="43998"/>
                  <a:pt x="43998" y="0"/>
                  <a:pt x="98191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  <a:ln/>
        </p:spPr>
      </p:sp>
      <p:sp>
        <p:nvSpPr>
          <p:cNvPr id="61" name="Shape 59"/>
          <p:cNvSpPr/>
          <p:nvPr/>
        </p:nvSpPr>
        <p:spPr>
          <a:xfrm>
            <a:off x="6473420" y="3739426"/>
            <a:ext cx="143195" cy="163651"/>
          </a:xfrm>
          <a:custGeom>
            <a:avLst/>
            <a:gdLst/>
            <a:ahLst/>
            <a:cxnLst/>
            <a:rect l="l" t="t" r="r" b="b"/>
            <a:pathLst>
              <a:path w="143195" h="163651">
                <a:moveTo>
                  <a:pt x="61369" y="40913"/>
                </a:moveTo>
                <a:cubicBezTo>
                  <a:pt x="61369" y="23977"/>
                  <a:pt x="47620" y="10228"/>
                  <a:pt x="30685" y="10228"/>
                </a:cubicBezTo>
                <a:cubicBezTo>
                  <a:pt x="13749" y="10228"/>
                  <a:pt x="0" y="23977"/>
                  <a:pt x="0" y="40913"/>
                </a:cubicBezTo>
                <a:cubicBezTo>
                  <a:pt x="0" y="57848"/>
                  <a:pt x="13749" y="71597"/>
                  <a:pt x="30685" y="71597"/>
                </a:cubicBezTo>
                <a:cubicBezTo>
                  <a:pt x="47620" y="71597"/>
                  <a:pt x="61369" y="57848"/>
                  <a:pt x="61369" y="40913"/>
                </a:cubicBezTo>
                <a:close/>
                <a:moveTo>
                  <a:pt x="143195" y="122738"/>
                </a:moveTo>
                <a:cubicBezTo>
                  <a:pt x="143195" y="105803"/>
                  <a:pt x="129445" y="92054"/>
                  <a:pt x="112510" y="92054"/>
                </a:cubicBezTo>
                <a:cubicBezTo>
                  <a:pt x="95575" y="92054"/>
                  <a:pt x="81826" y="105803"/>
                  <a:pt x="81826" y="122738"/>
                </a:cubicBezTo>
                <a:cubicBezTo>
                  <a:pt x="81826" y="139674"/>
                  <a:pt x="95575" y="153423"/>
                  <a:pt x="112510" y="153423"/>
                </a:cubicBezTo>
                <a:cubicBezTo>
                  <a:pt x="129445" y="153423"/>
                  <a:pt x="143195" y="139674"/>
                  <a:pt x="143195" y="122738"/>
                </a:cubicBezTo>
                <a:close/>
                <a:moveTo>
                  <a:pt x="140190" y="27680"/>
                </a:moveTo>
                <a:cubicBezTo>
                  <a:pt x="144185" y="23685"/>
                  <a:pt x="144185" y="17196"/>
                  <a:pt x="140190" y="13201"/>
                </a:cubicBezTo>
                <a:cubicBezTo>
                  <a:pt x="136195" y="9205"/>
                  <a:pt x="129706" y="9205"/>
                  <a:pt x="125711" y="13201"/>
                </a:cubicBezTo>
                <a:lnTo>
                  <a:pt x="2973" y="135939"/>
                </a:lnTo>
                <a:cubicBezTo>
                  <a:pt x="-1023" y="139934"/>
                  <a:pt x="-1023" y="146423"/>
                  <a:pt x="2973" y="150418"/>
                </a:cubicBezTo>
                <a:cubicBezTo>
                  <a:pt x="6968" y="154414"/>
                  <a:pt x="13456" y="154414"/>
                  <a:pt x="17452" y="150418"/>
                </a:cubicBezTo>
                <a:lnTo>
                  <a:pt x="140190" y="2768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2" name="Text 60"/>
          <p:cNvSpPr/>
          <p:nvPr/>
        </p:nvSpPr>
        <p:spPr>
          <a:xfrm>
            <a:off x="6839589" y="3694421"/>
            <a:ext cx="3273020" cy="25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Confidence Assessment Algorithm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48636" y="4181283"/>
            <a:ext cx="261842" cy="261842"/>
          </a:xfrm>
          <a:custGeom>
            <a:avLst/>
            <a:gdLst/>
            <a:ahLst/>
            <a:cxnLst/>
            <a:rect l="l" t="t" r="r" b="b"/>
            <a:pathLst>
              <a:path w="261842" h="261842">
                <a:moveTo>
                  <a:pt x="130921" y="0"/>
                </a:moveTo>
                <a:lnTo>
                  <a:pt x="130921" y="0"/>
                </a:lnTo>
                <a:cubicBezTo>
                  <a:pt x="203178" y="0"/>
                  <a:pt x="261842" y="58664"/>
                  <a:pt x="261842" y="130921"/>
                </a:cubicBezTo>
                <a:lnTo>
                  <a:pt x="261842" y="130921"/>
                </a:lnTo>
                <a:cubicBezTo>
                  <a:pt x="261842" y="203178"/>
                  <a:pt x="203178" y="261842"/>
                  <a:pt x="130921" y="261842"/>
                </a:cubicBezTo>
                <a:lnTo>
                  <a:pt x="130921" y="261842"/>
                </a:lnTo>
                <a:cubicBezTo>
                  <a:pt x="58664" y="261842"/>
                  <a:pt x="0" y="203178"/>
                  <a:pt x="0" y="130921"/>
                </a:cubicBezTo>
                <a:lnTo>
                  <a:pt x="0" y="130921"/>
                </a:lnTo>
                <a:cubicBezTo>
                  <a:pt x="0" y="58664"/>
                  <a:pt x="58664" y="0"/>
                  <a:pt x="130921" y="0"/>
                </a:cubicBezTo>
                <a:close/>
              </a:path>
            </a:pathLst>
          </a:custGeom>
          <a:solidFill>
            <a:srgbClr val="00B8DB">
              <a:alpha val="2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6424325" y="4254926"/>
            <a:ext cx="114556" cy="114556"/>
          </a:xfrm>
          <a:custGeom>
            <a:avLst/>
            <a:gdLst/>
            <a:ahLst/>
            <a:cxnLst/>
            <a:rect l="l" t="t" r="r" b="b"/>
            <a:pathLst>
              <a:path w="114556" h="114556">
                <a:moveTo>
                  <a:pt x="50118" y="21479"/>
                </a:moveTo>
                <a:cubicBezTo>
                  <a:pt x="50118" y="17528"/>
                  <a:pt x="53326" y="14319"/>
                  <a:pt x="57278" y="14319"/>
                </a:cubicBezTo>
                <a:cubicBezTo>
                  <a:pt x="61229" y="14319"/>
                  <a:pt x="64438" y="17528"/>
                  <a:pt x="64438" y="21479"/>
                </a:cubicBezTo>
                <a:cubicBezTo>
                  <a:pt x="64438" y="25431"/>
                  <a:pt x="61229" y="28639"/>
                  <a:pt x="57278" y="28639"/>
                </a:cubicBezTo>
                <a:cubicBezTo>
                  <a:pt x="53326" y="28639"/>
                  <a:pt x="50118" y="25431"/>
                  <a:pt x="50118" y="21479"/>
                </a:cubicBezTo>
                <a:close/>
                <a:moveTo>
                  <a:pt x="77526" y="28639"/>
                </a:moveTo>
                <a:cubicBezTo>
                  <a:pt x="78310" y="26402"/>
                  <a:pt x="78757" y="23985"/>
                  <a:pt x="78757" y="21479"/>
                </a:cubicBezTo>
                <a:cubicBezTo>
                  <a:pt x="78757" y="9621"/>
                  <a:pt x="69136" y="0"/>
                  <a:pt x="57278" y="0"/>
                </a:cubicBezTo>
                <a:cubicBezTo>
                  <a:pt x="45420" y="0"/>
                  <a:pt x="35799" y="9621"/>
                  <a:pt x="35799" y="21479"/>
                </a:cubicBezTo>
                <a:cubicBezTo>
                  <a:pt x="35799" y="23985"/>
                  <a:pt x="36224" y="26402"/>
                  <a:pt x="37029" y="28639"/>
                </a:cubicBezTo>
                <a:lnTo>
                  <a:pt x="32152" y="28639"/>
                </a:lnTo>
                <a:cubicBezTo>
                  <a:pt x="25820" y="28639"/>
                  <a:pt x="20249" y="32778"/>
                  <a:pt x="18436" y="38842"/>
                </a:cubicBezTo>
                <a:lnTo>
                  <a:pt x="537" y="98491"/>
                </a:lnTo>
                <a:cubicBezTo>
                  <a:pt x="179" y="99655"/>
                  <a:pt x="0" y="100863"/>
                  <a:pt x="0" y="102071"/>
                </a:cubicBezTo>
                <a:cubicBezTo>
                  <a:pt x="0" y="108962"/>
                  <a:pt x="5594" y="114556"/>
                  <a:pt x="12485" y="114556"/>
                </a:cubicBezTo>
                <a:lnTo>
                  <a:pt x="102071" y="114556"/>
                </a:lnTo>
                <a:cubicBezTo>
                  <a:pt x="108962" y="114556"/>
                  <a:pt x="114556" y="108962"/>
                  <a:pt x="114556" y="102071"/>
                </a:cubicBezTo>
                <a:cubicBezTo>
                  <a:pt x="114556" y="100863"/>
                  <a:pt x="114377" y="99655"/>
                  <a:pt x="114019" y="98491"/>
                </a:cubicBezTo>
                <a:lnTo>
                  <a:pt x="96119" y="38864"/>
                </a:lnTo>
                <a:cubicBezTo>
                  <a:pt x="94307" y="32801"/>
                  <a:pt x="88736" y="28661"/>
                  <a:pt x="82404" y="28661"/>
                </a:cubicBezTo>
                <a:lnTo>
                  <a:pt x="77526" y="28661"/>
                </a:lnTo>
                <a:close/>
              </a:path>
            </a:pathLst>
          </a:custGeom>
          <a:solidFill>
            <a:srgbClr val="00D3F2"/>
          </a:solidFill>
          <a:ln/>
        </p:spPr>
      </p:sp>
      <p:sp>
        <p:nvSpPr>
          <p:cNvPr id="65" name="Text 63"/>
          <p:cNvSpPr/>
          <p:nvPr/>
        </p:nvSpPr>
        <p:spPr>
          <a:xfrm>
            <a:off x="6708668" y="4148553"/>
            <a:ext cx="1104644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 Confidence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708668" y="4344934"/>
            <a:ext cx="1096462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Based on rule weight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348636" y="4639506"/>
            <a:ext cx="261842" cy="261842"/>
          </a:xfrm>
          <a:custGeom>
            <a:avLst/>
            <a:gdLst/>
            <a:ahLst/>
            <a:cxnLst/>
            <a:rect l="l" t="t" r="r" b="b"/>
            <a:pathLst>
              <a:path w="261842" h="261842">
                <a:moveTo>
                  <a:pt x="130921" y="0"/>
                </a:moveTo>
                <a:lnTo>
                  <a:pt x="130921" y="0"/>
                </a:lnTo>
                <a:cubicBezTo>
                  <a:pt x="203178" y="0"/>
                  <a:pt x="261842" y="58664"/>
                  <a:pt x="261842" y="130921"/>
                </a:cubicBezTo>
                <a:lnTo>
                  <a:pt x="261842" y="130921"/>
                </a:lnTo>
                <a:cubicBezTo>
                  <a:pt x="261842" y="203178"/>
                  <a:pt x="203178" y="261842"/>
                  <a:pt x="130921" y="261842"/>
                </a:cubicBezTo>
                <a:lnTo>
                  <a:pt x="130921" y="261842"/>
                </a:lnTo>
                <a:cubicBezTo>
                  <a:pt x="58664" y="261842"/>
                  <a:pt x="0" y="203178"/>
                  <a:pt x="0" y="130921"/>
                </a:cubicBezTo>
                <a:lnTo>
                  <a:pt x="0" y="130921"/>
                </a:lnTo>
                <a:cubicBezTo>
                  <a:pt x="0" y="58664"/>
                  <a:pt x="58664" y="0"/>
                  <a:pt x="130921" y="0"/>
                </a:cubicBezTo>
                <a:close/>
              </a:path>
            </a:pathLst>
          </a:custGeom>
          <a:solidFill>
            <a:srgbClr val="AD46FF">
              <a:alpha val="20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6424325" y="4713149"/>
            <a:ext cx="114556" cy="114556"/>
          </a:xfrm>
          <a:custGeom>
            <a:avLst/>
            <a:gdLst/>
            <a:ahLst/>
            <a:cxnLst/>
            <a:rect l="l" t="t" r="r" b="b"/>
            <a:pathLst>
              <a:path w="114556" h="114556">
                <a:moveTo>
                  <a:pt x="14319" y="14319"/>
                </a:moveTo>
                <a:cubicBezTo>
                  <a:pt x="14319" y="10359"/>
                  <a:pt x="11120" y="7160"/>
                  <a:pt x="7160" y="7160"/>
                </a:cubicBezTo>
                <a:cubicBezTo>
                  <a:pt x="3200" y="7160"/>
                  <a:pt x="0" y="10359"/>
                  <a:pt x="0" y="14319"/>
                </a:cubicBezTo>
                <a:lnTo>
                  <a:pt x="0" y="89497"/>
                </a:lnTo>
                <a:cubicBezTo>
                  <a:pt x="0" y="99386"/>
                  <a:pt x="8010" y="107396"/>
                  <a:pt x="17899" y="107396"/>
                </a:cubicBezTo>
                <a:lnTo>
                  <a:pt x="107396" y="107396"/>
                </a:lnTo>
                <a:cubicBezTo>
                  <a:pt x="111356" y="107396"/>
                  <a:pt x="114556" y="104196"/>
                  <a:pt x="114556" y="100236"/>
                </a:cubicBezTo>
                <a:cubicBezTo>
                  <a:pt x="114556" y="96276"/>
                  <a:pt x="111356" y="93077"/>
                  <a:pt x="107396" y="93077"/>
                </a:cubicBezTo>
                <a:lnTo>
                  <a:pt x="17899" y="93077"/>
                </a:lnTo>
                <a:cubicBezTo>
                  <a:pt x="15930" y="93077"/>
                  <a:pt x="14319" y="91466"/>
                  <a:pt x="14319" y="89497"/>
                </a:cubicBezTo>
                <a:lnTo>
                  <a:pt x="14319" y="14319"/>
                </a:lnTo>
                <a:close/>
                <a:moveTo>
                  <a:pt x="105293" y="33695"/>
                </a:moveTo>
                <a:cubicBezTo>
                  <a:pt x="108090" y="30899"/>
                  <a:pt x="108090" y="26357"/>
                  <a:pt x="105293" y="23560"/>
                </a:cubicBezTo>
                <a:cubicBezTo>
                  <a:pt x="102496" y="20763"/>
                  <a:pt x="97954" y="20763"/>
                  <a:pt x="95157" y="23560"/>
                </a:cubicBezTo>
                <a:lnTo>
                  <a:pt x="71597" y="47142"/>
                </a:lnTo>
                <a:lnTo>
                  <a:pt x="58755" y="34322"/>
                </a:lnTo>
                <a:cubicBezTo>
                  <a:pt x="55958" y="31525"/>
                  <a:pt x="51416" y="31525"/>
                  <a:pt x="48619" y="34322"/>
                </a:cubicBezTo>
                <a:lnTo>
                  <a:pt x="27140" y="55801"/>
                </a:lnTo>
                <a:cubicBezTo>
                  <a:pt x="24343" y="58598"/>
                  <a:pt x="24343" y="63140"/>
                  <a:pt x="27140" y="65937"/>
                </a:cubicBezTo>
                <a:cubicBezTo>
                  <a:pt x="29937" y="68733"/>
                  <a:pt x="34479" y="68733"/>
                  <a:pt x="37275" y="65937"/>
                </a:cubicBezTo>
                <a:lnTo>
                  <a:pt x="53698" y="49514"/>
                </a:lnTo>
                <a:lnTo>
                  <a:pt x="66541" y="62357"/>
                </a:lnTo>
                <a:cubicBezTo>
                  <a:pt x="69338" y="65154"/>
                  <a:pt x="73879" y="65154"/>
                  <a:pt x="76676" y="62357"/>
                </a:cubicBezTo>
                <a:lnTo>
                  <a:pt x="105315" y="33718"/>
                </a:lnTo>
                <a:close/>
              </a:path>
            </a:pathLst>
          </a:custGeom>
          <a:solidFill>
            <a:srgbClr val="C27AFF"/>
          </a:solidFill>
          <a:ln/>
        </p:spPr>
      </p:sp>
      <p:sp>
        <p:nvSpPr>
          <p:cNvPr id="69" name="Text 67"/>
          <p:cNvSpPr/>
          <p:nvPr/>
        </p:nvSpPr>
        <p:spPr>
          <a:xfrm>
            <a:off x="6708668" y="4606776"/>
            <a:ext cx="1939264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Frequency Factor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708668" y="4803157"/>
            <a:ext cx="1931082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frequency increases confidence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348636" y="5097729"/>
            <a:ext cx="261842" cy="261842"/>
          </a:xfrm>
          <a:custGeom>
            <a:avLst/>
            <a:gdLst/>
            <a:ahLst/>
            <a:cxnLst/>
            <a:rect l="l" t="t" r="r" b="b"/>
            <a:pathLst>
              <a:path w="261842" h="261842">
                <a:moveTo>
                  <a:pt x="130921" y="0"/>
                </a:moveTo>
                <a:lnTo>
                  <a:pt x="130921" y="0"/>
                </a:lnTo>
                <a:cubicBezTo>
                  <a:pt x="203178" y="0"/>
                  <a:pt x="261842" y="58664"/>
                  <a:pt x="261842" y="130921"/>
                </a:cubicBezTo>
                <a:lnTo>
                  <a:pt x="261842" y="130921"/>
                </a:lnTo>
                <a:cubicBezTo>
                  <a:pt x="261842" y="203178"/>
                  <a:pt x="203178" y="261842"/>
                  <a:pt x="130921" y="261842"/>
                </a:cubicBezTo>
                <a:lnTo>
                  <a:pt x="130921" y="261842"/>
                </a:lnTo>
                <a:cubicBezTo>
                  <a:pt x="58664" y="261842"/>
                  <a:pt x="0" y="203178"/>
                  <a:pt x="0" y="130921"/>
                </a:cubicBezTo>
                <a:lnTo>
                  <a:pt x="0" y="130921"/>
                </a:lnTo>
                <a:cubicBezTo>
                  <a:pt x="0" y="58664"/>
                  <a:pt x="58664" y="0"/>
                  <a:pt x="130921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6424325" y="5171372"/>
            <a:ext cx="114556" cy="114556"/>
          </a:xfrm>
          <a:custGeom>
            <a:avLst/>
            <a:gdLst/>
            <a:ahLst/>
            <a:cxnLst/>
            <a:rect l="l" t="t" r="r" b="b"/>
            <a:pathLst>
              <a:path w="114556" h="114556">
                <a:moveTo>
                  <a:pt x="57278" y="0"/>
                </a:moveTo>
                <a:cubicBezTo>
                  <a:pt x="88890" y="0"/>
                  <a:pt x="114556" y="25665"/>
                  <a:pt x="114556" y="57278"/>
                </a:cubicBezTo>
                <a:cubicBezTo>
                  <a:pt x="114556" y="88890"/>
                  <a:pt x="88890" y="114556"/>
                  <a:pt x="57278" y="114556"/>
                </a:cubicBezTo>
                <a:cubicBezTo>
                  <a:pt x="25665" y="114556"/>
                  <a:pt x="0" y="88890"/>
                  <a:pt x="0" y="57278"/>
                </a:cubicBezTo>
                <a:cubicBezTo>
                  <a:pt x="0" y="25665"/>
                  <a:pt x="25665" y="0"/>
                  <a:pt x="57278" y="0"/>
                </a:cubicBezTo>
                <a:close/>
                <a:moveTo>
                  <a:pt x="51908" y="26849"/>
                </a:moveTo>
                <a:lnTo>
                  <a:pt x="51908" y="57278"/>
                </a:lnTo>
                <a:cubicBezTo>
                  <a:pt x="51908" y="59068"/>
                  <a:pt x="52803" y="60746"/>
                  <a:pt x="54302" y="61753"/>
                </a:cubicBezTo>
                <a:lnTo>
                  <a:pt x="75781" y="76072"/>
                </a:lnTo>
                <a:cubicBezTo>
                  <a:pt x="78242" y="77728"/>
                  <a:pt x="81576" y="77057"/>
                  <a:pt x="83232" y="74573"/>
                </a:cubicBezTo>
                <a:cubicBezTo>
                  <a:pt x="84888" y="72090"/>
                  <a:pt x="84216" y="68778"/>
                  <a:pt x="81733" y="67122"/>
                </a:cubicBezTo>
                <a:lnTo>
                  <a:pt x="62648" y="54414"/>
                </a:lnTo>
                <a:lnTo>
                  <a:pt x="62648" y="26849"/>
                </a:lnTo>
                <a:cubicBezTo>
                  <a:pt x="62648" y="23873"/>
                  <a:pt x="60254" y="21479"/>
                  <a:pt x="57278" y="21479"/>
                </a:cubicBezTo>
                <a:cubicBezTo>
                  <a:pt x="54302" y="21479"/>
                  <a:pt x="51908" y="23873"/>
                  <a:pt x="51908" y="26849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73" name="Text 71"/>
          <p:cNvSpPr/>
          <p:nvPr/>
        </p:nvSpPr>
        <p:spPr>
          <a:xfrm>
            <a:off x="6708668" y="5064999"/>
            <a:ext cx="2168376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Temporal Consistency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708668" y="5261380"/>
            <a:ext cx="2160193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Consistent behavior increases confidence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348636" y="5555952"/>
            <a:ext cx="261842" cy="261842"/>
          </a:xfrm>
          <a:custGeom>
            <a:avLst/>
            <a:gdLst/>
            <a:ahLst/>
            <a:cxnLst/>
            <a:rect l="l" t="t" r="r" b="b"/>
            <a:pathLst>
              <a:path w="261842" h="261842">
                <a:moveTo>
                  <a:pt x="130921" y="0"/>
                </a:moveTo>
                <a:lnTo>
                  <a:pt x="130921" y="0"/>
                </a:lnTo>
                <a:cubicBezTo>
                  <a:pt x="203178" y="0"/>
                  <a:pt x="261842" y="58664"/>
                  <a:pt x="261842" y="130921"/>
                </a:cubicBezTo>
                <a:lnTo>
                  <a:pt x="261842" y="130921"/>
                </a:lnTo>
                <a:cubicBezTo>
                  <a:pt x="261842" y="203178"/>
                  <a:pt x="203178" y="261842"/>
                  <a:pt x="130921" y="261842"/>
                </a:cubicBezTo>
                <a:lnTo>
                  <a:pt x="130921" y="261842"/>
                </a:lnTo>
                <a:cubicBezTo>
                  <a:pt x="58664" y="261842"/>
                  <a:pt x="0" y="203178"/>
                  <a:pt x="0" y="130921"/>
                </a:cubicBezTo>
                <a:lnTo>
                  <a:pt x="0" y="130921"/>
                </a:lnTo>
                <a:cubicBezTo>
                  <a:pt x="0" y="58664"/>
                  <a:pt x="58664" y="0"/>
                  <a:pt x="130921" y="0"/>
                </a:cubicBezTo>
                <a:close/>
              </a:path>
            </a:pathLst>
          </a:custGeom>
          <a:solidFill>
            <a:srgbClr val="FF6900">
              <a:alpha val="20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6424325" y="5629595"/>
            <a:ext cx="114556" cy="114556"/>
          </a:xfrm>
          <a:custGeom>
            <a:avLst/>
            <a:gdLst/>
            <a:ahLst/>
            <a:cxnLst/>
            <a:rect l="l" t="t" r="r" b="b"/>
            <a:pathLst>
              <a:path w="114556" h="114556">
                <a:moveTo>
                  <a:pt x="7160" y="7160"/>
                </a:moveTo>
                <a:cubicBezTo>
                  <a:pt x="11120" y="7160"/>
                  <a:pt x="14319" y="10359"/>
                  <a:pt x="14319" y="14319"/>
                </a:cubicBezTo>
                <a:lnTo>
                  <a:pt x="14319" y="89497"/>
                </a:lnTo>
                <a:cubicBezTo>
                  <a:pt x="14319" y="91466"/>
                  <a:pt x="15930" y="93077"/>
                  <a:pt x="17899" y="93077"/>
                </a:cubicBezTo>
                <a:lnTo>
                  <a:pt x="107396" y="93077"/>
                </a:lnTo>
                <a:cubicBezTo>
                  <a:pt x="111356" y="93077"/>
                  <a:pt x="114556" y="96276"/>
                  <a:pt x="114556" y="100236"/>
                </a:cubicBezTo>
                <a:cubicBezTo>
                  <a:pt x="114556" y="104196"/>
                  <a:pt x="111356" y="107396"/>
                  <a:pt x="107396" y="107396"/>
                </a:cubicBezTo>
                <a:lnTo>
                  <a:pt x="17899" y="107396"/>
                </a:lnTo>
                <a:cubicBezTo>
                  <a:pt x="8010" y="107396"/>
                  <a:pt x="0" y="99386"/>
                  <a:pt x="0" y="89497"/>
                </a:cubicBezTo>
                <a:lnTo>
                  <a:pt x="0" y="14319"/>
                </a:lnTo>
                <a:cubicBezTo>
                  <a:pt x="0" y="10359"/>
                  <a:pt x="3200" y="7160"/>
                  <a:pt x="7160" y="7160"/>
                </a:cubicBezTo>
                <a:close/>
                <a:moveTo>
                  <a:pt x="28639" y="21479"/>
                </a:moveTo>
                <a:cubicBezTo>
                  <a:pt x="28639" y="17519"/>
                  <a:pt x="31838" y="14319"/>
                  <a:pt x="35799" y="14319"/>
                </a:cubicBezTo>
                <a:lnTo>
                  <a:pt x="78757" y="14319"/>
                </a:lnTo>
                <a:cubicBezTo>
                  <a:pt x="82717" y="14319"/>
                  <a:pt x="85917" y="17519"/>
                  <a:pt x="85917" y="21479"/>
                </a:cubicBezTo>
                <a:cubicBezTo>
                  <a:pt x="85917" y="25439"/>
                  <a:pt x="82717" y="28639"/>
                  <a:pt x="78757" y="28639"/>
                </a:cubicBezTo>
                <a:lnTo>
                  <a:pt x="35799" y="28639"/>
                </a:lnTo>
                <a:cubicBezTo>
                  <a:pt x="31838" y="28639"/>
                  <a:pt x="28639" y="25439"/>
                  <a:pt x="28639" y="21479"/>
                </a:cubicBezTo>
                <a:close/>
                <a:moveTo>
                  <a:pt x="35799" y="39379"/>
                </a:moveTo>
                <a:lnTo>
                  <a:pt x="64438" y="39379"/>
                </a:lnTo>
                <a:cubicBezTo>
                  <a:pt x="68398" y="39379"/>
                  <a:pt x="71597" y="42578"/>
                  <a:pt x="71597" y="46538"/>
                </a:cubicBezTo>
                <a:cubicBezTo>
                  <a:pt x="71597" y="50498"/>
                  <a:pt x="68398" y="53698"/>
                  <a:pt x="64438" y="53698"/>
                </a:cubicBezTo>
                <a:lnTo>
                  <a:pt x="35799" y="53698"/>
                </a:lnTo>
                <a:cubicBezTo>
                  <a:pt x="31838" y="53698"/>
                  <a:pt x="28639" y="50498"/>
                  <a:pt x="28639" y="46538"/>
                </a:cubicBezTo>
                <a:cubicBezTo>
                  <a:pt x="28639" y="42578"/>
                  <a:pt x="31838" y="39379"/>
                  <a:pt x="35799" y="39379"/>
                </a:cubicBezTo>
                <a:close/>
                <a:moveTo>
                  <a:pt x="35799" y="64438"/>
                </a:moveTo>
                <a:lnTo>
                  <a:pt x="93077" y="64438"/>
                </a:lnTo>
                <a:cubicBezTo>
                  <a:pt x="97037" y="64438"/>
                  <a:pt x="100236" y="67637"/>
                  <a:pt x="100236" y="71597"/>
                </a:cubicBezTo>
                <a:cubicBezTo>
                  <a:pt x="100236" y="75558"/>
                  <a:pt x="97037" y="78757"/>
                  <a:pt x="93077" y="78757"/>
                </a:cubicBezTo>
                <a:lnTo>
                  <a:pt x="35799" y="78757"/>
                </a:lnTo>
                <a:cubicBezTo>
                  <a:pt x="31838" y="78757"/>
                  <a:pt x="28639" y="75558"/>
                  <a:pt x="28639" y="71597"/>
                </a:cubicBezTo>
                <a:cubicBezTo>
                  <a:pt x="28639" y="67637"/>
                  <a:pt x="31838" y="64438"/>
                  <a:pt x="35799" y="64438"/>
                </a:cubicBez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77" name="Text 75"/>
          <p:cNvSpPr/>
          <p:nvPr/>
        </p:nvSpPr>
        <p:spPr>
          <a:xfrm>
            <a:off x="6708668" y="5523221"/>
            <a:ext cx="1652875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Confidence Interval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6708668" y="5719603"/>
            <a:ext cx="1644693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95% CI upper and lower bounds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6180894" y="6190099"/>
            <a:ext cx="5678690" cy="466405"/>
          </a:xfrm>
          <a:custGeom>
            <a:avLst/>
            <a:gdLst/>
            <a:ahLst/>
            <a:cxnLst/>
            <a:rect l="l" t="t" r="r" b="b"/>
            <a:pathLst>
              <a:path w="5678690" h="466405">
                <a:moveTo>
                  <a:pt x="98192" y="0"/>
                </a:moveTo>
                <a:lnTo>
                  <a:pt x="5580498" y="0"/>
                </a:lnTo>
                <a:cubicBezTo>
                  <a:pt x="5634728" y="0"/>
                  <a:pt x="5678690" y="43962"/>
                  <a:pt x="5678690" y="98192"/>
                </a:cubicBezTo>
                <a:lnTo>
                  <a:pt x="5678690" y="368213"/>
                </a:lnTo>
                <a:cubicBezTo>
                  <a:pt x="5678690" y="422443"/>
                  <a:pt x="5634728" y="466405"/>
                  <a:pt x="5580498" y="466405"/>
                </a:cubicBezTo>
                <a:lnTo>
                  <a:pt x="98192" y="466405"/>
                </a:lnTo>
                <a:cubicBezTo>
                  <a:pt x="43999" y="466405"/>
                  <a:pt x="0" y="422407"/>
                  <a:pt x="0" y="368213"/>
                </a:cubicBezTo>
                <a:lnTo>
                  <a:pt x="0" y="98192"/>
                </a:lnTo>
                <a:cubicBezTo>
                  <a:pt x="0" y="43999"/>
                  <a:pt x="43999" y="0"/>
                  <a:pt x="98192" y="0"/>
                </a:cubicBezTo>
                <a:close/>
              </a:path>
            </a:pathLst>
          </a:custGeom>
          <a:gradFill flip="none" rotWithShape="1">
            <a:gsLst>
              <a:gs pos="0">
                <a:srgbClr val="104E64">
                  <a:alpha val="40000"/>
                </a:srgbClr>
              </a:gs>
              <a:gs pos="100000">
                <a:srgbClr val="1C398E">
                  <a:alpha val="40000"/>
                </a:srgbClr>
              </a:gs>
            </a:gsLst>
            <a:lin ang="0" scaled="1"/>
          </a:gradFill>
          <a:ln w="12700">
            <a:solidFill>
              <a:srgbClr val="00B8DB">
                <a:alpha val="30196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00486" y="6349659"/>
            <a:ext cx="128875" cy="147286"/>
          </a:xfrm>
          <a:custGeom>
            <a:avLst/>
            <a:gdLst/>
            <a:ahLst/>
            <a:cxnLst/>
            <a:rect l="l" t="t" r="r" b="b"/>
            <a:pathLst>
              <a:path w="128875" h="147286">
                <a:moveTo>
                  <a:pt x="97462" y="-2848"/>
                </a:moveTo>
                <a:cubicBezTo>
                  <a:pt x="100885" y="-374"/>
                  <a:pt x="102151" y="4114"/>
                  <a:pt x="100597" y="8026"/>
                </a:cubicBezTo>
                <a:lnTo>
                  <a:pt x="78044" y="64438"/>
                </a:lnTo>
                <a:lnTo>
                  <a:pt x="119670" y="64438"/>
                </a:lnTo>
                <a:cubicBezTo>
                  <a:pt x="123553" y="64438"/>
                  <a:pt x="127005" y="66854"/>
                  <a:pt x="128329" y="70507"/>
                </a:cubicBezTo>
                <a:cubicBezTo>
                  <a:pt x="129652" y="74161"/>
                  <a:pt x="128530" y="78246"/>
                  <a:pt x="125567" y="80720"/>
                </a:cubicBezTo>
                <a:lnTo>
                  <a:pt x="42719" y="149760"/>
                </a:lnTo>
                <a:cubicBezTo>
                  <a:pt x="39468" y="152464"/>
                  <a:pt x="34837" y="152608"/>
                  <a:pt x="31413" y="150134"/>
                </a:cubicBezTo>
                <a:cubicBezTo>
                  <a:pt x="27990" y="147660"/>
                  <a:pt x="26724" y="143172"/>
                  <a:pt x="28278" y="139260"/>
                </a:cubicBezTo>
                <a:lnTo>
                  <a:pt x="50831" y="82848"/>
                </a:lnTo>
                <a:lnTo>
                  <a:pt x="9205" y="82848"/>
                </a:lnTo>
                <a:cubicBezTo>
                  <a:pt x="5322" y="82848"/>
                  <a:pt x="1870" y="80432"/>
                  <a:pt x="547" y="76779"/>
                </a:cubicBezTo>
                <a:cubicBezTo>
                  <a:pt x="-777" y="73125"/>
                  <a:pt x="345" y="69040"/>
                  <a:pt x="3308" y="66566"/>
                </a:cubicBezTo>
                <a:lnTo>
                  <a:pt x="86157" y="-2474"/>
                </a:lnTo>
                <a:cubicBezTo>
                  <a:pt x="89407" y="-5178"/>
                  <a:pt x="94039" y="-5322"/>
                  <a:pt x="97462" y="-2848"/>
                </a:cubicBezTo>
                <a:close/>
              </a:path>
            </a:pathLst>
          </a:custGeom>
          <a:solidFill>
            <a:srgbClr val="00D3F2"/>
          </a:solidFill>
          <a:ln/>
        </p:spPr>
      </p:sp>
      <p:sp>
        <p:nvSpPr>
          <p:cNvPr id="81" name="Text 79"/>
          <p:cNvSpPr/>
          <p:nvPr/>
        </p:nvSpPr>
        <p:spPr>
          <a:xfrm>
            <a:off x="6920392" y="6325111"/>
            <a:ext cx="1211017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Detection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8265910" y="6325111"/>
            <a:ext cx="8183" cy="196381"/>
          </a:xfrm>
          <a:custGeom>
            <a:avLst/>
            <a:gdLst/>
            <a:ahLst/>
            <a:cxnLst/>
            <a:rect l="l" t="t" r="r" b="b"/>
            <a:pathLst>
              <a:path w="8183" h="196381">
                <a:moveTo>
                  <a:pt x="0" y="0"/>
                </a:moveTo>
                <a:lnTo>
                  <a:pt x="8183" y="0"/>
                </a:lnTo>
                <a:lnTo>
                  <a:pt x="8183" y="196381"/>
                </a:lnTo>
                <a:lnTo>
                  <a:pt x="0" y="196381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  <a:ln/>
        </p:spPr>
      </p:sp>
      <p:sp>
        <p:nvSpPr>
          <p:cNvPr id="83" name="Shape 81"/>
          <p:cNvSpPr/>
          <p:nvPr/>
        </p:nvSpPr>
        <p:spPr>
          <a:xfrm>
            <a:off x="8481725" y="6349659"/>
            <a:ext cx="165697" cy="147286"/>
          </a:xfrm>
          <a:custGeom>
            <a:avLst/>
            <a:gdLst/>
            <a:ahLst/>
            <a:cxnLst/>
            <a:rect l="l" t="t" r="r" b="b"/>
            <a:pathLst>
              <a:path w="165697" h="147286">
                <a:moveTo>
                  <a:pt x="82848" y="18411"/>
                </a:moveTo>
                <a:cubicBezTo>
                  <a:pt x="113341" y="18411"/>
                  <a:pt x="138081" y="43150"/>
                  <a:pt x="138081" y="73643"/>
                </a:cubicBezTo>
                <a:cubicBezTo>
                  <a:pt x="138081" y="104136"/>
                  <a:pt x="113341" y="128875"/>
                  <a:pt x="82848" y="128875"/>
                </a:cubicBezTo>
                <a:cubicBezTo>
                  <a:pt x="64092" y="128875"/>
                  <a:pt x="47494" y="119526"/>
                  <a:pt x="37512" y="105200"/>
                </a:cubicBezTo>
                <a:cubicBezTo>
                  <a:pt x="34606" y="101029"/>
                  <a:pt x="28853" y="100022"/>
                  <a:pt x="24682" y="102928"/>
                </a:cubicBezTo>
                <a:cubicBezTo>
                  <a:pt x="20511" y="105833"/>
                  <a:pt x="19504" y="111586"/>
                  <a:pt x="22409" y="115758"/>
                </a:cubicBezTo>
                <a:cubicBezTo>
                  <a:pt x="35700" y="134801"/>
                  <a:pt x="57821" y="147286"/>
                  <a:pt x="82848" y="147286"/>
                </a:cubicBezTo>
                <a:cubicBezTo>
                  <a:pt x="123525" y="147286"/>
                  <a:pt x="156491" y="114319"/>
                  <a:pt x="156491" y="73643"/>
                </a:cubicBezTo>
                <a:cubicBezTo>
                  <a:pt x="156491" y="32967"/>
                  <a:pt x="123525" y="0"/>
                  <a:pt x="82848" y="0"/>
                </a:cubicBezTo>
                <a:cubicBezTo>
                  <a:pt x="58195" y="0"/>
                  <a:pt x="36390" y="12111"/>
                  <a:pt x="23013" y="30694"/>
                </a:cubicBezTo>
                <a:lnTo>
                  <a:pt x="23013" y="23013"/>
                </a:lnTo>
                <a:cubicBezTo>
                  <a:pt x="23013" y="17922"/>
                  <a:pt x="18900" y="13808"/>
                  <a:pt x="13808" y="13808"/>
                </a:cubicBezTo>
                <a:cubicBezTo>
                  <a:pt x="8716" y="13808"/>
                  <a:pt x="4603" y="17922"/>
                  <a:pt x="4603" y="23013"/>
                </a:cubicBezTo>
                <a:lnTo>
                  <a:pt x="4603" y="55232"/>
                </a:lnTo>
                <a:cubicBezTo>
                  <a:pt x="4603" y="60324"/>
                  <a:pt x="8716" y="64438"/>
                  <a:pt x="13808" y="64438"/>
                </a:cubicBezTo>
                <a:lnTo>
                  <a:pt x="20885" y="64438"/>
                </a:lnTo>
                <a:cubicBezTo>
                  <a:pt x="21029" y="64438"/>
                  <a:pt x="21172" y="64438"/>
                  <a:pt x="21316" y="64438"/>
                </a:cubicBezTo>
                <a:lnTo>
                  <a:pt x="46056" y="64438"/>
                </a:lnTo>
                <a:cubicBezTo>
                  <a:pt x="51147" y="64438"/>
                  <a:pt x="55261" y="60324"/>
                  <a:pt x="55261" y="55232"/>
                </a:cubicBezTo>
                <a:cubicBezTo>
                  <a:pt x="55261" y="50140"/>
                  <a:pt x="51147" y="46027"/>
                  <a:pt x="46056" y="46027"/>
                </a:cubicBezTo>
                <a:lnTo>
                  <a:pt x="35038" y="46027"/>
                </a:lnTo>
                <a:cubicBezTo>
                  <a:pt x="44560" y="29515"/>
                  <a:pt x="62424" y="18411"/>
                  <a:pt x="82848" y="18411"/>
                </a:cubicBezTo>
                <a:close/>
                <a:moveTo>
                  <a:pt x="89752" y="43726"/>
                </a:moveTo>
                <a:cubicBezTo>
                  <a:pt x="89752" y="39900"/>
                  <a:pt x="86674" y="36821"/>
                  <a:pt x="82848" y="36821"/>
                </a:cubicBezTo>
                <a:cubicBezTo>
                  <a:pt x="79022" y="36821"/>
                  <a:pt x="75944" y="39900"/>
                  <a:pt x="75944" y="43726"/>
                </a:cubicBezTo>
                <a:lnTo>
                  <a:pt x="75944" y="73643"/>
                </a:lnTo>
                <a:cubicBezTo>
                  <a:pt x="75944" y="75484"/>
                  <a:pt x="76663" y="77239"/>
                  <a:pt x="77958" y="78533"/>
                </a:cubicBezTo>
                <a:lnTo>
                  <a:pt x="98670" y="99245"/>
                </a:lnTo>
                <a:cubicBezTo>
                  <a:pt x="101374" y="101949"/>
                  <a:pt x="105747" y="101949"/>
                  <a:pt x="108422" y="99245"/>
                </a:cubicBezTo>
                <a:cubicBezTo>
                  <a:pt x="111097" y="96541"/>
                  <a:pt x="111126" y="92169"/>
                  <a:pt x="108422" y="89493"/>
                </a:cubicBezTo>
                <a:lnTo>
                  <a:pt x="89724" y="70795"/>
                </a:lnTo>
                <a:lnTo>
                  <a:pt x="89724" y="43726"/>
                </a:lnTo>
                <a:close/>
              </a:path>
            </a:pathLst>
          </a:custGeom>
          <a:solidFill>
            <a:srgbClr val="C27AFF"/>
          </a:solidFill>
          <a:ln/>
        </p:spPr>
      </p:sp>
      <p:sp>
        <p:nvSpPr>
          <p:cNvPr id="84" name="Text 82"/>
          <p:cNvSpPr/>
          <p:nvPr/>
        </p:nvSpPr>
        <p:spPr>
          <a:xfrm>
            <a:off x="8720042" y="6325111"/>
            <a:ext cx="99008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Batch Detection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9841818" y="6325111"/>
            <a:ext cx="8183" cy="196381"/>
          </a:xfrm>
          <a:custGeom>
            <a:avLst/>
            <a:gdLst/>
            <a:ahLst/>
            <a:cxnLst/>
            <a:rect l="l" t="t" r="r" b="b"/>
            <a:pathLst>
              <a:path w="8183" h="196381">
                <a:moveTo>
                  <a:pt x="0" y="0"/>
                </a:moveTo>
                <a:lnTo>
                  <a:pt x="8183" y="0"/>
                </a:lnTo>
                <a:lnTo>
                  <a:pt x="8183" y="196381"/>
                </a:lnTo>
                <a:lnTo>
                  <a:pt x="0" y="196381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  <a:ln/>
        </p:spPr>
      </p:sp>
      <p:sp>
        <p:nvSpPr>
          <p:cNvPr id="86" name="Shape 84"/>
          <p:cNvSpPr/>
          <p:nvPr/>
        </p:nvSpPr>
        <p:spPr>
          <a:xfrm>
            <a:off x="10066838" y="6349659"/>
            <a:ext cx="147286" cy="147286"/>
          </a:xfrm>
          <a:custGeom>
            <a:avLst/>
            <a:gdLst/>
            <a:ahLst/>
            <a:cxnLst/>
            <a:rect l="l" t="t" r="r" b="b"/>
            <a:pathLst>
              <a:path w="147286" h="147286">
                <a:moveTo>
                  <a:pt x="126430" y="2014"/>
                </a:moveTo>
                <a:cubicBezTo>
                  <a:pt x="129134" y="-690"/>
                  <a:pt x="133507" y="-690"/>
                  <a:pt x="136182" y="2014"/>
                </a:cubicBezTo>
                <a:lnTo>
                  <a:pt x="145387" y="11219"/>
                </a:lnTo>
                <a:cubicBezTo>
                  <a:pt x="148091" y="13923"/>
                  <a:pt x="148091" y="18296"/>
                  <a:pt x="145387" y="20971"/>
                </a:cubicBezTo>
                <a:lnTo>
                  <a:pt x="120360" y="45998"/>
                </a:lnTo>
                <a:lnTo>
                  <a:pt x="131579" y="57217"/>
                </a:lnTo>
                <a:cubicBezTo>
                  <a:pt x="133564" y="59202"/>
                  <a:pt x="134139" y="62165"/>
                  <a:pt x="133075" y="64754"/>
                </a:cubicBezTo>
                <a:cubicBezTo>
                  <a:pt x="132011" y="67343"/>
                  <a:pt x="129508" y="69040"/>
                  <a:pt x="126718" y="69040"/>
                </a:cubicBezTo>
                <a:lnTo>
                  <a:pt x="85293" y="69040"/>
                </a:lnTo>
                <a:cubicBezTo>
                  <a:pt x="81468" y="69040"/>
                  <a:pt x="78389" y="65962"/>
                  <a:pt x="78389" y="62136"/>
                </a:cubicBezTo>
                <a:lnTo>
                  <a:pt x="78389" y="20712"/>
                </a:lnTo>
                <a:cubicBezTo>
                  <a:pt x="78389" y="17922"/>
                  <a:pt x="80058" y="15390"/>
                  <a:pt x="82647" y="14326"/>
                </a:cubicBezTo>
                <a:cubicBezTo>
                  <a:pt x="85236" y="13261"/>
                  <a:pt x="88199" y="13837"/>
                  <a:pt x="90184" y="15822"/>
                </a:cubicBezTo>
                <a:lnTo>
                  <a:pt x="101403" y="27041"/>
                </a:lnTo>
                <a:lnTo>
                  <a:pt x="126430" y="2014"/>
                </a:lnTo>
                <a:close/>
                <a:moveTo>
                  <a:pt x="20856" y="78246"/>
                </a:moveTo>
                <a:lnTo>
                  <a:pt x="62280" y="78246"/>
                </a:lnTo>
                <a:cubicBezTo>
                  <a:pt x="66106" y="78246"/>
                  <a:pt x="69184" y="81324"/>
                  <a:pt x="69184" y="85150"/>
                </a:cubicBezTo>
                <a:lnTo>
                  <a:pt x="69184" y="126574"/>
                </a:lnTo>
                <a:cubicBezTo>
                  <a:pt x="69184" y="129364"/>
                  <a:pt x="67516" y="131896"/>
                  <a:pt x="64927" y="132960"/>
                </a:cubicBezTo>
                <a:cubicBezTo>
                  <a:pt x="62338" y="134024"/>
                  <a:pt x="59375" y="133449"/>
                  <a:pt x="57390" y="131464"/>
                </a:cubicBezTo>
                <a:lnTo>
                  <a:pt x="46171" y="120245"/>
                </a:lnTo>
                <a:lnTo>
                  <a:pt x="21144" y="145272"/>
                </a:lnTo>
                <a:cubicBezTo>
                  <a:pt x="18440" y="147976"/>
                  <a:pt x="14067" y="147976"/>
                  <a:pt x="11392" y="145272"/>
                </a:cubicBezTo>
                <a:lnTo>
                  <a:pt x="2186" y="136067"/>
                </a:lnTo>
                <a:cubicBezTo>
                  <a:pt x="-518" y="133363"/>
                  <a:pt x="-518" y="128990"/>
                  <a:pt x="2186" y="126315"/>
                </a:cubicBezTo>
                <a:lnTo>
                  <a:pt x="27213" y="101288"/>
                </a:lnTo>
                <a:lnTo>
                  <a:pt x="15994" y="90069"/>
                </a:lnTo>
                <a:cubicBezTo>
                  <a:pt x="14009" y="88084"/>
                  <a:pt x="13434" y="85121"/>
                  <a:pt x="14498" y="82532"/>
                </a:cubicBezTo>
                <a:cubicBezTo>
                  <a:pt x="15563" y="79943"/>
                  <a:pt x="18066" y="78246"/>
                  <a:pt x="20856" y="78246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87" name="Text 85"/>
          <p:cNvSpPr/>
          <p:nvPr/>
        </p:nvSpPr>
        <p:spPr>
          <a:xfrm>
            <a:off x="10295950" y="6325111"/>
            <a:ext cx="1137374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Aggregation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428625"/>
            <a:ext cx="47625" cy="317500"/>
          </a:xfrm>
          <a:custGeom>
            <a:avLst/>
            <a:gdLst/>
            <a:ahLst/>
            <a:cxnLst/>
            <a:rect l="l" t="t" r="r" b="b"/>
            <a:pathLst>
              <a:path w="47625" h="317500">
                <a:moveTo>
                  <a:pt x="23813" y="0"/>
                </a:moveTo>
                <a:lnTo>
                  <a:pt x="23813" y="0"/>
                </a:lnTo>
                <a:cubicBezTo>
                  <a:pt x="36955" y="0"/>
                  <a:pt x="47625" y="10670"/>
                  <a:pt x="47625" y="23813"/>
                </a:cubicBezTo>
                <a:lnTo>
                  <a:pt x="47625" y="293688"/>
                </a:lnTo>
                <a:cubicBezTo>
                  <a:pt x="47625" y="306830"/>
                  <a:pt x="36955" y="317500"/>
                  <a:pt x="23813" y="317500"/>
                </a:cubicBezTo>
                <a:lnTo>
                  <a:pt x="23813" y="317500"/>
                </a:lnTo>
                <a:cubicBezTo>
                  <a:pt x="10670" y="317500"/>
                  <a:pt x="0" y="306830"/>
                  <a:pt x="0" y="293688"/>
                </a:cubicBezTo>
                <a:lnTo>
                  <a:pt x="0" y="23813"/>
                </a:lnTo>
                <a:cubicBezTo>
                  <a:pt x="0" y="10670"/>
                  <a:pt x="10670" y="0"/>
                  <a:pt x="2381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460375" y="317500"/>
            <a:ext cx="3389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00D3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ASSESSMENT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0375" y="539750"/>
            <a:ext cx="346868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Assessment Module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1469" y="1051719"/>
            <a:ext cx="5691188" cy="3119438"/>
          </a:xfrm>
          <a:custGeom>
            <a:avLst/>
            <a:gdLst/>
            <a:ahLst/>
            <a:cxnLst/>
            <a:rect l="l" t="t" r="r" b="b"/>
            <a:pathLst>
              <a:path w="5691188" h="3119438">
                <a:moveTo>
                  <a:pt x="126992" y="0"/>
                </a:moveTo>
                <a:lnTo>
                  <a:pt x="5564195" y="0"/>
                </a:lnTo>
                <a:cubicBezTo>
                  <a:pt x="5634331" y="0"/>
                  <a:pt x="5691188" y="56856"/>
                  <a:pt x="5691188" y="126992"/>
                </a:cubicBezTo>
                <a:lnTo>
                  <a:pt x="5691188" y="2992445"/>
                </a:lnTo>
                <a:cubicBezTo>
                  <a:pt x="5691188" y="3062581"/>
                  <a:pt x="5634331" y="3119438"/>
                  <a:pt x="5564195" y="3119438"/>
                </a:cubicBezTo>
                <a:lnTo>
                  <a:pt x="126992" y="3119438"/>
                </a:lnTo>
                <a:cubicBezTo>
                  <a:pt x="56856" y="3119438"/>
                  <a:pt x="0" y="3062581"/>
                  <a:pt x="0" y="2992445"/>
                </a:cubicBezTo>
                <a:lnTo>
                  <a:pt x="0" y="126992"/>
                </a:lnTo>
                <a:cubicBezTo>
                  <a:pt x="0" y="56903"/>
                  <a:pt x="56903" y="0"/>
                  <a:pt x="126992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187" y="12144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595313" y="132556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9922" y="9922"/>
                </a:moveTo>
                <a:cubicBezTo>
                  <a:pt x="15410" y="9922"/>
                  <a:pt x="19844" y="14356"/>
                  <a:pt x="19844" y="19844"/>
                </a:cubicBezTo>
                <a:lnTo>
                  <a:pt x="19844" y="124023"/>
                </a:lnTo>
                <a:cubicBezTo>
                  <a:pt x="19844" y="126752"/>
                  <a:pt x="22076" y="128984"/>
                  <a:pt x="24805" y="128984"/>
                </a:cubicBezTo>
                <a:lnTo>
                  <a:pt x="148828" y="128984"/>
                </a:lnTo>
                <a:cubicBezTo>
                  <a:pt x="154316" y="128984"/>
                  <a:pt x="158750" y="133418"/>
                  <a:pt x="158750" y="138906"/>
                </a:cubicBezTo>
                <a:cubicBezTo>
                  <a:pt x="158750" y="144394"/>
                  <a:pt x="154316" y="148828"/>
                  <a:pt x="148828" y="148828"/>
                </a:cubicBezTo>
                <a:lnTo>
                  <a:pt x="24805" y="148828"/>
                </a:lnTo>
                <a:cubicBezTo>
                  <a:pt x="11100" y="148828"/>
                  <a:pt x="0" y="137728"/>
                  <a:pt x="0" y="124023"/>
                </a:cubicBezTo>
                <a:lnTo>
                  <a:pt x="0" y="19844"/>
                </a:lnTo>
                <a:cubicBezTo>
                  <a:pt x="0" y="14356"/>
                  <a:pt x="4434" y="9922"/>
                  <a:pt x="9922" y="9922"/>
                </a:cubicBezTo>
                <a:close/>
                <a:moveTo>
                  <a:pt x="39688" y="29766"/>
                </a:moveTo>
                <a:cubicBezTo>
                  <a:pt x="39688" y="24278"/>
                  <a:pt x="44121" y="19844"/>
                  <a:pt x="49609" y="19844"/>
                </a:cubicBezTo>
                <a:lnTo>
                  <a:pt x="109141" y="19844"/>
                </a:lnTo>
                <a:cubicBezTo>
                  <a:pt x="114629" y="19844"/>
                  <a:pt x="119062" y="24278"/>
                  <a:pt x="119062" y="29766"/>
                </a:cubicBezTo>
                <a:cubicBezTo>
                  <a:pt x="119062" y="35254"/>
                  <a:pt x="114629" y="39688"/>
                  <a:pt x="109141" y="39688"/>
                </a:cubicBezTo>
                <a:lnTo>
                  <a:pt x="49609" y="39688"/>
                </a:lnTo>
                <a:cubicBezTo>
                  <a:pt x="44121" y="39688"/>
                  <a:pt x="39688" y="35254"/>
                  <a:pt x="39688" y="29766"/>
                </a:cubicBezTo>
                <a:close/>
                <a:moveTo>
                  <a:pt x="49609" y="54570"/>
                </a:moveTo>
                <a:lnTo>
                  <a:pt x="89297" y="54570"/>
                </a:lnTo>
                <a:cubicBezTo>
                  <a:pt x="94785" y="54570"/>
                  <a:pt x="99219" y="59004"/>
                  <a:pt x="99219" y="64492"/>
                </a:cubicBezTo>
                <a:cubicBezTo>
                  <a:pt x="99219" y="69980"/>
                  <a:pt x="94785" y="74414"/>
                  <a:pt x="89297" y="74414"/>
                </a:cubicBezTo>
                <a:lnTo>
                  <a:pt x="49609" y="74414"/>
                </a:lnTo>
                <a:cubicBezTo>
                  <a:pt x="44121" y="74414"/>
                  <a:pt x="39688" y="69980"/>
                  <a:pt x="39688" y="64492"/>
                </a:cubicBezTo>
                <a:cubicBezTo>
                  <a:pt x="39688" y="59004"/>
                  <a:pt x="44121" y="54570"/>
                  <a:pt x="49609" y="54570"/>
                </a:cubicBezTo>
                <a:close/>
                <a:moveTo>
                  <a:pt x="49609" y="89297"/>
                </a:moveTo>
                <a:lnTo>
                  <a:pt x="128984" y="89297"/>
                </a:lnTo>
                <a:cubicBezTo>
                  <a:pt x="134472" y="89297"/>
                  <a:pt x="138906" y="93731"/>
                  <a:pt x="138906" y="99219"/>
                </a:cubicBezTo>
                <a:cubicBezTo>
                  <a:pt x="138906" y="104707"/>
                  <a:pt x="134472" y="109141"/>
                  <a:pt x="128984" y="109141"/>
                </a:cubicBezTo>
                <a:lnTo>
                  <a:pt x="49609" y="109141"/>
                </a:lnTo>
                <a:cubicBezTo>
                  <a:pt x="44121" y="109141"/>
                  <a:pt x="39688" y="104707"/>
                  <a:pt x="39688" y="99219"/>
                </a:cubicBezTo>
                <a:cubicBezTo>
                  <a:pt x="39688" y="93731"/>
                  <a:pt x="44121" y="89297"/>
                  <a:pt x="49609" y="8929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60438" y="1281906"/>
            <a:ext cx="3429000" cy="2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Multi-dimensional Risk Quantification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187" y="1722438"/>
            <a:ext cx="5429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Establish four core dimension privacy risk quantification indicator system, enhance assessment through statistical methods and machine learning, generate comprehensive risk score from 0-100.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0063" y="2468563"/>
            <a:ext cx="2619375" cy="722313"/>
          </a:xfrm>
          <a:custGeom>
            <a:avLst/>
            <a:gdLst/>
            <a:ahLst/>
            <a:cxnLst/>
            <a:rect l="l" t="t" r="r" b="b"/>
            <a:pathLst>
              <a:path w="2619375" h="722313">
                <a:moveTo>
                  <a:pt x="31750" y="0"/>
                </a:moveTo>
                <a:lnTo>
                  <a:pt x="2555877" y="0"/>
                </a:lnTo>
                <a:cubicBezTo>
                  <a:pt x="2590946" y="0"/>
                  <a:pt x="2619375" y="28429"/>
                  <a:pt x="2619375" y="63498"/>
                </a:cubicBezTo>
                <a:lnTo>
                  <a:pt x="2619375" y="658814"/>
                </a:lnTo>
                <a:cubicBezTo>
                  <a:pt x="2619375" y="693883"/>
                  <a:pt x="2590946" y="722312"/>
                  <a:pt x="2555877" y="722313"/>
                </a:cubicBezTo>
                <a:lnTo>
                  <a:pt x="31750" y="722313"/>
                </a:lnTo>
                <a:cubicBezTo>
                  <a:pt x="14215" y="722313"/>
                  <a:pt x="0" y="708098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00063" y="2468563"/>
            <a:ext cx="31750" cy="722313"/>
          </a:xfrm>
          <a:custGeom>
            <a:avLst/>
            <a:gdLst/>
            <a:ahLst/>
            <a:cxnLst/>
            <a:rect l="l" t="t" r="r" b="b"/>
            <a:pathLst>
              <a:path w="31750" h="722313">
                <a:moveTo>
                  <a:pt x="31750" y="0"/>
                </a:moveTo>
                <a:lnTo>
                  <a:pt x="31750" y="0"/>
                </a:lnTo>
                <a:lnTo>
                  <a:pt x="31750" y="722313"/>
                </a:lnTo>
                <a:lnTo>
                  <a:pt x="31750" y="722313"/>
                </a:lnTo>
                <a:cubicBezTo>
                  <a:pt x="14227" y="722313"/>
                  <a:pt x="0" y="708086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D3F2"/>
          </a:solidFill>
          <a:ln/>
        </p:spPr>
      </p:sp>
      <p:sp>
        <p:nvSpPr>
          <p:cNvPr id="12" name="Shape 10"/>
          <p:cNvSpPr/>
          <p:nvPr/>
        </p:nvSpPr>
        <p:spPr>
          <a:xfrm>
            <a:off x="627063" y="259556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00161" y="8533"/>
                </a:moveTo>
                <a:cubicBezTo>
                  <a:pt x="103138" y="7293"/>
                  <a:pt x="106536" y="7987"/>
                  <a:pt x="108818" y="10244"/>
                </a:cubicBezTo>
                <a:lnTo>
                  <a:pt x="124693" y="26119"/>
                </a:lnTo>
                <a:cubicBezTo>
                  <a:pt x="126181" y="27608"/>
                  <a:pt x="127025" y="29617"/>
                  <a:pt x="127025" y="31725"/>
                </a:cubicBezTo>
                <a:cubicBezTo>
                  <a:pt x="127025" y="33834"/>
                  <a:pt x="126181" y="35843"/>
                  <a:pt x="124693" y="37331"/>
                </a:cubicBezTo>
                <a:lnTo>
                  <a:pt x="108818" y="53206"/>
                </a:lnTo>
                <a:cubicBezTo>
                  <a:pt x="106536" y="55488"/>
                  <a:pt x="103138" y="56158"/>
                  <a:pt x="100161" y="54918"/>
                </a:cubicBezTo>
                <a:cubicBezTo>
                  <a:pt x="97185" y="53677"/>
                  <a:pt x="95250" y="50825"/>
                  <a:pt x="95250" y="47625"/>
                </a:cubicBezTo>
                <a:lnTo>
                  <a:pt x="95250" y="39688"/>
                </a:lnTo>
                <a:lnTo>
                  <a:pt x="87313" y="39688"/>
                </a:lnTo>
                <a:cubicBezTo>
                  <a:pt x="84807" y="39688"/>
                  <a:pt x="82451" y="40853"/>
                  <a:pt x="80962" y="42863"/>
                </a:cubicBezTo>
                <a:lnTo>
                  <a:pt x="72926" y="53578"/>
                </a:lnTo>
                <a:lnTo>
                  <a:pt x="63004" y="40357"/>
                </a:lnTo>
                <a:lnTo>
                  <a:pt x="68263" y="33337"/>
                </a:lnTo>
                <a:cubicBezTo>
                  <a:pt x="72752" y="27335"/>
                  <a:pt x="79821" y="23812"/>
                  <a:pt x="87313" y="23812"/>
                </a:cubicBezTo>
                <a:lnTo>
                  <a:pt x="95250" y="23812"/>
                </a:lnTo>
                <a:lnTo>
                  <a:pt x="95250" y="15875"/>
                </a:lnTo>
                <a:cubicBezTo>
                  <a:pt x="95250" y="12675"/>
                  <a:pt x="97185" y="9773"/>
                  <a:pt x="100161" y="8533"/>
                </a:cubicBezTo>
                <a:close/>
                <a:moveTo>
                  <a:pt x="38199" y="73422"/>
                </a:moveTo>
                <a:lnTo>
                  <a:pt x="48121" y="86643"/>
                </a:lnTo>
                <a:lnTo>
                  <a:pt x="42863" y="93663"/>
                </a:lnTo>
                <a:cubicBezTo>
                  <a:pt x="38373" y="99665"/>
                  <a:pt x="31304" y="103188"/>
                  <a:pt x="23812" y="103188"/>
                </a:cubicBezTo>
                <a:lnTo>
                  <a:pt x="7938" y="103188"/>
                </a:lnTo>
                <a:cubicBezTo>
                  <a:pt x="3547" y="103188"/>
                  <a:pt x="0" y="99640"/>
                  <a:pt x="0" y="95250"/>
                </a:cubicBezTo>
                <a:cubicBezTo>
                  <a:pt x="0" y="90860"/>
                  <a:pt x="3547" y="87313"/>
                  <a:pt x="7938" y="87313"/>
                </a:cubicBezTo>
                <a:lnTo>
                  <a:pt x="23812" y="87313"/>
                </a:lnTo>
                <a:cubicBezTo>
                  <a:pt x="26318" y="87313"/>
                  <a:pt x="28674" y="86147"/>
                  <a:pt x="30163" y="84138"/>
                </a:cubicBezTo>
                <a:lnTo>
                  <a:pt x="38199" y="73422"/>
                </a:lnTo>
                <a:close/>
                <a:moveTo>
                  <a:pt x="108793" y="116731"/>
                </a:moveTo>
                <a:cubicBezTo>
                  <a:pt x="106511" y="119013"/>
                  <a:pt x="103113" y="119683"/>
                  <a:pt x="100137" y="118442"/>
                </a:cubicBezTo>
                <a:cubicBezTo>
                  <a:pt x="97160" y="117202"/>
                  <a:pt x="95250" y="114325"/>
                  <a:pt x="95250" y="111125"/>
                </a:cubicBezTo>
                <a:lnTo>
                  <a:pt x="95250" y="103188"/>
                </a:lnTo>
                <a:lnTo>
                  <a:pt x="87313" y="103188"/>
                </a:lnTo>
                <a:cubicBezTo>
                  <a:pt x="79821" y="103188"/>
                  <a:pt x="72752" y="99665"/>
                  <a:pt x="68263" y="93663"/>
                </a:cubicBezTo>
                <a:lnTo>
                  <a:pt x="30163" y="42863"/>
                </a:lnTo>
                <a:cubicBezTo>
                  <a:pt x="28674" y="40853"/>
                  <a:pt x="26318" y="39688"/>
                  <a:pt x="23812" y="39688"/>
                </a:cubicBezTo>
                <a:lnTo>
                  <a:pt x="7938" y="39688"/>
                </a:lnTo>
                <a:cubicBezTo>
                  <a:pt x="3547" y="39688"/>
                  <a:pt x="0" y="36140"/>
                  <a:pt x="0" y="31750"/>
                </a:cubicBezTo>
                <a:cubicBezTo>
                  <a:pt x="0" y="27360"/>
                  <a:pt x="3547" y="23812"/>
                  <a:pt x="7938" y="23812"/>
                </a:cubicBezTo>
                <a:lnTo>
                  <a:pt x="23812" y="23812"/>
                </a:lnTo>
                <a:cubicBezTo>
                  <a:pt x="31304" y="23812"/>
                  <a:pt x="38373" y="27335"/>
                  <a:pt x="42863" y="33338"/>
                </a:cubicBezTo>
                <a:lnTo>
                  <a:pt x="80962" y="84138"/>
                </a:lnTo>
                <a:cubicBezTo>
                  <a:pt x="82451" y="86147"/>
                  <a:pt x="84807" y="87313"/>
                  <a:pt x="87313" y="87313"/>
                </a:cubicBezTo>
                <a:lnTo>
                  <a:pt x="95250" y="87313"/>
                </a:lnTo>
                <a:lnTo>
                  <a:pt x="95250" y="79375"/>
                </a:lnTo>
                <a:cubicBezTo>
                  <a:pt x="95250" y="76175"/>
                  <a:pt x="97185" y="73273"/>
                  <a:pt x="100161" y="72033"/>
                </a:cubicBezTo>
                <a:cubicBezTo>
                  <a:pt x="103138" y="70793"/>
                  <a:pt x="106536" y="71487"/>
                  <a:pt x="108818" y="73744"/>
                </a:cubicBezTo>
                <a:lnTo>
                  <a:pt x="124693" y="89619"/>
                </a:lnTo>
                <a:cubicBezTo>
                  <a:pt x="126181" y="91108"/>
                  <a:pt x="127025" y="93117"/>
                  <a:pt x="127025" y="95225"/>
                </a:cubicBezTo>
                <a:cubicBezTo>
                  <a:pt x="127025" y="97334"/>
                  <a:pt x="126181" y="99343"/>
                  <a:pt x="124693" y="100831"/>
                </a:cubicBezTo>
                <a:lnTo>
                  <a:pt x="108818" y="116706"/>
                </a:lnTo>
                <a:close/>
              </a:path>
            </a:pathLst>
          </a:custGeom>
          <a:solidFill>
            <a:srgbClr val="00D3F2"/>
          </a:solidFill>
          <a:ln/>
        </p:spPr>
      </p:sp>
      <p:sp>
        <p:nvSpPr>
          <p:cNvPr id="13" name="Text 11"/>
          <p:cNvSpPr/>
          <p:nvPr/>
        </p:nvSpPr>
        <p:spPr>
          <a:xfrm>
            <a:off x="833438" y="2563813"/>
            <a:ext cx="1246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Information Entropy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1188" y="2786063"/>
            <a:ext cx="2468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Measure information predictability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1188" y="2976563"/>
            <a:ext cx="2460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53EA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Higher entropy = better privacy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30563" y="2468563"/>
            <a:ext cx="2619375" cy="722313"/>
          </a:xfrm>
          <a:custGeom>
            <a:avLst/>
            <a:gdLst/>
            <a:ahLst/>
            <a:cxnLst/>
            <a:rect l="l" t="t" r="r" b="b"/>
            <a:pathLst>
              <a:path w="2619375" h="722313">
                <a:moveTo>
                  <a:pt x="31750" y="0"/>
                </a:moveTo>
                <a:lnTo>
                  <a:pt x="2555877" y="0"/>
                </a:lnTo>
                <a:cubicBezTo>
                  <a:pt x="2590946" y="0"/>
                  <a:pt x="2619375" y="28429"/>
                  <a:pt x="2619375" y="63498"/>
                </a:cubicBezTo>
                <a:lnTo>
                  <a:pt x="2619375" y="658814"/>
                </a:lnTo>
                <a:cubicBezTo>
                  <a:pt x="2619375" y="693883"/>
                  <a:pt x="2590946" y="722312"/>
                  <a:pt x="2555877" y="722313"/>
                </a:cubicBezTo>
                <a:lnTo>
                  <a:pt x="31750" y="722313"/>
                </a:lnTo>
                <a:cubicBezTo>
                  <a:pt x="14215" y="722313"/>
                  <a:pt x="0" y="708098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230563" y="2468563"/>
            <a:ext cx="31750" cy="722313"/>
          </a:xfrm>
          <a:custGeom>
            <a:avLst/>
            <a:gdLst/>
            <a:ahLst/>
            <a:cxnLst/>
            <a:rect l="l" t="t" r="r" b="b"/>
            <a:pathLst>
              <a:path w="31750" h="722313">
                <a:moveTo>
                  <a:pt x="31750" y="0"/>
                </a:moveTo>
                <a:lnTo>
                  <a:pt x="31750" y="0"/>
                </a:lnTo>
                <a:lnTo>
                  <a:pt x="31750" y="722313"/>
                </a:lnTo>
                <a:lnTo>
                  <a:pt x="31750" y="722313"/>
                </a:lnTo>
                <a:cubicBezTo>
                  <a:pt x="14227" y="722313"/>
                  <a:pt x="0" y="708086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27AFF"/>
          </a:solidFill>
          <a:ln/>
        </p:spPr>
      </p:sp>
      <p:sp>
        <p:nvSpPr>
          <p:cNvPr id="18" name="Shape 16"/>
          <p:cNvSpPr/>
          <p:nvPr/>
        </p:nvSpPr>
        <p:spPr>
          <a:xfrm>
            <a:off x="3357563" y="259556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1906" y="63500"/>
                </a:moveTo>
                <a:cubicBezTo>
                  <a:pt x="11906" y="34999"/>
                  <a:pt x="34999" y="11906"/>
                  <a:pt x="63500" y="11906"/>
                </a:cubicBezTo>
                <a:cubicBezTo>
                  <a:pt x="79152" y="11906"/>
                  <a:pt x="93166" y="18876"/>
                  <a:pt x="102642" y="29890"/>
                </a:cubicBezTo>
                <a:cubicBezTo>
                  <a:pt x="104775" y="32395"/>
                  <a:pt x="108545" y="32668"/>
                  <a:pt x="111026" y="30535"/>
                </a:cubicBezTo>
                <a:cubicBezTo>
                  <a:pt x="113506" y="28401"/>
                  <a:pt x="113804" y="24631"/>
                  <a:pt x="111671" y="22151"/>
                </a:cubicBezTo>
                <a:cubicBezTo>
                  <a:pt x="100037" y="8582"/>
                  <a:pt x="82773" y="0"/>
                  <a:pt x="63500" y="0"/>
                </a:cubicBezTo>
                <a:cubicBezTo>
                  <a:pt x="28426" y="0"/>
                  <a:pt x="0" y="28426"/>
                  <a:pt x="0" y="63500"/>
                </a:cubicBezTo>
                <a:lnTo>
                  <a:pt x="0" y="73422"/>
                </a:lnTo>
                <a:cubicBezTo>
                  <a:pt x="0" y="76721"/>
                  <a:pt x="2654" y="79375"/>
                  <a:pt x="5953" y="79375"/>
                </a:cubicBezTo>
                <a:cubicBezTo>
                  <a:pt x="9252" y="79375"/>
                  <a:pt x="11906" y="76721"/>
                  <a:pt x="11906" y="73422"/>
                </a:cubicBezTo>
                <a:lnTo>
                  <a:pt x="11906" y="63500"/>
                </a:lnTo>
                <a:close/>
                <a:moveTo>
                  <a:pt x="125636" y="50378"/>
                </a:moveTo>
                <a:cubicBezTo>
                  <a:pt x="124966" y="47154"/>
                  <a:pt x="121791" y="45095"/>
                  <a:pt x="118591" y="45789"/>
                </a:cubicBezTo>
                <a:cubicBezTo>
                  <a:pt x="115391" y="46484"/>
                  <a:pt x="113308" y="49634"/>
                  <a:pt x="114002" y="52834"/>
                </a:cubicBezTo>
                <a:cubicBezTo>
                  <a:pt x="114722" y="56282"/>
                  <a:pt x="115119" y="59854"/>
                  <a:pt x="115119" y="63525"/>
                </a:cubicBezTo>
                <a:lnTo>
                  <a:pt x="115119" y="73447"/>
                </a:lnTo>
                <a:cubicBezTo>
                  <a:pt x="115119" y="76746"/>
                  <a:pt x="117773" y="79400"/>
                  <a:pt x="121072" y="79400"/>
                </a:cubicBezTo>
                <a:cubicBezTo>
                  <a:pt x="124371" y="79400"/>
                  <a:pt x="127025" y="76746"/>
                  <a:pt x="127025" y="73447"/>
                </a:cubicBezTo>
                <a:lnTo>
                  <a:pt x="127025" y="63525"/>
                </a:lnTo>
                <a:cubicBezTo>
                  <a:pt x="127025" y="59035"/>
                  <a:pt x="126554" y="54645"/>
                  <a:pt x="125661" y="50403"/>
                </a:cubicBezTo>
                <a:close/>
                <a:moveTo>
                  <a:pt x="63500" y="19844"/>
                </a:moveTo>
                <a:cubicBezTo>
                  <a:pt x="58787" y="19844"/>
                  <a:pt x="54223" y="20588"/>
                  <a:pt x="49981" y="21977"/>
                </a:cubicBezTo>
                <a:cubicBezTo>
                  <a:pt x="46211" y="23217"/>
                  <a:pt x="45343" y="27856"/>
                  <a:pt x="47923" y="30882"/>
                </a:cubicBezTo>
                <a:cubicBezTo>
                  <a:pt x="49684" y="32941"/>
                  <a:pt x="52586" y="33561"/>
                  <a:pt x="55215" y="32841"/>
                </a:cubicBezTo>
                <a:cubicBezTo>
                  <a:pt x="57845" y="32122"/>
                  <a:pt x="60623" y="31750"/>
                  <a:pt x="63500" y="31750"/>
                </a:cubicBezTo>
                <a:cubicBezTo>
                  <a:pt x="81037" y="31750"/>
                  <a:pt x="95250" y="45963"/>
                  <a:pt x="95250" y="63500"/>
                </a:cubicBezTo>
                <a:lnTo>
                  <a:pt x="95250" y="69676"/>
                </a:lnTo>
                <a:cubicBezTo>
                  <a:pt x="95250" y="75927"/>
                  <a:pt x="94878" y="82153"/>
                  <a:pt x="94159" y="88354"/>
                </a:cubicBezTo>
                <a:cubicBezTo>
                  <a:pt x="93737" y="91976"/>
                  <a:pt x="96490" y="95250"/>
                  <a:pt x="100161" y="95250"/>
                </a:cubicBezTo>
                <a:cubicBezTo>
                  <a:pt x="103088" y="95250"/>
                  <a:pt x="105594" y="93117"/>
                  <a:pt x="105941" y="90215"/>
                </a:cubicBezTo>
                <a:cubicBezTo>
                  <a:pt x="106759" y="83418"/>
                  <a:pt x="107181" y="76572"/>
                  <a:pt x="107181" y="69701"/>
                </a:cubicBezTo>
                <a:lnTo>
                  <a:pt x="107181" y="63525"/>
                </a:lnTo>
                <a:cubicBezTo>
                  <a:pt x="107181" y="39415"/>
                  <a:pt x="87635" y="19869"/>
                  <a:pt x="63525" y="19869"/>
                </a:cubicBezTo>
                <a:close/>
                <a:moveTo>
                  <a:pt x="37381" y="36885"/>
                </a:moveTo>
                <a:cubicBezTo>
                  <a:pt x="35123" y="34255"/>
                  <a:pt x="31105" y="34057"/>
                  <a:pt x="28972" y="36785"/>
                </a:cubicBezTo>
                <a:cubicBezTo>
                  <a:pt x="23242" y="44177"/>
                  <a:pt x="19844" y="53429"/>
                  <a:pt x="19844" y="63500"/>
                </a:cubicBezTo>
                <a:lnTo>
                  <a:pt x="19844" y="69676"/>
                </a:lnTo>
                <a:cubicBezTo>
                  <a:pt x="19844" y="75679"/>
                  <a:pt x="19199" y="81682"/>
                  <a:pt x="17909" y="87511"/>
                </a:cubicBezTo>
                <a:cubicBezTo>
                  <a:pt x="17066" y="91380"/>
                  <a:pt x="19869" y="95225"/>
                  <a:pt x="23837" y="95225"/>
                </a:cubicBezTo>
                <a:cubicBezTo>
                  <a:pt x="26442" y="95225"/>
                  <a:pt x="28773" y="93489"/>
                  <a:pt x="29344" y="90934"/>
                </a:cubicBezTo>
                <a:cubicBezTo>
                  <a:pt x="30931" y="83964"/>
                  <a:pt x="31750" y="76845"/>
                  <a:pt x="31750" y="69652"/>
                </a:cubicBezTo>
                <a:lnTo>
                  <a:pt x="31750" y="63475"/>
                </a:lnTo>
                <a:cubicBezTo>
                  <a:pt x="31750" y="56728"/>
                  <a:pt x="33858" y="50478"/>
                  <a:pt x="37430" y="45343"/>
                </a:cubicBezTo>
                <a:cubicBezTo>
                  <a:pt x="39216" y="42763"/>
                  <a:pt x="39415" y="39241"/>
                  <a:pt x="37381" y="36860"/>
                </a:cubicBezTo>
                <a:close/>
                <a:moveTo>
                  <a:pt x="63500" y="39688"/>
                </a:moveTo>
                <a:cubicBezTo>
                  <a:pt x="50354" y="39688"/>
                  <a:pt x="39688" y="50354"/>
                  <a:pt x="39688" y="63500"/>
                </a:cubicBezTo>
                <a:lnTo>
                  <a:pt x="39688" y="69676"/>
                </a:lnTo>
                <a:cubicBezTo>
                  <a:pt x="39688" y="78581"/>
                  <a:pt x="38546" y="87412"/>
                  <a:pt x="36264" y="95994"/>
                </a:cubicBezTo>
                <a:cubicBezTo>
                  <a:pt x="35322" y="99541"/>
                  <a:pt x="37926" y="103188"/>
                  <a:pt x="41597" y="103188"/>
                </a:cubicBezTo>
                <a:cubicBezTo>
                  <a:pt x="43954" y="103188"/>
                  <a:pt x="46037" y="101650"/>
                  <a:pt x="46658" y="99368"/>
                </a:cubicBezTo>
                <a:cubicBezTo>
                  <a:pt x="49262" y="89694"/>
                  <a:pt x="50602" y="79722"/>
                  <a:pt x="50602" y="69676"/>
                </a:cubicBezTo>
                <a:lnTo>
                  <a:pt x="50602" y="63500"/>
                </a:lnTo>
                <a:cubicBezTo>
                  <a:pt x="50602" y="56381"/>
                  <a:pt x="56381" y="50602"/>
                  <a:pt x="63500" y="50602"/>
                </a:cubicBezTo>
                <a:cubicBezTo>
                  <a:pt x="70619" y="50602"/>
                  <a:pt x="76398" y="56381"/>
                  <a:pt x="76398" y="63500"/>
                </a:cubicBezTo>
                <a:lnTo>
                  <a:pt x="76398" y="69676"/>
                </a:lnTo>
                <a:cubicBezTo>
                  <a:pt x="76398" y="78680"/>
                  <a:pt x="75530" y="87635"/>
                  <a:pt x="73819" y="96441"/>
                </a:cubicBezTo>
                <a:cubicBezTo>
                  <a:pt x="73149" y="99888"/>
                  <a:pt x="75729" y="103188"/>
                  <a:pt x="79226" y="103188"/>
                </a:cubicBezTo>
                <a:cubicBezTo>
                  <a:pt x="81756" y="103188"/>
                  <a:pt x="83939" y="101451"/>
                  <a:pt x="84435" y="98971"/>
                </a:cubicBezTo>
                <a:cubicBezTo>
                  <a:pt x="86345" y="89346"/>
                  <a:pt x="87313" y="79549"/>
                  <a:pt x="87313" y="69676"/>
                </a:cubicBezTo>
                <a:lnTo>
                  <a:pt x="87313" y="63500"/>
                </a:lnTo>
                <a:cubicBezTo>
                  <a:pt x="87313" y="50354"/>
                  <a:pt x="76646" y="39688"/>
                  <a:pt x="63500" y="39688"/>
                </a:cubicBezTo>
                <a:close/>
                <a:moveTo>
                  <a:pt x="69453" y="63500"/>
                </a:moveTo>
                <a:cubicBezTo>
                  <a:pt x="69453" y="60201"/>
                  <a:pt x="66799" y="57547"/>
                  <a:pt x="63500" y="57547"/>
                </a:cubicBezTo>
                <a:cubicBezTo>
                  <a:pt x="60201" y="57547"/>
                  <a:pt x="57547" y="60201"/>
                  <a:pt x="57547" y="63500"/>
                </a:cubicBezTo>
                <a:lnTo>
                  <a:pt x="57547" y="69676"/>
                </a:lnTo>
                <a:cubicBezTo>
                  <a:pt x="57547" y="84534"/>
                  <a:pt x="54818" y="99268"/>
                  <a:pt x="49485" y="113134"/>
                </a:cubicBezTo>
                <a:lnTo>
                  <a:pt x="48022" y="116929"/>
                </a:lnTo>
                <a:cubicBezTo>
                  <a:pt x="46831" y="120005"/>
                  <a:pt x="48369" y="123453"/>
                  <a:pt x="51445" y="124619"/>
                </a:cubicBezTo>
                <a:cubicBezTo>
                  <a:pt x="54521" y="125785"/>
                  <a:pt x="57969" y="124271"/>
                  <a:pt x="59134" y="121196"/>
                </a:cubicBezTo>
                <a:lnTo>
                  <a:pt x="60598" y="117401"/>
                </a:lnTo>
                <a:cubicBezTo>
                  <a:pt x="66452" y="102171"/>
                  <a:pt x="69453" y="85998"/>
                  <a:pt x="69453" y="69676"/>
                </a:cubicBezTo>
                <a:lnTo>
                  <a:pt x="69453" y="63500"/>
                </a:lnTo>
                <a:close/>
              </a:path>
            </a:pathLst>
          </a:custGeom>
          <a:solidFill>
            <a:srgbClr val="C27AFF"/>
          </a:solidFill>
          <a:ln/>
        </p:spPr>
      </p:sp>
      <p:sp>
        <p:nvSpPr>
          <p:cNvPr id="19" name="Text 17"/>
          <p:cNvSpPr/>
          <p:nvPr/>
        </p:nvSpPr>
        <p:spPr>
          <a:xfrm>
            <a:off x="3563938" y="2563813"/>
            <a:ext cx="76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Uniqueness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41688" y="2786063"/>
            <a:ext cx="2468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Measure user distinguishability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341688" y="2976563"/>
            <a:ext cx="2460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DAB2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Lower uniqueness = harder to identify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0063" y="3286125"/>
            <a:ext cx="2619375" cy="722313"/>
          </a:xfrm>
          <a:custGeom>
            <a:avLst/>
            <a:gdLst/>
            <a:ahLst/>
            <a:cxnLst/>
            <a:rect l="l" t="t" r="r" b="b"/>
            <a:pathLst>
              <a:path w="2619375" h="722313">
                <a:moveTo>
                  <a:pt x="31750" y="0"/>
                </a:moveTo>
                <a:lnTo>
                  <a:pt x="2555877" y="0"/>
                </a:lnTo>
                <a:cubicBezTo>
                  <a:pt x="2590946" y="0"/>
                  <a:pt x="2619375" y="28429"/>
                  <a:pt x="2619375" y="63498"/>
                </a:cubicBezTo>
                <a:lnTo>
                  <a:pt x="2619375" y="658814"/>
                </a:lnTo>
                <a:cubicBezTo>
                  <a:pt x="2619375" y="693883"/>
                  <a:pt x="2590946" y="722312"/>
                  <a:pt x="2555877" y="722313"/>
                </a:cubicBezTo>
                <a:lnTo>
                  <a:pt x="31750" y="722313"/>
                </a:lnTo>
                <a:cubicBezTo>
                  <a:pt x="14215" y="722313"/>
                  <a:pt x="0" y="708098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00063" y="3286125"/>
            <a:ext cx="31750" cy="722313"/>
          </a:xfrm>
          <a:custGeom>
            <a:avLst/>
            <a:gdLst/>
            <a:ahLst/>
            <a:cxnLst/>
            <a:rect l="l" t="t" r="r" b="b"/>
            <a:pathLst>
              <a:path w="31750" h="722313">
                <a:moveTo>
                  <a:pt x="31750" y="0"/>
                </a:moveTo>
                <a:lnTo>
                  <a:pt x="31750" y="0"/>
                </a:lnTo>
                <a:lnTo>
                  <a:pt x="31750" y="722313"/>
                </a:lnTo>
                <a:lnTo>
                  <a:pt x="31750" y="722313"/>
                </a:lnTo>
                <a:cubicBezTo>
                  <a:pt x="14227" y="722313"/>
                  <a:pt x="0" y="708086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24" name="Shape 22"/>
          <p:cNvSpPr/>
          <p:nvPr/>
        </p:nvSpPr>
        <p:spPr>
          <a:xfrm>
            <a:off x="619125" y="3413125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104056" y="23812"/>
                </a:moveTo>
                <a:cubicBezTo>
                  <a:pt x="99938" y="23812"/>
                  <a:pt x="95945" y="24929"/>
                  <a:pt x="92447" y="26963"/>
                </a:cubicBezTo>
                <a:cubicBezTo>
                  <a:pt x="88528" y="22994"/>
                  <a:pt x="83964" y="19670"/>
                  <a:pt x="78929" y="17165"/>
                </a:cubicBezTo>
                <a:cubicBezTo>
                  <a:pt x="85923" y="11212"/>
                  <a:pt x="94828" y="7938"/>
                  <a:pt x="104056" y="7938"/>
                </a:cubicBezTo>
                <a:cubicBezTo>
                  <a:pt x="125487" y="7938"/>
                  <a:pt x="142875" y="25301"/>
                  <a:pt x="142875" y="46757"/>
                </a:cubicBezTo>
                <a:cubicBezTo>
                  <a:pt x="142875" y="57051"/>
                  <a:pt x="138782" y="66923"/>
                  <a:pt x="131514" y="74191"/>
                </a:cubicBezTo>
                <a:lnTo>
                  <a:pt x="113878" y="91827"/>
                </a:lnTo>
                <a:cubicBezTo>
                  <a:pt x="106611" y="99095"/>
                  <a:pt x="96738" y="103188"/>
                  <a:pt x="86444" y="103188"/>
                </a:cubicBezTo>
                <a:cubicBezTo>
                  <a:pt x="65013" y="103188"/>
                  <a:pt x="47625" y="85824"/>
                  <a:pt x="47625" y="64368"/>
                </a:cubicBezTo>
                <a:cubicBezTo>
                  <a:pt x="47625" y="63996"/>
                  <a:pt x="47625" y="63624"/>
                  <a:pt x="47650" y="63252"/>
                </a:cubicBezTo>
                <a:cubicBezTo>
                  <a:pt x="47774" y="58862"/>
                  <a:pt x="51420" y="55414"/>
                  <a:pt x="55811" y="55538"/>
                </a:cubicBezTo>
                <a:cubicBezTo>
                  <a:pt x="60201" y="55662"/>
                  <a:pt x="63649" y="59308"/>
                  <a:pt x="63525" y="63698"/>
                </a:cubicBezTo>
                <a:cubicBezTo>
                  <a:pt x="63525" y="63922"/>
                  <a:pt x="63525" y="64145"/>
                  <a:pt x="63525" y="64343"/>
                </a:cubicBezTo>
                <a:cubicBezTo>
                  <a:pt x="63525" y="77019"/>
                  <a:pt x="73794" y="87288"/>
                  <a:pt x="86469" y="87288"/>
                </a:cubicBezTo>
                <a:cubicBezTo>
                  <a:pt x="92546" y="87288"/>
                  <a:pt x="98375" y="84882"/>
                  <a:pt x="102691" y="80566"/>
                </a:cubicBezTo>
                <a:lnTo>
                  <a:pt x="120328" y="62929"/>
                </a:lnTo>
                <a:cubicBezTo>
                  <a:pt x="124619" y="58638"/>
                  <a:pt x="127050" y="52784"/>
                  <a:pt x="127050" y="46707"/>
                </a:cubicBezTo>
                <a:cubicBezTo>
                  <a:pt x="127050" y="34032"/>
                  <a:pt x="116780" y="23763"/>
                  <a:pt x="104105" y="23763"/>
                </a:cubicBezTo>
                <a:close/>
                <a:moveTo>
                  <a:pt x="68263" y="42987"/>
                </a:moveTo>
                <a:cubicBezTo>
                  <a:pt x="67791" y="42788"/>
                  <a:pt x="67320" y="42515"/>
                  <a:pt x="66898" y="42218"/>
                </a:cubicBezTo>
                <a:cubicBezTo>
                  <a:pt x="63773" y="40605"/>
                  <a:pt x="60201" y="39688"/>
                  <a:pt x="56455" y="39688"/>
                </a:cubicBezTo>
                <a:cubicBezTo>
                  <a:pt x="50378" y="39688"/>
                  <a:pt x="44549" y="42094"/>
                  <a:pt x="40233" y="46410"/>
                </a:cubicBezTo>
                <a:lnTo>
                  <a:pt x="22597" y="64046"/>
                </a:lnTo>
                <a:cubicBezTo>
                  <a:pt x="18306" y="68337"/>
                  <a:pt x="15875" y="74191"/>
                  <a:pt x="15875" y="80268"/>
                </a:cubicBezTo>
                <a:cubicBezTo>
                  <a:pt x="15875" y="92943"/>
                  <a:pt x="26144" y="103212"/>
                  <a:pt x="38819" y="103212"/>
                </a:cubicBezTo>
                <a:cubicBezTo>
                  <a:pt x="42912" y="103212"/>
                  <a:pt x="46906" y="102121"/>
                  <a:pt x="50403" y="100087"/>
                </a:cubicBezTo>
                <a:cubicBezTo>
                  <a:pt x="54322" y="104056"/>
                  <a:pt x="58886" y="107379"/>
                  <a:pt x="63946" y="109885"/>
                </a:cubicBezTo>
                <a:cubicBezTo>
                  <a:pt x="56952" y="115813"/>
                  <a:pt x="48071" y="119112"/>
                  <a:pt x="38819" y="119112"/>
                </a:cubicBezTo>
                <a:cubicBezTo>
                  <a:pt x="17388" y="119112"/>
                  <a:pt x="0" y="101749"/>
                  <a:pt x="0" y="80293"/>
                </a:cubicBezTo>
                <a:cubicBezTo>
                  <a:pt x="0" y="69999"/>
                  <a:pt x="4093" y="60127"/>
                  <a:pt x="11361" y="52859"/>
                </a:cubicBezTo>
                <a:lnTo>
                  <a:pt x="28997" y="35223"/>
                </a:lnTo>
                <a:cubicBezTo>
                  <a:pt x="36264" y="27955"/>
                  <a:pt x="46137" y="23862"/>
                  <a:pt x="56431" y="23862"/>
                </a:cubicBezTo>
                <a:cubicBezTo>
                  <a:pt x="77912" y="23862"/>
                  <a:pt x="95250" y="41374"/>
                  <a:pt x="95250" y="62781"/>
                </a:cubicBezTo>
                <a:cubicBezTo>
                  <a:pt x="95250" y="63103"/>
                  <a:pt x="95250" y="63426"/>
                  <a:pt x="95250" y="63748"/>
                </a:cubicBezTo>
                <a:cubicBezTo>
                  <a:pt x="95151" y="68138"/>
                  <a:pt x="91504" y="71586"/>
                  <a:pt x="87114" y="71487"/>
                </a:cubicBezTo>
                <a:cubicBezTo>
                  <a:pt x="82724" y="71388"/>
                  <a:pt x="79276" y="67742"/>
                  <a:pt x="79375" y="63351"/>
                </a:cubicBezTo>
                <a:cubicBezTo>
                  <a:pt x="79375" y="63153"/>
                  <a:pt x="79375" y="62979"/>
                  <a:pt x="79375" y="62781"/>
                </a:cubicBezTo>
                <a:cubicBezTo>
                  <a:pt x="79375" y="54421"/>
                  <a:pt x="74910" y="47079"/>
                  <a:pt x="68263" y="43036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25" name="Text 23"/>
          <p:cNvSpPr/>
          <p:nvPr/>
        </p:nvSpPr>
        <p:spPr>
          <a:xfrm>
            <a:off x="833438" y="3381375"/>
            <a:ext cx="722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Correlation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1188" y="3603625"/>
            <a:ext cx="2468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Cross-session consistency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1188" y="3794125"/>
            <a:ext cx="2460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7BF1A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Higher correlation = easier to track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30563" y="3286125"/>
            <a:ext cx="2619375" cy="722313"/>
          </a:xfrm>
          <a:custGeom>
            <a:avLst/>
            <a:gdLst/>
            <a:ahLst/>
            <a:cxnLst/>
            <a:rect l="l" t="t" r="r" b="b"/>
            <a:pathLst>
              <a:path w="2619375" h="722313">
                <a:moveTo>
                  <a:pt x="31750" y="0"/>
                </a:moveTo>
                <a:lnTo>
                  <a:pt x="2555877" y="0"/>
                </a:lnTo>
                <a:cubicBezTo>
                  <a:pt x="2590946" y="0"/>
                  <a:pt x="2619375" y="28429"/>
                  <a:pt x="2619375" y="63498"/>
                </a:cubicBezTo>
                <a:lnTo>
                  <a:pt x="2619375" y="658814"/>
                </a:lnTo>
                <a:cubicBezTo>
                  <a:pt x="2619375" y="693883"/>
                  <a:pt x="2590946" y="722312"/>
                  <a:pt x="2555877" y="722313"/>
                </a:cubicBezTo>
                <a:lnTo>
                  <a:pt x="31750" y="722313"/>
                </a:lnTo>
                <a:cubicBezTo>
                  <a:pt x="14215" y="722313"/>
                  <a:pt x="0" y="708098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230563" y="3286125"/>
            <a:ext cx="31750" cy="722313"/>
          </a:xfrm>
          <a:custGeom>
            <a:avLst/>
            <a:gdLst/>
            <a:ahLst/>
            <a:cxnLst/>
            <a:rect l="l" t="t" r="r" b="b"/>
            <a:pathLst>
              <a:path w="31750" h="722313">
                <a:moveTo>
                  <a:pt x="31750" y="0"/>
                </a:moveTo>
                <a:lnTo>
                  <a:pt x="31750" y="0"/>
                </a:lnTo>
                <a:lnTo>
                  <a:pt x="31750" y="722313"/>
                </a:lnTo>
                <a:lnTo>
                  <a:pt x="31750" y="722313"/>
                </a:lnTo>
                <a:cubicBezTo>
                  <a:pt x="14227" y="722313"/>
                  <a:pt x="0" y="708086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30" name="Shape 28"/>
          <p:cNvSpPr/>
          <p:nvPr/>
        </p:nvSpPr>
        <p:spPr>
          <a:xfrm>
            <a:off x="3357563" y="341312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ubicBezTo>
                  <a:pt x="0" y="28453"/>
                  <a:pt x="28453" y="0"/>
                  <a:pt x="63500" y="0"/>
                </a:cubicBezTo>
                <a:close/>
                <a:moveTo>
                  <a:pt x="57547" y="29766"/>
                </a:moveTo>
                <a:lnTo>
                  <a:pt x="57547" y="63500"/>
                </a:lnTo>
                <a:cubicBezTo>
                  <a:pt x="57547" y="65484"/>
                  <a:pt x="58539" y="67345"/>
                  <a:pt x="60201" y="68461"/>
                </a:cubicBezTo>
                <a:lnTo>
                  <a:pt x="84013" y="84336"/>
                </a:lnTo>
                <a:cubicBezTo>
                  <a:pt x="86742" y="86171"/>
                  <a:pt x="90438" y="85427"/>
                  <a:pt x="92273" y="82674"/>
                </a:cubicBezTo>
                <a:cubicBezTo>
                  <a:pt x="94109" y="79921"/>
                  <a:pt x="93365" y="76250"/>
                  <a:pt x="90612" y="74414"/>
                </a:cubicBezTo>
                <a:lnTo>
                  <a:pt x="69453" y="60325"/>
                </a:lnTo>
                <a:lnTo>
                  <a:pt x="69453" y="29766"/>
                </a:lnTo>
                <a:cubicBezTo>
                  <a:pt x="69453" y="26467"/>
                  <a:pt x="66799" y="23812"/>
                  <a:pt x="63500" y="23812"/>
                </a:cubicBezTo>
                <a:cubicBezTo>
                  <a:pt x="60201" y="23812"/>
                  <a:pt x="57547" y="26467"/>
                  <a:pt x="57547" y="29766"/>
                </a:cubicBez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31" name="Text 29"/>
          <p:cNvSpPr/>
          <p:nvPr/>
        </p:nvSpPr>
        <p:spPr>
          <a:xfrm>
            <a:off x="3563938" y="3381375"/>
            <a:ext cx="62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Temporal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341688" y="3603625"/>
            <a:ext cx="2468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 pattern value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341688" y="3794125"/>
            <a:ext cx="2460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FB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Higher temporal = greater leakage risk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1469" y="4306094"/>
            <a:ext cx="5691188" cy="2123281"/>
          </a:xfrm>
          <a:custGeom>
            <a:avLst/>
            <a:gdLst/>
            <a:ahLst/>
            <a:cxnLst/>
            <a:rect l="l" t="t" r="r" b="b"/>
            <a:pathLst>
              <a:path w="5691188" h="3484563">
                <a:moveTo>
                  <a:pt x="127012" y="0"/>
                </a:moveTo>
                <a:lnTo>
                  <a:pt x="5564175" y="0"/>
                </a:lnTo>
                <a:cubicBezTo>
                  <a:pt x="5634322" y="0"/>
                  <a:pt x="5691188" y="56865"/>
                  <a:pt x="5691188" y="127012"/>
                </a:cubicBezTo>
                <a:lnTo>
                  <a:pt x="5691188" y="3357550"/>
                </a:lnTo>
                <a:cubicBezTo>
                  <a:pt x="5691188" y="3427697"/>
                  <a:pt x="5634322" y="3484562"/>
                  <a:pt x="5564175" y="3484563"/>
                </a:cubicBezTo>
                <a:lnTo>
                  <a:pt x="127012" y="3484563"/>
                </a:lnTo>
                <a:cubicBezTo>
                  <a:pt x="56865" y="3484563"/>
                  <a:pt x="0" y="3427697"/>
                  <a:pt x="0" y="3357550"/>
                </a:cubicBezTo>
                <a:lnTo>
                  <a:pt x="0" y="127012"/>
                </a:lnTo>
                <a:cubicBezTo>
                  <a:pt x="0" y="56912"/>
                  <a:pt x="56912" y="0"/>
                  <a:pt x="127012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187" y="44688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F0B100"/>
              </a:gs>
              <a:gs pos="100000">
                <a:srgbClr val="E17100"/>
              </a:gs>
            </a:gsLst>
            <a:lin ang="2700000" scaled="1"/>
          </a:gradFill>
          <a:ln/>
        </p:spPr>
      </p:sp>
      <p:sp>
        <p:nvSpPr>
          <p:cNvPr id="36" name="Shape 34"/>
          <p:cNvSpPr/>
          <p:nvPr/>
        </p:nvSpPr>
        <p:spPr>
          <a:xfrm>
            <a:off x="595313" y="457993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2089" y="1612"/>
                </a:moveTo>
                <a:cubicBezTo>
                  <a:pt x="76708" y="-527"/>
                  <a:pt x="82042" y="-527"/>
                  <a:pt x="86661" y="1612"/>
                </a:cubicBezTo>
                <a:lnTo>
                  <a:pt x="154440" y="32928"/>
                </a:lnTo>
                <a:cubicBezTo>
                  <a:pt x="157076" y="34137"/>
                  <a:pt x="158750" y="36773"/>
                  <a:pt x="158750" y="39688"/>
                </a:cubicBezTo>
                <a:cubicBezTo>
                  <a:pt x="158750" y="42602"/>
                  <a:pt x="157076" y="45238"/>
                  <a:pt x="154440" y="46447"/>
                </a:cubicBezTo>
                <a:lnTo>
                  <a:pt x="86661" y="77763"/>
                </a:lnTo>
                <a:cubicBezTo>
                  <a:pt x="82042" y="79902"/>
                  <a:pt x="76708" y="79902"/>
                  <a:pt x="72089" y="77763"/>
                </a:cubicBezTo>
                <a:lnTo>
                  <a:pt x="4310" y="46447"/>
                </a:lnTo>
                <a:cubicBezTo>
                  <a:pt x="1674" y="45207"/>
                  <a:pt x="0" y="42571"/>
                  <a:pt x="0" y="39688"/>
                </a:cubicBezTo>
                <a:cubicBezTo>
                  <a:pt x="0" y="36804"/>
                  <a:pt x="1674" y="34137"/>
                  <a:pt x="4310" y="32928"/>
                </a:cubicBezTo>
                <a:lnTo>
                  <a:pt x="72089" y="1612"/>
                </a:lnTo>
                <a:close/>
                <a:moveTo>
                  <a:pt x="14914" y="67717"/>
                </a:moveTo>
                <a:lnTo>
                  <a:pt x="65856" y="91250"/>
                </a:lnTo>
                <a:cubicBezTo>
                  <a:pt x="74445" y="95219"/>
                  <a:pt x="84336" y="95219"/>
                  <a:pt x="92925" y="91250"/>
                </a:cubicBezTo>
                <a:lnTo>
                  <a:pt x="143867" y="67717"/>
                </a:lnTo>
                <a:lnTo>
                  <a:pt x="154440" y="72616"/>
                </a:lnTo>
                <a:cubicBezTo>
                  <a:pt x="157076" y="73825"/>
                  <a:pt x="158750" y="76460"/>
                  <a:pt x="158750" y="79375"/>
                </a:cubicBezTo>
                <a:cubicBezTo>
                  <a:pt x="158750" y="82290"/>
                  <a:pt x="157076" y="84925"/>
                  <a:pt x="154440" y="86134"/>
                </a:cubicBezTo>
                <a:lnTo>
                  <a:pt x="86661" y="117450"/>
                </a:lnTo>
                <a:cubicBezTo>
                  <a:pt x="82042" y="119590"/>
                  <a:pt x="76708" y="119590"/>
                  <a:pt x="72089" y="117450"/>
                </a:cubicBezTo>
                <a:lnTo>
                  <a:pt x="4310" y="86134"/>
                </a:lnTo>
                <a:cubicBezTo>
                  <a:pt x="1674" y="84894"/>
                  <a:pt x="0" y="82259"/>
                  <a:pt x="0" y="79375"/>
                </a:cubicBezTo>
                <a:cubicBezTo>
                  <a:pt x="0" y="76491"/>
                  <a:pt x="1674" y="73825"/>
                  <a:pt x="4310" y="72616"/>
                </a:cubicBezTo>
                <a:lnTo>
                  <a:pt x="14883" y="67717"/>
                </a:lnTo>
                <a:close/>
                <a:moveTo>
                  <a:pt x="4310" y="112303"/>
                </a:moveTo>
                <a:lnTo>
                  <a:pt x="14883" y="107404"/>
                </a:lnTo>
                <a:lnTo>
                  <a:pt x="65825" y="130938"/>
                </a:lnTo>
                <a:cubicBezTo>
                  <a:pt x="74414" y="134906"/>
                  <a:pt x="84305" y="134906"/>
                  <a:pt x="92894" y="130938"/>
                </a:cubicBezTo>
                <a:lnTo>
                  <a:pt x="143836" y="107404"/>
                </a:lnTo>
                <a:lnTo>
                  <a:pt x="154409" y="112303"/>
                </a:lnTo>
                <a:cubicBezTo>
                  <a:pt x="157045" y="113512"/>
                  <a:pt x="158719" y="116148"/>
                  <a:pt x="158719" y="119062"/>
                </a:cubicBezTo>
                <a:cubicBezTo>
                  <a:pt x="158719" y="121977"/>
                  <a:pt x="157045" y="124613"/>
                  <a:pt x="154409" y="125822"/>
                </a:cubicBezTo>
                <a:lnTo>
                  <a:pt x="86630" y="157138"/>
                </a:lnTo>
                <a:cubicBezTo>
                  <a:pt x="82010" y="159277"/>
                  <a:pt x="76677" y="159277"/>
                  <a:pt x="72058" y="157138"/>
                </a:cubicBezTo>
                <a:lnTo>
                  <a:pt x="4310" y="125822"/>
                </a:lnTo>
                <a:cubicBezTo>
                  <a:pt x="1674" y="124582"/>
                  <a:pt x="0" y="121946"/>
                  <a:pt x="0" y="119062"/>
                </a:cubicBezTo>
                <a:cubicBezTo>
                  <a:pt x="0" y="116179"/>
                  <a:pt x="1674" y="113512"/>
                  <a:pt x="4310" y="11230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960438" y="4536281"/>
            <a:ext cx="2246313" cy="2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Level Classification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88156" y="4980781"/>
            <a:ext cx="1262063" cy="785813"/>
          </a:xfrm>
          <a:custGeom>
            <a:avLst/>
            <a:gdLst/>
            <a:ahLst/>
            <a:cxnLst/>
            <a:rect l="l" t="t" r="r" b="b"/>
            <a:pathLst>
              <a:path w="1262063" h="785813">
                <a:moveTo>
                  <a:pt x="63502" y="0"/>
                </a:moveTo>
                <a:lnTo>
                  <a:pt x="1198561" y="0"/>
                </a:lnTo>
                <a:cubicBezTo>
                  <a:pt x="1233632" y="0"/>
                  <a:pt x="1262062" y="28431"/>
                  <a:pt x="1262062" y="63502"/>
                </a:cubicBezTo>
                <a:lnTo>
                  <a:pt x="1262063" y="722311"/>
                </a:lnTo>
                <a:cubicBezTo>
                  <a:pt x="1262062" y="757382"/>
                  <a:pt x="1233632" y="785813"/>
                  <a:pt x="1198561" y="785813"/>
                </a:cubicBezTo>
                <a:lnTo>
                  <a:pt x="63502" y="785813"/>
                </a:lnTo>
                <a:cubicBezTo>
                  <a:pt x="28431" y="785813"/>
                  <a:pt x="0" y="757382"/>
                  <a:pt x="0" y="722311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D542B">
              <a:alpha val="40000"/>
            </a:srgbClr>
          </a:solidFill>
          <a:ln w="12700">
            <a:solidFill>
              <a:srgbClr val="00C950">
                <a:alpha val="30196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9750" y="5080000"/>
            <a:ext cx="1158875" cy="2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0-30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59594" y="5357813"/>
            <a:ext cx="1119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63563" y="5548313"/>
            <a:ext cx="111125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853406" y="4980781"/>
            <a:ext cx="1262063" cy="785813"/>
          </a:xfrm>
          <a:custGeom>
            <a:avLst/>
            <a:gdLst/>
            <a:ahLst/>
            <a:cxnLst/>
            <a:rect l="l" t="t" r="r" b="b"/>
            <a:pathLst>
              <a:path w="1262063" h="785813">
                <a:moveTo>
                  <a:pt x="63502" y="0"/>
                </a:moveTo>
                <a:lnTo>
                  <a:pt x="1198561" y="0"/>
                </a:lnTo>
                <a:cubicBezTo>
                  <a:pt x="1233632" y="0"/>
                  <a:pt x="1262062" y="28431"/>
                  <a:pt x="1262062" y="63502"/>
                </a:cubicBezTo>
                <a:lnTo>
                  <a:pt x="1262063" y="722311"/>
                </a:lnTo>
                <a:cubicBezTo>
                  <a:pt x="1262062" y="757382"/>
                  <a:pt x="1233632" y="785813"/>
                  <a:pt x="1198561" y="785813"/>
                </a:cubicBezTo>
                <a:lnTo>
                  <a:pt x="63502" y="785813"/>
                </a:lnTo>
                <a:cubicBezTo>
                  <a:pt x="28431" y="785813"/>
                  <a:pt x="0" y="757382"/>
                  <a:pt x="0" y="722311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733E0A">
              <a:alpha val="40000"/>
            </a:srgbClr>
          </a:solidFill>
          <a:ln w="12700">
            <a:solidFill>
              <a:srgbClr val="F0B100">
                <a:alpha val="30196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05000" y="5080000"/>
            <a:ext cx="1158875" cy="2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DC7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31-50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924844" y="5357813"/>
            <a:ext cx="1119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MEDIUM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928813" y="5548313"/>
            <a:ext cx="111125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Medium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218656" y="4980781"/>
            <a:ext cx="1262063" cy="785813"/>
          </a:xfrm>
          <a:custGeom>
            <a:avLst/>
            <a:gdLst/>
            <a:ahLst/>
            <a:cxnLst/>
            <a:rect l="l" t="t" r="r" b="b"/>
            <a:pathLst>
              <a:path w="1262063" h="785813">
                <a:moveTo>
                  <a:pt x="63502" y="0"/>
                </a:moveTo>
                <a:lnTo>
                  <a:pt x="1198561" y="0"/>
                </a:lnTo>
                <a:cubicBezTo>
                  <a:pt x="1233632" y="0"/>
                  <a:pt x="1262062" y="28431"/>
                  <a:pt x="1262062" y="63502"/>
                </a:cubicBezTo>
                <a:lnTo>
                  <a:pt x="1262063" y="722311"/>
                </a:lnTo>
                <a:cubicBezTo>
                  <a:pt x="1262062" y="757382"/>
                  <a:pt x="1233632" y="785813"/>
                  <a:pt x="1198561" y="785813"/>
                </a:cubicBezTo>
                <a:lnTo>
                  <a:pt x="63502" y="785813"/>
                </a:lnTo>
                <a:cubicBezTo>
                  <a:pt x="28431" y="785813"/>
                  <a:pt x="0" y="757382"/>
                  <a:pt x="0" y="722311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7E2A0C">
              <a:alpha val="40000"/>
            </a:srgbClr>
          </a:solidFill>
          <a:ln w="12700">
            <a:solidFill>
              <a:srgbClr val="FF6900">
                <a:alpha val="30196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70250" y="5080000"/>
            <a:ext cx="1158875" cy="2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890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51-70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3290094" y="5357813"/>
            <a:ext cx="1119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3294063" y="5548313"/>
            <a:ext cx="111125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583906" y="4980781"/>
            <a:ext cx="1262063" cy="785813"/>
          </a:xfrm>
          <a:custGeom>
            <a:avLst/>
            <a:gdLst/>
            <a:ahLst/>
            <a:cxnLst/>
            <a:rect l="l" t="t" r="r" b="b"/>
            <a:pathLst>
              <a:path w="1262063" h="785813">
                <a:moveTo>
                  <a:pt x="63502" y="0"/>
                </a:moveTo>
                <a:lnTo>
                  <a:pt x="1198561" y="0"/>
                </a:lnTo>
                <a:cubicBezTo>
                  <a:pt x="1233632" y="0"/>
                  <a:pt x="1262062" y="28431"/>
                  <a:pt x="1262062" y="63502"/>
                </a:cubicBezTo>
                <a:lnTo>
                  <a:pt x="1262063" y="722311"/>
                </a:lnTo>
                <a:cubicBezTo>
                  <a:pt x="1262062" y="757382"/>
                  <a:pt x="1233632" y="785813"/>
                  <a:pt x="1198561" y="785813"/>
                </a:cubicBezTo>
                <a:lnTo>
                  <a:pt x="63502" y="785813"/>
                </a:lnTo>
                <a:cubicBezTo>
                  <a:pt x="28431" y="785813"/>
                  <a:pt x="0" y="757382"/>
                  <a:pt x="0" y="722311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82181A">
              <a:alpha val="40000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35500" y="5080000"/>
            <a:ext cx="1158875" cy="2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71-100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655344" y="5357813"/>
            <a:ext cx="1119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659313" y="5548313"/>
            <a:ext cx="111125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179344" y="133503"/>
            <a:ext cx="5691188" cy="3770313"/>
          </a:xfrm>
          <a:custGeom>
            <a:avLst/>
            <a:gdLst/>
            <a:ahLst/>
            <a:cxnLst/>
            <a:rect l="l" t="t" r="r" b="b"/>
            <a:pathLst>
              <a:path w="5691188" h="3770313">
                <a:moveTo>
                  <a:pt x="126984" y="0"/>
                </a:moveTo>
                <a:lnTo>
                  <a:pt x="5564203" y="0"/>
                </a:lnTo>
                <a:cubicBezTo>
                  <a:pt x="5634335" y="0"/>
                  <a:pt x="5691188" y="56853"/>
                  <a:pt x="5691188" y="126984"/>
                </a:cubicBezTo>
                <a:lnTo>
                  <a:pt x="5691188" y="3643328"/>
                </a:lnTo>
                <a:cubicBezTo>
                  <a:pt x="5691188" y="3713460"/>
                  <a:pt x="5634335" y="3770313"/>
                  <a:pt x="5564203" y="3770313"/>
                </a:cubicBezTo>
                <a:lnTo>
                  <a:pt x="126984" y="3770313"/>
                </a:lnTo>
                <a:cubicBezTo>
                  <a:pt x="56853" y="3770313"/>
                  <a:pt x="0" y="3713460"/>
                  <a:pt x="0" y="3643328"/>
                </a:cubicBezTo>
                <a:lnTo>
                  <a:pt x="0" y="126984"/>
                </a:lnTo>
                <a:cubicBezTo>
                  <a:pt x="0" y="56900"/>
                  <a:pt x="56900" y="0"/>
                  <a:pt x="126984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42063" y="29622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  <a:ln/>
        </p:spPr>
      </p:sp>
      <p:sp>
        <p:nvSpPr>
          <p:cNvPr id="56" name="Shape 54"/>
          <p:cNvSpPr/>
          <p:nvPr/>
        </p:nvSpPr>
        <p:spPr>
          <a:xfrm>
            <a:off x="6473031" y="407347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90816" y="119062"/>
                </a:moveTo>
                <a:cubicBezTo>
                  <a:pt x="93080" y="112148"/>
                  <a:pt x="97606" y="105885"/>
                  <a:pt x="102722" y="100490"/>
                </a:cubicBezTo>
                <a:cubicBezTo>
                  <a:pt x="112861" y="89824"/>
                  <a:pt x="119062" y="75406"/>
                  <a:pt x="119062" y="59531"/>
                </a:cubicBezTo>
                <a:cubicBezTo>
                  <a:pt x="119062" y="26665"/>
                  <a:pt x="92397" y="0"/>
                  <a:pt x="59531" y="0"/>
                </a:cubicBezTo>
                <a:cubicBezTo>
                  <a:pt x="26665" y="0"/>
                  <a:pt x="0" y="26665"/>
                  <a:pt x="0" y="59531"/>
                </a:cubicBezTo>
                <a:cubicBezTo>
                  <a:pt x="0" y="75406"/>
                  <a:pt x="6201" y="89824"/>
                  <a:pt x="16340" y="100490"/>
                </a:cubicBezTo>
                <a:cubicBezTo>
                  <a:pt x="21456" y="105885"/>
                  <a:pt x="26014" y="112148"/>
                  <a:pt x="28246" y="119062"/>
                </a:cubicBezTo>
                <a:lnTo>
                  <a:pt x="90785" y="119062"/>
                </a:lnTo>
                <a:close/>
                <a:moveTo>
                  <a:pt x="89297" y="133945"/>
                </a:moveTo>
                <a:lnTo>
                  <a:pt x="29766" y="133945"/>
                </a:lnTo>
                <a:lnTo>
                  <a:pt x="29766" y="138906"/>
                </a:lnTo>
                <a:cubicBezTo>
                  <a:pt x="29766" y="152611"/>
                  <a:pt x="40866" y="163711"/>
                  <a:pt x="54570" y="163711"/>
                </a:cubicBezTo>
                <a:lnTo>
                  <a:pt x="64492" y="163711"/>
                </a:lnTo>
                <a:cubicBezTo>
                  <a:pt x="78197" y="163711"/>
                  <a:pt x="89297" y="152611"/>
                  <a:pt x="89297" y="138906"/>
                </a:cubicBezTo>
                <a:lnTo>
                  <a:pt x="89297" y="133945"/>
                </a:lnTo>
                <a:close/>
                <a:moveTo>
                  <a:pt x="57051" y="34727"/>
                </a:moveTo>
                <a:cubicBezTo>
                  <a:pt x="44710" y="34727"/>
                  <a:pt x="34727" y="44710"/>
                  <a:pt x="34727" y="57051"/>
                </a:cubicBezTo>
                <a:cubicBezTo>
                  <a:pt x="34727" y="61175"/>
                  <a:pt x="31409" y="64492"/>
                  <a:pt x="27285" y="64492"/>
                </a:cubicBezTo>
                <a:cubicBezTo>
                  <a:pt x="23161" y="64492"/>
                  <a:pt x="19844" y="61175"/>
                  <a:pt x="19844" y="57051"/>
                </a:cubicBezTo>
                <a:cubicBezTo>
                  <a:pt x="19844" y="36494"/>
                  <a:pt x="36494" y="19844"/>
                  <a:pt x="57051" y="19844"/>
                </a:cubicBezTo>
                <a:cubicBezTo>
                  <a:pt x="61175" y="19844"/>
                  <a:pt x="64492" y="23161"/>
                  <a:pt x="64492" y="27285"/>
                </a:cubicBezTo>
                <a:cubicBezTo>
                  <a:pt x="64492" y="31409"/>
                  <a:pt x="61175" y="34727"/>
                  <a:pt x="57051" y="3472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6818313" y="363690"/>
            <a:ext cx="3770313" cy="2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Actionable Recommendations Generation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342063" y="804222"/>
            <a:ext cx="5429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Based on risk level and dominant contributing indicators, automatically generate targeted privacy protection recommendations, each assessment provides at least 3 actionable recommendations.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42063" y="1550347"/>
            <a:ext cx="5365750" cy="666750"/>
          </a:xfrm>
          <a:custGeom>
            <a:avLst/>
            <a:gdLst/>
            <a:ahLst/>
            <a:cxnLst/>
            <a:rect l="l" t="t" r="r" b="b"/>
            <a:pathLst>
              <a:path w="5365750" h="666750">
                <a:moveTo>
                  <a:pt x="63501" y="0"/>
                </a:moveTo>
                <a:lnTo>
                  <a:pt x="5302249" y="0"/>
                </a:lnTo>
                <a:cubicBezTo>
                  <a:pt x="5337320" y="0"/>
                  <a:pt x="5365750" y="28430"/>
                  <a:pt x="5365750" y="63501"/>
                </a:cubicBezTo>
                <a:lnTo>
                  <a:pt x="5365750" y="603249"/>
                </a:lnTo>
                <a:cubicBezTo>
                  <a:pt x="5365750" y="638320"/>
                  <a:pt x="5337320" y="666750"/>
                  <a:pt x="5302249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484938" y="170909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7146" y="0"/>
                  <a:pt x="70495" y="2009"/>
                  <a:pt x="72231" y="5209"/>
                </a:cubicBezTo>
                <a:lnTo>
                  <a:pt x="125809" y="104428"/>
                </a:lnTo>
                <a:cubicBezTo>
                  <a:pt x="127471" y="107504"/>
                  <a:pt x="127397" y="111224"/>
                  <a:pt x="125611" y="114226"/>
                </a:cubicBezTo>
                <a:cubicBezTo>
                  <a:pt x="123825" y="117227"/>
                  <a:pt x="120576" y="119063"/>
                  <a:pt x="117078" y="119063"/>
                </a:cubicBezTo>
                <a:lnTo>
                  <a:pt x="9922" y="119063"/>
                </a:lnTo>
                <a:cubicBezTo>
                  <a:pt x="6424" y="119063"/>
                  <a:pt x="3200" y="117227"/>
                  <a:pt x="1389" y="114226"/>
                </a:cubicBezTo>
                <a:cubicBezTo>
                  <a:pt x="-422" y="111224"/>
                  <a:pt x="-471" y="107504"/>
                  <a:pt x="1191" y="104428"/>
                </a:cubicBezTo>
                <a:lnTo>
                  <a:pt x="54769" y="5209"/>
                </a:lnTo>
                <a:cubicBezTo>
                  <a:pt x="56505" y="2009"/>
                  <a:pt x="59854" y="0"/>
                  <a:pt x="63500" y="0"/>
                </a:cubicBezTo>
                <a:close/>
                <a:moveTo>
                  <a:pt x="63500" y="41672"/>
                </a:moveTo>
                <a:cubicBezTo>
                  <a:pt x="60201" y="41672"/>
                  <a:pt x="57547" y="44326"/>
                  <a:pt x="57547" y="47625"/>
                </a:cubicBezTo>
                <a:lnTo>
                  <a:pt x="57547" y="75406"/>
                </a:lnTo>
                <a:cubicBezTo>
                  <a:pt x="57547" y="78705"/>
                  <a:pt x="60201" y="81359"/>
                  <a:pt x="63500" y="81359"/>
                </a:cubicBezTo>
                <a:cubicBezTo>
                  <a:pt x="66799" y="81359"/>
                  <a:pt x="69453" y="78705"/>
                  <a:pt x="69453" y="75406"/>
                </a:cubicBezTo>
                <a:lnTo>
                  <a:pt x="69453" y="47625"/>
                </a:lnTo>
                <a:cubicBezTo>
                  <a:pt x="69453" y="44326"/>
                  <a:pt x="66799" y="41672"/>
                  <a:pt x="63500" y="41672"/>
                </a:cubicBezTo>
                <a:close/>
                <a:moveTo>
                  <a:pt x="70123" y="95250"/>
                </a:moveTo>
                <a:cubicBezTo>
                  <a:pt x="70274" y="92792"/>
                  <a:pt x="69048" y="90453"/>
                  <a:pt x="66940" y="89178"/>
                </a:cubicBezTo>
                <a:cubicBezTo>
                  <a:pt x="64833" y="87903"/>
                  <a:pt x="62192" y="87903"/>
                  <a:pt x="60085" y="89178"/>
                </a:cubicBezTo>
                <a:cubicBezTo>
                  <a:pt x="57977" y="90453"/>
                  <a:pt x="56751" y="92792"/>
                  <a:pt x="56902" y="95250"/>
                </a:cubicBezTo>
                <a:cubicBezTo>
                  <a:pt x="56751" y="97708"/>
                  <a:pt x="57977" y="100047"/>
                  <a:pt x="60085" y="101322"/>
                </a:cubicBezTo>
                <a:cubicBezTo>
                  <a:pt x="62192" y="102597"/>
                  <a:pt x="64833" y="102597"/>
                  <a:pt x="66940" y="101322"/>
                </a:cubicBezTo>
                <a:cubicBezTo>
                  <a:pt x="69048" y="100047"/>
                  <a:pt x="70274" y="97708"/>
                  <a:pt x="70123" y="95250"/>
                </a:cubicBezTo>
                <a:close/>
              </a:path>
            </a:pathLst>
          </a:custGeom>
          <a:solidFill>
            <a:srgbClr val="FDC700"/>
          </a:solidFill>
          <a:ln/>
        </p:spPr>
      </p:sp>
      <p:sp>
        <p:nvSpPr>
          <p:cNvPr id="61" name="Text 59"/>
          <p:cNvSpPr/>
          <p:nvPr/>
        </p:nvSpPr>
        <p:spPr>
          <a:xfrm>
            <a:off x="6691313" y="1677347"/>
            <a:ext cx="1087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 Entropy Risk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469063" y="1931347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Increase request method diversity, explore multiple DApps to disperse behavior characteristics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42063" y="2312347"/>
            <a:ext cx="5365750" cy="666750"/>
          </a:xfrm>
          <a:custGeom>
            <a:avLst/>
            <a:gdLst/>
            <a:ahLst/>
            <a:cxnLst/>
            <a:rect l="l" t="t" r="r" b="b"/>
            <a:pathLst>
              <a:path w="5365750" h="666750">
                <a:moveTo>
                  <a:pt x="63501" y="0"/>
                </a:moveTo>
                <a:lnTo>
                  <a:pt x="5302249" y="0"/>
                </a:lnTo>
                <a:cubicBezTo>
                  <a:pt x="5337320" y="0"/>
                  <a:pt x="5365750" y="28430"/>
                  <a:pt x="5365750" y="63501"/>
                </a:cubicBezTo>
                <a:lnTo>
                  <a:pt x="5365750" y="603249"/>
                </a:lnTo>
                <a:cubicBezTo>
                  <a:pt x="5365750" y="638320"/>
                  <a:pt x="5337320" y="666750"/>
                  <a:pt x="5302249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6484938" y="247109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7146" y="0"/>
                  <a:pt x="70495" y="2009"/>
                  <a:pt x="72231" y="5209"/>
                </a:cubicBezTo>
                <a:lnTo>
                  <a:pt x="125809" y="104428"/>
                </a:lnTo>
                <a:cubicBezTo>
                  <a:pt x="127471" y="107504"/>
                  <a:pt x="127397" y="111224"/>
                  <a:pt x="125611" y="114226"/>
                </a:cubicBezTo>
                <a:cubicBezTo>
                  <a:pt x="123825" y="117227"/>
                  <a:pt x="120576" y="119063"/>
                  <a:pt x="117078" y="119063"/>
                </a:cubicBezTo>
                <a:lnTo>
                  <a:pt x="9922" y="119063"/>
                </a:lnTo>
                <a:cubicBezTo>
                  <a:pt x="6424" y="119063"/>
                  <a:pt x="3200" y="117227"/>
                  <a:pt x="1389" y="114226"/>
                </a:cubicBezTo>
                <a:cubicBezTo>
                  <a:pt x="-422" y="111224"/>
                  <a:pt x="-471" y="107504"/>
                  <a:pt x="1191" y="104428"/>
                </a:cubicBezTo>
                <a:lnTo>
                  <a:pt x="54769" y="5209"/>
                </a:lnTo>
                <a:cubicBezTo>
                  <a:pt x="56505" y="2009"/>
                  <a:pt x="59854" y="0"/>
                  <a:pt x="63500" y="0"/>
                </a:cubicBezTo>
                <a:close/>
                <a:moveTo>
                  <a:pt x="63500" y="41672"/>
                </a:moveTo>
                <a:cubicBezTo>
                  <a:pt x="60201" y="41672"/>
                  <a:pt x="57547" y="44326"/>
                  <a:pt x="57547" y="47625"/>
                </a:cubicBezTo>
                <a:lnTo>
                  <a:pt x="57547" y="75406"/>
                </a:lnTo>
                <a:cubicBezTo>
                  <a:pt x="57547" y="78705"/>
                  <a:pt x="60201" y="81359"/>
                  <a:pt x="63500" y="81359"/>
                </a:cubicBezTo>
                <a:cubicBezTo>
                  <a:pt x="66799" y="81359"/>
                  <a:pt x="69453" y="78705"/>
                  <a:pt x="69453" y="75406"/>
                </a:cubicBezTo>
                <a:lnTo>
                  <a:pt x="69453" y="47625"/>
                </a:lnTo>
                <a:cubicBezTo>
                  <a:pt x="69453" y="44326"/>
                  <a:pt x="66799" y="41672"/>
                  <a:pt x="63500" y="41672"/>
                </a:cubicBezTo>
                <a:close/>
                <a:moveTo>
                  <a:pt x="70123" y="95250"/>
                </a:moveTo>
                <a:cubicBezTo>
                  <a:pt x="70274" y="92792"/>
                  <a:pt x="69048" y="90453"/>
                  <a:pt x="66940" y="89178"/>
                </a:cubicBezTo>
                <a:cubicBezTo>
                  <a:pt x="64833" y="87903"/>
                  <a:pt x="62192" y="87903"/>
                  <a:pt x="60085" y="89178"/>
                </a:cubicBezTo>
                <a:cubicBezTo>
                  <a:pt x="57977" y="90453"/>
                  <a:pt x="56751" y="92792"/>
                  <a:pt x="56902" y="95250"/>
                </a:cubicBezTo>
                <a:cubicBezTo>
                  <a:pt x="56751" y="97708"/>
                  <a:pt x="57977" y="100047"/>
                  <a:pt x="60085" y="101322"/>
                </a:cubicBezTo>
                <a:cubicBezTo>
                  <a:pt x="62192" y="102597"/>
                  <a:pt x="64833" y="102597"/>
                  <a:pt x="66940" y="101322"/>
                </a:cubicBezTo>
                <a:cubicBezTo>
                  <a:pt x="69048" y="100047"/>
                  <a:pt x="70274" y="97708"/>
                  <a:pt x="70123" y="95250"/>
                </a:cubicBez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65" name="Text 63"/>
          <p:cNvSpPr/>
          <p:nvPr/>
        </p:nvSpPr>
        <p:spPr>
          <a:xfrm>
            <a:off x="6691313" y="2439347"/>
            <a:ext cx="1309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Correlation Risk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469063" y="2693347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address rotation, generate new addresses for different sessions, separate activity types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342063" y="3074347"/>
            <a:ext cx="5365750" cy="666750"/>
          </a:xfrm>
          <a:custGeom>
            <a:avLst/>
            <a:gdLst/>
            <a:ahLst/>
            <a:cxnLst/>
            <a:rect l="l" t="t" r="r" b="b"/>
            <a:pathLst>
              <a:path w="5365750" h="666750">
                <a:moveTo>
                  <a:pt x="63501" y="0"/>
                </a:moveTo>
                <a:lnTo>
                  <a:pt x="5302249" y="0"/>
                </a:lnTo>
                <a:cubicBezTo>
                  <a:pt x="5337320" y="0"/>
                  <a:pt x="5365750" y="28430"/>
                  <a:pt x="5365750" y="63501"/>
                </a:cubicBezTo>
                <a:lnTo>
                  <a:pt x="5365750" y="603249"/>
                </a:lnTo>
                <a:cubicBezTo>
                  <a:pt x="5365750" y="638320"/>
                  <a:pt x="5337320" y="666750"/>
                  <a:pt x="5302249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6484938" y="323309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7146" y="0"/>
                  <a:pt x="70495" y="2009"/>
                  <a:pt x="72231" y="5209"/>
                </a:cubicBezTo>
                <a:lnTo>
                  <a:pt x="125809" y="104428"/>
                </a:lnTo>
                <a:cubicBezTo>
                  <a:pt x="127471" y="107504"/>
                  <a:pt x="127397" y="111224"/>
                  <a:pt x="125611" y="114226"/>
                </a:cubicBezTo>
                <a:cubicBezTo>
                  <a:pt x="123825" y="117227"/>
                  <a:pt x="120576" y="119063"/>
                  <a:pt x="117078" y="119063"/>
                </a:cubicBezTo>
                <a:lnTo>
                  <a:pt x="9922" y="119063"/>
                </a:lnTo>
                <a:cubicBezTo>
                  <a:pt x="6424" y="119063"/>
                  <a:pt x="3200" y="117227"/>
                  <a:pt x="1389" y="114226"/>
                </a:cubicBezTo>
                <a:cubicBezTo>
                  <a:pt x="-422" y="111224"/>
                  <a:pt x="-471" y="107504"/>
                  <a:pt x="1191" y="104428"/>
                </a:cubicBezTo>
                <a:lnTo>
                  <a:pt x="54769" y="5209"/>
                </a:lnTo>
                <a:cubicBezTo>
                  <a:pt x="56505" y="2009"/>
                  <a:pt x="59854" y="0"/>
                  <a:pt x="63500" y="0"/>
                </a:cubicBezTo>
                <a:close/>
                <a:moveTo>
                  <a:pt x="63500" y="41672"/>
                </a:moveTo>
                <a:cubicBezTo>
                  <a:pt x="60201" y="41672"/>
                  <a:pt x="57547" y="44326"/>
                  <a:pt x="57547" y="47625"/>
                </a:cubicBezTo>
                <a:lnTo>
                  <a:pt x="57547" y="75406"/>
                </a:lnTo>
                <a:cubicBezTo>
                  <a:pt x="57547" y="78705"/>
                  <a:pt x="60201" y="81359"/>
                  <a:pt x="63500" y="81359"/>
                </a:cubicBezTo>
                <a:cubicBezTo>
                  <a:pt x="66799" y="81359"/>
                  <a:pt x="69453" y="78705"/>
                  <a:pt x="69453" y="75406"/>
                </a:cubicBezTo>
                <a:lnTo>
                  <a:pt x="69453" y="47625"/>
                </a:lnTo>
                <a:cubicBezTo>
                  <a:pt x="69453" y="44326"/>
                  <a:pt x="66799" y="41672"/>
                  <a:pt x="63500" y="41672"/>
                </a:cubicBezTo>
                <a:close/>
                <a:moveTo>
                  <a:pt x="70123" y="95250"/>
                </a:moveTo>
                <a:cubicBezTo>
                  <a:pt x="70274" y="92792"/>
                  <a:pt x="69048" y="90453"/>
                  <a:pt x="66940" y="89178"/>
                </a:cubicBezTo>
                <a:cubicBezTo>
                  <a:pt x="64833" y="87903"/>
                  <a:pt x="62192" y="87903"/>
                  <a:pt x="60085" y="89178"/>
                </a:cubicBezTo>
                <a:cubicBezTo>
                  <a:pt x="57977" y="90453"/>
                  <a:pt x="56751" y="92792"/>
                  <a:pt x="56902" y="95250"/>
                </a:cubicBezTo>
                <a:cubicBezTo>
                  <a:pt x="56751" y="97708"/>
                  <a:pt x="57977" y="100047"/>
                  <a:pt x="60085" y="101322"/>
                </a:cubicBezTo>
                <a:cubicBezTo>
                  <a:pt x="62192" y="102597"/>
                  <a:pt x="64833" y="102597"/>
                  <a:pt x="66940" y="101322"/>
                </a:cubicBezTo>
                <a:cubicBezTo>
                  <a:pt x="69048" y="100047"/>
                  <a:pt x="70274" y="97708"/>
                  <a:pt x="70123" y="9525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69" name="Text 67"/>
          <p:cNvSpPr/>
          <p:nvPr/>
        </p:nvSpPr>
        <p:spPr>
          <a:xfrm>
            <a:off x="6691313" y="3201346"/>
            <a:ext cx="1214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Temporal Risk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469063" y="3455347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 random time jitter, batch requests to reduce time granularity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179344" y="3972694"/>
            <a:ext cx="5691188" cy="2833688"/>
          </a:xfrm>
          <a:custGeom>
            <a:avLst/>
            <a:gdLst/>
            <a:ahLst/>
            <a:cxnLst/>
            <a:rect l="l" t="t" r="r" b="b"/>
            <a:pathLst>
              <a:path w="5691188" h="2833688">
                <a:moveTo>
                  <a:pt x="127006" y="0"/>
                </a:moveTo>
                <a:lnTo>
                  <a:pt x="5564182" y="0"/>
                </a:lnTo>
                <a:cubicBezTo>
                  <a:pt x="5634325" y="0"/>
                  <a:pt x="5691188" y="56862"/>
                  <a:pt x="5691188" y="127006"/>
                </a:cubicBezTo>
                <a:lnTo>
                  <a:pt x="5691188" y="2706682"/>
                </a:lnTo>
                <a:cubicBezTo>
                  <a:pt x="5691188" y="2776825"/>
                  <a:pt x="5634325" y="2833688"/>
                  <a:pt x="5564182" y="2833687"/>
                </a:cubicBezTo>
                <a:lnTo>
                  <a:pt x="127006" y="2833688"/>
                </a:lnTo>
                <a:cubicBezTo>
                  <a:pt x="56862" y="2833687"/>
                  <a:pt x="0" y="2776825"/>
                  <a:pt x="0" y="2706682"/>
                </a:cubicBezTo>
                <a:lnTo>
                  <a:pt x="0" y="127006"/>
                </a:lnTo>
                <a:cubicBezTo>
                  <a:pt x="0" y="56909"/>
                  <a:pt x="56909" y="0"/>
                  <a:pt x="127006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342063" y="41354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  <a:ln/>
        </p:spPr>
      </p:sp>
      <p:sp>
        <p:nvSpPr>
          <p:cNvPr id="73" name="Shape 71"/>
          <p:cNvSpPr/>
          <p:nvPr/>
        </p:nvSpPr>
        <p:spPr>
          <a:xfrm>
            <a:off x="6433344" y="4246538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19062" y="9922"/>
                </a:moveTo>
                <a:lnTo>
                  <a:pt x="158750" y="9922"/>
                </a:lnTo>
                <a:cubicBezTo>
                  <a:pt x="164238" y="9922"/>
                  <a:pt x="168672" y="14356"/>
                  <a:pt x="168672" y="19844"/>
                </a:cubicBezTo>
                <a:cubicBezTo>
                  <a:pt x="168672" y="25332"/>
                  <a:pt x="164238" y="29766"/>
                  <a:pt x="158750" y="29766"/>
                </a:cubicBezTo>
                <a:lnTo>
                  <a:pt x="123527" y="29766"/>
                </a:lnTo>
                <a:cubicBezTo>
                  <a:pt x="121915" y="37765"/>
                  <a:pt x="116427" y="44369"/>
                  <a:pt x="109141" y="47532"/>
                </a:cubicBezTo>
                <a:lnTo>
                  <a:pt x="109141" y="138906"/>
                </a:lnTo>
                <a:lnTo>
                  <a:pt x="158750" y="138906"/>
                </a:lnTo>
                <a:cubicBezTo>
                  <a:pt x="164238" y="138906"/>
                  <a:pt x="168672" y="143340"/>
                  <a:pt x="168672" y="148828"/>
                </a:cubicBezTo>
                <a:cubicBezTo>
                  <a:pt x="168672" y="154316"/>
                  <a:pt x="164238" y="158750"/>
                  <a:pt x="158750" y="158750"/>
                </a:cubicBezTo>
                <a:lnTo>
                  <a:pt x="39688" y="158750"/>
                </a:lnTo>
                <a:cubicBezTo>
                  <a:pt x="34199" y="158750"/>
                  <a:pt x="29766" y="154316"/>
                  <a:pt x="29766" y="148828"/>
                </a:cubicBezTo>
                <a:cubicBezTo>
                  <a:pt x="29766" y="143340"/>
                  <a:pt x="34199" y="138906"/>
                  <a:pt x="39688" y="138906"/>
                </a:cubicBezTo>
                <a:lnTo>
                  <a:pt x="89297" y="138906"/>
                </a:lnTo>
                <a:lnTo>
                  <a:pt x="89297" y="47532"/>
                </a:lnTo>
                <a:cubicBezTo>
                  <a:pt x="82010" y="44338"/>
                  <a:pt x="76522" y="37734"/>
                  <a:pt x="74910" y="29766"/>
                </a:cubicBezTo>
                <a:lnTo>
                  <a:pt x="39688" y="29766"/>
                </a:lnTo>
                <a:cubicBezTo>
                  <a:pt x="34199" y="29766"/>
                  <a:pt x="29766" y="25332"/>
                  <a:pt x="29766" y="19844"/>
                </a:cubicBezTo>
                <a:cubicBezTo>
                  <a:pt x="29766" y="14356"/>
                  <a:pt x="34199" y="9922"/>
                  <a:pt x="39688" y="9922"/>
                </a:cubicBezTo>
                <a:lnTo>
                  <a:pt x="79375" y="9922"/>
                </a:lnTo>
                <a:cubicBezTo>
                  <a:pt x="83902" y="3907"/>
                  <a:pt x="91095" y="0"/>
                  <a:pt x="99219" y="0"/>
                </a:cubicBezTo>
                <a:cubicBezTo>
                  <a:pt x="107342" y="0"/>
                  <a:pt x="114536" y="3907"/>
                  <a:pt x="119062" y="9922"/>
                </a:cubicBezTo>
                <a:close/>
                <a:moveTo>
                  <a:pt x="136302" y="99219"/>
                </a:moveTo>
                <a:lnTo>
                  <a:pt x="181198" y="99219"/>
                </a:lnTo>
                <a:lnTo>
                  <a:pt x="158750" y="60709"/>
                </a:lnTo>
                <a:lnTo>
                  <a:pt x="136302" y="99219"/>
                </a:lnTo>
                <a:close/>
                <a:moveTo>
                  <a:pt x="158750" y="128984"/>
                </a:moveTo>
                <a:cubicBezTo>
                  <a:pt x="139247" y="128984"/>
                  <a:pt x="123031" y="118442"/>
                  <a:pt x="119683" y="104521"/>
                </a:cubicBezTo>
                <a:cubicBezTo>
                  <a:pt x="118876" y="101110"/>
                  <a:pt x="119993" y="97606"/>
                  <a:pt x="121760" y="94568"/>
                </a:cubicBezTo>
                <a:lnTo>
                  <a:pt x="151278" y="43966"/>
                </a:lnTo>
                <a:cubicBezTo>
                  <a:pt x="152828" y="41300"/>
                  <a:pt x="155680" y="39688"/>
                  <a:pt x="158750" y="39688"/>
                </a:cubicBezTo>
                <a:cubicBezTo>
                  <a:pt x="161820" y="39688"/>
                  <a:pt x="164672" y="41331"/>
                  <a:pt x="166222" y="43966"/>
                </a:cubicBezTo>
                <a:lnTo>
                  <a:pt x="195740" y="94568"/>
                </a:lnTo>
                <a:cubicBezTo>
                  <a:pt x="197507" y="97606"/>
                  <a:pt x="198624" y="101110"/>
                  <a:pt x="197817" y="104521"/>
                </a:cubicBezTo>
                <a:cubicBezTo>
                  <a:pt x="194469" y="118411"/>
                  <a:pt x="178253" y="128984"/>
                  <a:pt x="158750" y="128984"/>
                </a:cubicBezTo>
                <a:close/>
                <a:moveTo>
                  <a:pt x="39315" y="60709"/>
                </a:moveTo>
                <a:lnTo>
                  <a:pt x="16867" y="99219"/>
                </a:lnTo>
                <a:lnTo>
                  <a:pt x="61795" y="99219"/>
                </a:lnTo>
                <a:lnTo>
                  <a:pt x="39315" y="60709"/>
                </a:lnTo>
                <a:close/>
                <a:moveTo>
                  <a:pt x="279" y="104521"/>
                </a:moveTo>
                <a:cubicBezTo>
                  <a:pt x="-527" y="101110"/>
                  <a:pt x="589" y="97606"/>
                  <a:pt x="2356" y="94568"/>
                </a:cubicBezTo>
                <a:lnTo>
                  <a:pt x="31874" y="43966"/>
                </a:lnTo>
                <a:cubicBezTo>
                  <a:pt x="33424" y="41300"/>
                  <a:pt x="36277" y="39688"/>
                  <a:pt x="39346" y="39688"/>
                </a:cubicBezTo>
                <a:cubicBezTo>
                  <a:pt x="42416" y="39688"/>
                  <a:pt x="45269" y="41331"/>
                  <a:pt x="46819" y="43966"/>
                </a:cubicBezTo>
                <a:lnTo>
                  <a:pt x="76336" y="94568"/>
                </a:lnTo>
                <a:cubicBezTo>
                  <a:pt x="78104" y="97606"/>
                  <a:pt x="79220" y="101110"/>
                  <a:pt x="78414" y="104521"/>
                </a:cubicBezTo>
                <a:cubicBezTo>
                  <a:pt x="75065" y="118411"/>
                  <a:pt x="58849" y="128984"/>
                  <a:pt x="39346" y="128984"/>
                </a:cubicBezTo>
                <a:cubicBezTo>
                  <a:pt x="19844" y="128984"/>
                  <a:pt x="3628" y="118442"/>
                  <a:pt x="279" y="10452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4" name="Text 72"/>
          <p:cNvSpPr/>
          <p:nvPr/>
        </p:nvSpPr>
        <p:spPr>
          <a:xfrm>
            <a:off x="6818313" y="4202881"/>
            <a:ext cx="2754313" cy="2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Baseline Comparison Analysis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342063" y="4643413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63498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6488906" y="486566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105544" y="65949"/>
                </a:moveTo>
                <a:lnTo>
                  <a:pt x="80739" y="105637"/>
                </a:lnTo>
                <a:cubicBezTo>
                  <a:pt x="79437" y="107714"/>
                  <a:pt x="77205" y="109017"/>
                  <a:pt x="74755" y="109141"/>
                </a:cubicBezTo>
                <a:cubicBezTo>
                  <a:pt x="72306" y="109265"/>
                  <a:pt x="69949" y="108148"/>
                  <a:pt x="68492" y="106164"/>
                </a:cubicBezTo>
                <a:lnTo>
                  <a:pt x="53609" y="86320"/>
                </a:lnTo>
                <a:cubicBezTo>
                  <a:pt x="51129" y="83034"/>
                  <a:pt x="51811" y="78383"/>
                  <a:pt x="55097" y="75902"/>
                </a:cubicBezTo>
                <a:cubicBezTo>
                  <a:pt x="58384" y="73422"/>
                  <a:pt x="63035" y="74104"/>
                  <a:pt x="65515" y="77391"/>
                </a:cubicBezTo>
                <a:lnTo>
                  <a:pt x="73887" y="88553"/>
                </a:lnTo>
                <a:lnTo>
                  <a:pt x="92925" y="58074"/>
                </a:lnTo>
                <a:cubicBezTo>
                  <a:pt x="95095" y="54601"/>
                  <a:pt x="99684" y="53516"/>
                  <a:pt x="103188" y="55718"/>
                </a:cubicBezTo>
                <a:cubicBezTo>
                  <a:pt x="106691" y="57919"/>
                  <a:pt x="107745" y="62477"/>
                  <a:pt x="105544" y="65980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77" name="Text 75"/>
          <p:cNvSpPr/>
          <p:nvPr/>
        </p:nvSpPr>
        <p:spPr>
          <a:xfrm>
            <a:off x="6794500" y="4770413"/>
            <a:ext cx="134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Ideal Privacy Baseline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6794500" y="4960913"/>
            <a:ext cx="134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Theoretical optimal value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6342063" y="5341913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63498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6488906" y="556416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51780" y="51780"/>
                </a:moveTo>
                <a:cubicBezTo>
                  <a:pt x="54694" y="48865"/>
                  <a:pt x="59407" y="48865"/>
                  <a:pt x="62291" y="51780"/>
                </a:cubicBezTo>
                <a:lnTo>
                  <a:pt x="79344" y="68833"/>
                </a:lnTo>
                <a:lnTo>
                  <a:pt x="96397" y="51780"/>
                </a:lnTo>
                <a:cubicBezTo>
                  <a:pt x="99312" y="48865"/>
                  <a:pt x="104025" y="48865"/>
                  <a:pt x="106908" y="51780"/>
                </a:cubicBezTo>
                <a:cubicBezTo>
                  <a:pt x="109792" y="54694"/>
                  <a:pt x="109823" y="59407"/>
                  <a:pt x="106908" y="62291"/>
                </a:cubicBezTo>
                <a:lnTo>
                  <a:pt x="89855" y="79344"/>
                </a:lnTo>
                <a:lnTo>
                  <a:pt x="106908" y="96397"/>
                </a:lnTo>
                <a:cubicBezTo>
                  <a:pt x="109823" y="99312"/>
                  <a:pt x="109823" y="104025"/>
                  <a:pt x="106908" y="106908"/>
                </a:cubicBezTo>
                <a:cubicBezTo>
                  <a:pt x="103994" y="109792"/>
                  <a:pt x="99281" y="109823"/>
                  <a:pt x="96397" y="106908"/>
                </a:cubicBezTo>
                <a:lnTo>
                  <a:pt x="79344" y="89855"/>
                </a:lnTo>
                <a:lnTo>
                  <a:pt x="62291" y="106908"/>
                </a:lnTo>
                <a:cubicBezTo>
                  <a:pt x="59376" y="109823"/>
                  <a:pt x="54663" y="109823"/>
                  <a:pt x="51780" y="106908"/>
                </a:cubicBezTo>
                <a:cubicBezTo>
                  <a:pt x="48896" y="103994"/>
                  <a:pt x="48865" y="99281"/>
                  <a:pt x="51780" y="96397"/>
                </a:cubicBezTo>
                <a:lnTo>
                  <a:pt x="68833" y="79344"/>
                </a:lnTo>
                <a:lnTo>
                  <a:pt x="51780" y="62291"/>
                </a:lnTo>
                <a:cubicBezTo>
                  <a:pt x="48865" y="59376"/>
                  <a:pt x="48865" y="54663"/>
                  <a:pt x="51780" y="5178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81" name="Text 79"/>
          <p:cNvSpPr/>
          <p:nvPr/>
        </p:nvSpPr>
        <p:spPr>
          <a:xfrm>
            <a:off x="6794500" y="5468913"/>
            <a:ext cx="1420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Worst Privacy Baseline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6794500" y="5659413"/>
            <a:ext cx="1412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Theoretical worst value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6342063" y="6040413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63498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6488906" y="626266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9844" y="19844"/>
                </a:moveTo>
                <a:cubicBezTo>
                  <a:pt x="19844" y="14356"/>
                  <a:pt x="15410" y="9922"/>
                  <a:pt x="9922" y="9922"/>
                </a:cubicBezTo>
                <a:cubicBezTo>
                  <a:pt x="4434" y="9922"/>
                  <a:pt x="0" y="14356"/>
                  <a:pt x="0" y="19844"/>
                </a:cubicBezTo>
                <a:lnTo>
                  <a:pt x="0" y="124023"/>
                </a:lnTo>
                <a:cubicBezTo>
                  <a:pt x="0" y="137728"/>
                  <a:pt x="11100" y="148828"/>
                  <a:pt x="24805" y="148828"/>
                </a:cubicBezTo>
                <a:lnTo>
                  <a:pt x="148828" y="148828"/>
                </a:lnTo>
                <a:cubicBezTo>
                  <a:pt x="154316" y="148828"/>
                  <a:pt x="158750" y="144394"/>
                  <a:pt x="158750" y="138906"/>
                </a:cubicBezTo>
                <a:cubicBezTo>
                  <a:pt x="158750" y="133418"/>
                  <a:pt x="154316" y="128984"/>
                  <a:pt x="148828" y="128984"/>
                </a:cubicBezTo>
                <a:lnTo>
                  <a:pt x="24805" y="128984"/>
                </a:lnTo>
                <a:cubicBezTo>
                  <a:pt x="22076" y="128984"/>
                  <a:pt x="19844" y="126752"/>
                  <a:pt x="19844" y="124023"/>
                </a:cubicBezTo>
                <a:lnTo>
                  <a:pt x="19844" y="19844"/>
                </a:lnTo>
                <a:close/>
                <a:moveTo>
                  <a:pt x="145914" y="46695"/>
                </a:moveTo>
                <a:cubicBezTo>
                  <a:pt x="149789" y="42819"/>
                  <a:pt x="149789" y="36525"/>
                  <a:pt x="145914" y="32649"/>
                </a:cubicBezTo>
                <a:cubicBezTo>
                  <a:pt x="142038" y="28773"/>
                  <a:pt x="135744" y="28773"/>
                  <a:pt x="131868" y="32649"/>
                </a:cubicBezTo>
                <a:lnTo>
                  <a:pt x="99219" y="65329"/>
                </a:lnTo>
                <a:lnTo>
                  <a:pt x="81421" y="47563"/>
                </a:lnTo>
                <a:cubicBezTo>
                  <a:pt x="77546" y="43687"/>
                  <a:pt x="71251" y="43687"/>
                  <a:pt x="67376" y="47563"/>
                </a:cubicBezTo>
                <a:lnTo>
                  <a:pt x="37610" y="77329"/>
                </a:lnTo>
                <a:cubicBezTo>
                  <a:pt x="33734" y="81204"/>
                  <a:pt x="33734" y="87499"/>
                  <a:pt x="37610" y="91374"/>
                </a:cubicBezTo>
                <a:cubicBezTo>
                  <a:pt x="41486" y="95250"/>
                  <a:pt x="47780" y="95250"/>
                  <a:pt x="51656" y="91374"/>
                </a:cubicBezTo>
                <a:lnTo>
                  <a:pt x="74414" y="68616"/>
                </a:lnTo>
                <a:lnTo>
                  <a:pt x="92211" y="86413"/>
                </a:lnTo>
                <a:cubicBezTo>
                  <a:pt x="96087" y="90289"/>
                  <a:pt x="102381" y="90289"/>
                  <a:pt x="106257" y="86413"/>
                </a:cubicBezTo>
                <a:lnTo>
                  <a:pt x="145945" y="46726"/>
                </a:lnTo>
                <a:close/>
              </a:path>
            </a:pathLst>
          </a:custGeom>
          <a:solidFill>
            <a:srgbClr val="00D3F2"/>
          </a:solidFill>
          <a:ln/>
        </p:spPr>
      </p:sp>
      <p:sp>
        <p:nvSpPr>
          <p:cNvPr id="85" name="Text 83"/>
          <p:cNvSpPr/>
          <p:nvPr/>
        </p:nvSpPr>
        <p:spPr>
          <a:xfrm>
            <a:off x="6794500" y="6167413"/>
            <a:ext cx="1404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Trend Analysis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6794500" y="6357913"/>
            <a:ext cx="139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Cross-session risk changes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428625"/>
            <a:ext cx="47625" cy="317500"/>
          </a:xfrm>
          <a:custGeom>
            <a:avLst/>
            <a:gdLst/>
            <a:ahLst/>
            <a:cxnLst/>
            <a:rect l="l" t="t" r="r" b="b"/>
            <a:pathLst>
              <a:path w="47625" h="317500">
                <a:moveTo>
                  <a:pt x="23813" y="0"/>
                </a:moveTo>
                <a:lnTo>
                  <a:pt x="23813" y="0"/>
                </a:lnTo>
                <a:cubicBezTo>
                  <a:pt x="36955" y="0"/>
                  <a:pt x="47625" y="10670"/>
                  <a:pt x="47625" y="23813"/>
                </a:cubicBezTo>
                <a:lnTo>
                  <a:pt x="47625" y="293688"/>
                </a:lnTo>
                <a:cubicBezTo>
                  <a:pt x="47625" y="306830"/>
                  <a:pt x="36955" y="317500"/>
                  <a:pt x="23813" y="317500"/>
                </a:cubicBezTo>
                <a:lnTo>
                  <a:pt x="23813" y="317500"/>
                </a:lnTo>
                <a:cubicBezTo>
                  <a:pt x="10670" y="317500"/>
                  <a:pt x="0" y="306830"/>
                  <a:pt x="0" y="293688"/>
                </a:cubicBezTo>
                <a:lnTo>
                  <a:pt x="0" y="23813"/>
                </a:lnTo>
                <a:cubicBezTo>
                  <a:pt x="0" y="10670"/>
                  <a:pt x="10670" y="0"/>
                  <a:pt x="2381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460375" y="317500"/>
            <a:ext cx="3087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00D3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DETECTION RULES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0375" y="539750"/>
            <a:ext cx="316706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Detection Rule System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1469" y="1051719"/>
            <a:ext cx="5691188" cy="3040063"/>
          </a:xfrm>
          <a:custGeom>
            <a:avLst/>
            <a:gdLst/>
            <a:ahLst/>
            <a:cxnLst/>
            <a:rect l="l" t="t" r="r" b="b"/>
            <a:pathLst>
              <a:path w="5691188" h="3040063">
                <a:moveTo>
                  <a:pt x="127014" y="0"/>
                </a:moveTo>
                <a:lnTo>
                  <a:pt x="5564174" y="0"/>
                </a:lnTo>
                <a:cubicBezTo>
                  <a:pt x="5634321" y="0"/>
                  <a:pt x="5691187" y="56866"/>
                  <a:pt x="5691187" y="127014"/>
                </a:cubicBezTo>
                <a:lnTo>
                  <a:pt x="5691188" y="2913049"/>
                </a:lnTo>
                <a:cubicBezTo>
                  <a:pt x="5691187" y="2983196"/>
                  <a:pt x="5634321" y="3040062"/>
                  <a:pt x="5564174" y="3040063"/>
                </a:cubicBezTo>
                <a:lnTo>
                  <a:pt x="127014" y="3040063"/>
                </a:lnTo>
                <a:cubicBezTo>
                  <a:pt x="56866" y="3040063"/>
                  <a:pt x="0" y="2983196"/>
                  <a:pt x="0" y="2913049"/>
                </a:cubicBezTo>
                <a:lnTo>
                  <a:pt x="0" y="127014"/>
                </a:lnTo>
                <a:cubicBezTo>
                  <a:pt x="0" y="56866"/>
                  <a:pt x="56866" y="0"/>
                  <a:pt x="127014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187" y="12144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585391" y="1325563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0" y="29766"/>
                </a:moveTo>
                <a:cubicBezTo>
                  <a:pt x="0" y="18821"/>
                  <a:pt x="8899" y="9922"/>
                  <a:pt x="19844" y="9922"/>
                </a:cubicBezTo>
                <a:lnTo>
                  <a:pt x="158750" y="9922"/>
                </a:lnTo>
                <a:cubicBezTo>
                  <a:pt x="169695" y="9922"/>
                  <a:pt x="178594" y="18821"/>
                  <a:pt x="178594" y="29766"/>
                </a:cubicBezTo>
                <a:lnTo>
                  <a:pt x="0" y="29766"/>
                </a:lnTo>
                <a:close/>
                <a:moveTo>
                  <a:pt x="0" y="44648"/>
                </a:moveTo>
                <a:lnTo>
                  <a:pt x="178594" y="44648"/>
                </a:lnTo>
                <a:lnTo>
                  <a:pt x="178594" y="128984"/>
                </a:lnTo>
                <a:cubicBezTo>
                  <a:pt x="178594" y="139929"/>
                  <a:pt x="169695" y="148828"/>
                  <a:pt x="158750" y="148828"/>
                </a:cubicBezTo>
                <a:lnTo>
                  <a:pt x="19844" y="148828"/>
                </a:lnTo>
                <a:cubicBezTo>
                  <a:pt x="8899" y="148828"/>
                  <a:pt x="0" y="139929"/>
                  <a:pt x="0" y="128984"/>
                </a:cubicBezTo>
                <a:lnTo>
                  <a:pt x="0" y="44648"/>
                </a:lnTo>
                <a:close/>
                <a:moveTo>
                  <a:pt x="76677" y="128984"/>
                </a:moveTo>
                <a:cubicBezTo>
                  <a:pt x="82941" y="128984"/>
                  <a:pt x="87623" y="122969"/>
                  <a:pt x="83623" y="118132"/>
                </a:cubicBezTo>
                <a:cubicBezTo>
                  <a:pt x="79065" y="112644"/>
                  <a:pt x="72182" y="109141"/>
                  <a:pt x="64492" y="109141"/>
                </a:cubicBezTo>
                <a:lnTo>
                  <a:pt x="44648" y="109141"/>
                </a:lnTo>
                <a:cubicBezTo>
                  <a:pt x="36959" y="109141"/>
                  <a:pt x="30076" y="112644"/>
                  <a:pt x="25518" y="118132"/>
                </a:cubicBezTo>
                <a:cubicBezTo>
                  <a:pt x="21518" y="122969"/>
                  <a:pt x="26200" y="128984"/>
                  <a:pt x="32463" y="128984"/>
                </a:cubicBezTo>
                <a:lnTo>
                  <a:pt x="76646" y="128984"/>
                </a:lnTo>
                <a:close/>
                <a:moveTo>
                  <a:pt x="54570" y="96738"/>
                </a:moveTo>
                <a:cubicBezTo>
                  <a:pt x="64153" y="96738"/>
                  <a:pt x="71934" y="88958"/>
                  <a:pt x="71934" y="79375"/>
                </a:cubicBezTo>
                <a:cubicBezTo>
                  <a:pt x="71934" y="69792"/>
                  <a:pt x="64153" y="62012"/>
                  <a:pt x="54570" y="62012"/>
                </a:cubicBezTo>
                <a:cubicBezTo>
                  <a:pt x="44987" y="62012"/>
                  <a:pt x="37207" y="69792"/>
                  <a:pt x="37207" y="79375"/>
                </a:cubicBezTo>
                <a:cubicBezTo>
                  <a:pt x="37207" y="88958"/>
                  <a:pt x="44987" y="96738"/>
                  <a:pt x="54570" y="96738"/>
                </a:cubicBezTo>
                <a:close/>
                <a:moveTo>
                  <a:pt x="111621" y="64492"/>
                </a:moveTo>
                <a:cubicBezTo>
                  <a:pt x="107497" y="64492"/>
                  <a:pt x="104180" y="67810"/>
                  <a:pt x="104180" y="71934"/>
                </a:cubicBezTo>
                <a:cubicBezTo>
                  <a:pt x="104180" y="76057"/>
                  <a:pt x="107497" y="79375"/>
                  <a:pt x="111621" y="79375"/>
                </a:cubicBezTo>
                <a:lnTo>
                  <a:pt x="146348" y="79375"/>
                </a:lnTo>
                <a:cubicBezTo>
                  <a:pt x="150471" y="79375"/>
                  <a:pt x="153789" y="76057"/>
                  <a:pt x="153789" y="71934"/>
                </a:cubicBezTo>
                <a:cubicBezTo>
                  <a:pt x="153789" y="67810"/>
                  <a:pt x="150471" y="64492"/>
                  <a:pt x="146348" y="64492"/>
                </a:cubicBezTo>
                <a:lnTo>
                  <a:pt x="111621" y="64492"/>
                </a:lnTo>
                <a:close/>
                <a:moveTo>
                  <a:pt x="111621" y="94258"/>
                </a:moveTo>
                <a:cubicBezTo>
                  <a:pt x="107497" y="94258"/>
                  <a:pt x="104180" y="97575"/>
                  <a:pt x="104180" y="101699"/>
                </a:cubicBezTo>
                <a:cubicBezTo>
                  <a:pt x="104180" y="105823"/>
                  <a:pt x="107497" y="109141"/>
                  <a:pt x="111621" y="109141"/>
                </a:cubicBezTo>
                <a:lnTo>
                  <a:pt x="146348" y="109141"/>
                </a:lnTo>
                <a:cubicBezTo>
                  <a:pt x="150471" y="109141"/>
                  <a:pt x="153789" y="105823"/>
                  <a:pt x="153789" y="101699"/>
                </a:cubicBezTo>
                <a:cubicBezTo>
                  <a:pt x="153789" y="97575"/>
                  <a:pt x="150471" y="94258"/>
                  <a:pt x="146348" y="94258"/>
                </a:cubicBezTo>
                <a:lnTo>
                  <a:pt x="111621" y="9425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60438" y="1281906"/>
            <a:ext cx="1627188" cy="2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Identity Rules (3)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0063" y="172243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00063" y="172243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1" name="Text 9"/>
          <p:cNvSpPr/>
          <p:nvPr/>
        </p:nvSpPr>
        <p:spPr>
          <a:xfrm>
            <a:off x="642938" y="1849438"/>
            <a:ext cx="61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DR-ID-1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55985" y="1853406"/>
            <a:ext cx="365125" cy="182563"/>
          </a:xfrm>
          <a:custGeom>
            <a:avLst/>
            <a:gdLst/>
            <a:ahLst/>
            <a:cxnLst/>
            <a:rect l="l" t="t" r="r" b="b"/>
            <a:pathLst>
              <a:path w="365125" h="182563">
                <a:moveTo>
                  <a:pt x="31749" y="0"/>
                </a:moveTo>
                <a:lnTo>
                  <a:pt x="333376" y="0"/>
                </a:lnTo>
                <a:cubicBezTo>
                  <a:pt x="350910" y="0"/>
                  <a:pt x="365125" y="14215"/>
                  <a:pt x="365125" y="31749"/>
                </a:cubicBezTo>
                <a:lnTo>
                  <a:pt x="365125" y="150813"/>
                </a:lnTo>
                <a:cubicBezTo>
                  <a:pt x="365125" y="168348"/>
                  <a:pt x="350910" y="182563"/>
                  <a:pt x="33337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255985" y="1853406"/>
            <a:ext cx="412750" cy="182563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2938" y="2103438"/>
            <a:ext cx="5135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Address Reuse Detection: frequent cross-session queries for same address balance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0063" y="248443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00063" y="248443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7" name="Text 15"/>
          <p:cNvSpPr/>
          <p:nvPr/>
        </p:nvSpPr>
        <p:spPr>
          <a:xfrm>
            <a:off x="642938" y="2611438"/>
            <a:ext cx="61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DR-ID-2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55985" y="2615406"/>
            <a:ext cx="365125" cy="182563"/>
          </a:xfrm>
          <a:custGeom>
            <a:avLst/>
            <a:gdLst/>
            <a:ahLst/>
            <a:cxnLst/>
            <a:rect l="l" t="t" r="r" b="b"/>
            <a:pathLst>
              <a:path w="365125" h="182563">
                <a:moveTo>
                  <a:pt x="31749" y="0"/>
                </a:moveTo>
                <a:lnTo>
                  <a:pt x="333376" y="0"/>
                </a:lnTo>
                <a:cubicBezTo>
                  <a:pt x="350910" y="0"/>
                  <a:pt x="365125" y="14215"/>
                  <a:pt x="365125" y="31749"/>
                </a:cubicBezTo>
                <a:lnTo>
                  <a:pt x="365125" y="150813"/>
                </a:lnTo>
                <a:cubicBezTo>
                  <a:pt x="365125" y="168348"/>
                  <a:pt x="350910" y="182563"/>
                  <a:pt x="33337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255985" y="2615406"/>
            <a:ext cx="412750" cy="182563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2938" y="2865438"/>
            <a:ext cx="5135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Address Association: correlated behavior of multiple addresses in same session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0063" y="324643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00063" y="324643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DC700"/>
          </a:solidFill>
          <a:ln/>
        </p:spPr>
      </p:sp>
      <p:sp>
        <p:nvSpPr>
          <p:cNvPr id="23" name="Text 21"/>
          <p:cNvSpPr/>
          <p:nvPr/>
        </p:nvSpPr>
        <p:spPr>
          <a:xfrm>
            <a:off x="642938" y="3373438"/>
            <a:ext cx="61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DR-ID-3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55985" y="3377406"/>
            <a:ext cx="523875" cy="182563"/>
          </a:xfrm>
          <a:custGeom>
            <a:avLst/>
            <a:gdLst/>
            <a:ahLst/>
            <a:cxnLst/>
            <a:rect l="l" t="t" r="r" b="b"/>
            <a:pathLst>
              <a:path w="523875" h="182563">
                <a:moveTo>
                  <a:pt x="31749" y="0"/>
                </a:moveTo>
                <a:lnTo>
                  <a:pt x="492126" y="0"/>
                </a:lnTo>
                <a:cubicBezTo>
                  <a:pt x="509660" y="0"/>
                  <a:pt x="523875" y="14215"/>
                  <a:pt x="523875" y="31749"/>
                </a:cubicBezTo>
                <a:lnTo>
                  <a:pt x="523875" y="150813"/>
                </a:lnTo>
                <a:cubicBezTo>
                  <a:pt x="523875" y="168348"/>
                  <a:pt x="509660" y="182563"/>
                  <a:pt x="49212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255985" y="3377406"/>
            <a:ext cx="571500" cy="182563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DC7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MEDIUM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2938" y="3627438"/>
            <a:ext cx="5135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Account Discovery: enumeration of account index patterns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79344" y="1051719"/>
            <a:ext cx="5691188" cy="3040063"/>
          </a:xfrm>
          <a:custGeom>
            <a:avLst/>
            <a:gdLst/>
            <a:ahLst/>
            <a:cxnLst/>
            <a:rect l="l" t="t" r="r" b="b"/>
            <a:pathLst>
              <a:path w="5691188" h="3040063">
                <a:moveTo>
                  <a:pt x="127014" y="0"/>
                </a:moveTo>
                <a:lnTo>
                  <a:pt x="5564174" y="0"/>
                </a:lnTo>
                <a:cubicBezTo>
                  <a:pt x="5634321" y="0"/>
                  <a:pt x="5691187" y="56866"/>
                  <a:pt x="5691187" y="127014"/>
                </a:cubicBezTo>
                <a:lnTo>
                  <a:pt x="5691188" y="2913049"/>
                </a:lnTo>
                <a:cubicBezTo>
                  <a:pt x="5691187" y="2983196"/>
                  <a:pt x="5634321" y="3040062"/>
                  <a:pt x="5564174" y="3040063"/>
                </a:cubicBezTo>
                <a:lnTo>
                  <a:pt x="127014" y="3040063"/>
                </a:lnTo>
                <a:cubicBezTo>
                  <a:pt x="56866" y="3040063"/>
                  <a:pt x="0" y="2983196"/>
                  <a:pt x="0" y="2913049"/>
                </a:cubicBezTo>
                <a:lnTo>
                  <a:pt x="0" y="127014"/>
                </a:lnTo>
                <a:cubicBezTo>
                  <a:pt x="0" y="56866"/>
                  <a:pt x="56866" y="0"/>
                  <a:pt x="127014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42063" y="12144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  <a:ln/>
        </p:spPr>
      </p:sp>
      <p:sp>
        <p:nvSpPr>
          <p:cNvPr id="29" name="Shape 27"/>
          <p:cNvSpPr/>
          <p:nvPr/>
        </p:nvSpPr>
        <p:spPr>
          <a:xfrm>
            <a:off x="6443266" y="1325563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69453" y="2480"/>
                </a:moveTo>
                <a:cubicBezTo>
                  <a:pt x="89988" y="2480"/>
                  <a:pt x="106660" y="19152"/>
                  <a:pt x="106660" y="39688"/>
                </a:cubicBezTo>
                <a:cubicBezTo>
                  <a:pt x="106660" y="60223"/>
                  <a:pt x="89988" y="76895"/>
                  <a:pt x="69453" y="76895"/>
                </a:cubicBezTo>
                <a:cubicBezTo>
                  <a:pt x="48918" y="76895"/>
                  <a:pt x="32246" y="60223"/>
                  <a:pt x="32246" y="39688"/>
                </a:cubicBezTo>
                <a:cubicBezTo>
                  <a:pt x="32246" y="19152"/>
                  <a:pt x="48918" y="2480"/>
                  <a:pt x="69453" y="2480"/>
                </a:cubicBezTo>
                <a:close/>
                <a:moveTo>
                  <a:pt x="60244" y="94258"/>
                </a:moveTo>
                <a:lnTo>
                  <a:pt x="78662" y="94258"/>
                </a:lnTo>
                <a:cubicBezTo>
                  <a:pt x="79871" y="94258"/>
                  <a:pt x="81111" y="94289"/>
                  <a:pt x="82321" y="94382"/>
                </a:cubicBezTo>
                <a:cubicBezTo>
                  <a:pt x="77298" y="103125"/>
                  <a:pt x="74414" y="113233"/>
                  <a:pt x="74414" y="124023"/>
                </a:cubicBezTo>
                <a:cubicBezTo>
                  <a:pt x="74414" y="136984"/>
                  <a:pt x="78569" y="148983"/>
                  <a:pt x="85576" y="158750"/>
                </a:cubicBezTo>
                <a:lnTo>
                  <a:pt x="14170" y="158750"/>
                </a:lnTo>
                <a:cubicBezTo>
                  <a:pt x="9085" y="158750"/>
                  <a:pt x="4961" y="154626"/>
                  <a:pt x="4961" y="149541"/>
                </a:cubicBezTo>
                <a:cubicBezTo>
                  <a:pt x="4961" y="119000"/>
                  <a:pt x="29704" y="94258"/>
                  <a:pt x="60244" y="94258"/>
                </a:cubicBezTo>
                <a:close/>
                <a:moveTo>
                  <a:pt x="89297" y="124023"/>
                </a:moveTo>
                <a:cubicBezTo>
                  <a:pt x="89297" y="99381"/>
                  <a:pt x="109303" y="79375"/>
                  <a:pt x="133945" y="79375"/>
                </a:cubicBezTo>
                <a:cubicBezTo>
                  <a:pt x="158587" y="79375"/>
                  <a:pt x="178594" y="99381"/>
                  <a:pt x="178594" y="124023"/>
                </a:cubicBezTo>
                <a:cubicBezTo>
                  <a:pt x="178594" y="148666"/>
                  <a:pt x="158587" y="168672"/>
                  <a:pt x="133945" y="168672"/>
                </a:cubicBezTo>
                <a:cubicBezTo>
                  <a:pt x="109303" y="168672"/>
                  <a:pt x="89297" y="148666"/>
                  <a:pt x="89297" y="124023"/>
                </a:cubicBezTo>
                <a:close/>
                <a:moveTo>
                  <a:pt x="133945" y="99219"/>
                </a:moveTo>
                <a:cubicBezTo>
                  <a:pt x="131217" y="99219"/>
                  <a:pt x="128984" y="101451"/>
                  <a:pt x="128984" y="104180"/>
                </a:cubicBezTo>
                <a:lnTo>
                  <a:pt x="128984" y="124023"/>
                </a:lnTo>
                <a:cubicBezTo>
                  <a:pt x="128984" y="126752"/>
                  <a:pt x="131217" y="128984"/>
                  <a:pt x="133945" y="128984"/>
                </a:cubicBezTo>
                <a:lnTo>
                  <a:pt x="148828" y="128984"/>
                </a:lnTo>
                <a:cubicBezTo>
                  <a:pt x="151557" y="128984"/>
                  <a:pt x="153789" y="126752"/>
                  <a:pt x="153789" y="124023"/>
                </a:cubicBezTo>
                <a:cubicBezTo>
                  <a:pt x="153789" y="121295"/>
                  <a:pt x="151557" y="119062"/>
                  <a:pt x="148828" y="119062"/>
                </a:cubicBezTo>
                <a:lnTo>
                  <a:pt x="138906" y="119062"/>
                </a:lnTo>
                <a:lnTo>
                  <a:pt x="138906" y="104180"/>
                </a:lnTo>
                <a:cubicBezTo>
                  <a:pt x="138906" y="101451"/>
                  <a:pt x="136674" y="99219"/>
                  <a:pt x="133945" y="9921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818313" y="1281906"/>
            <a:ext cx="1722438" cy="2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Behavior Rules (3)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57938" y="172243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357938" y="172243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33" name="Text 31"/>
          <p:cNvSpPr/>
          <p:nvPr/>
        </p:nvSpPr>
        <p:spPr>
          <a:xfrm>
            <a:off x="6500813" y="1849438"/>
            <a:ext cx="61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DR-BE-1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113860" y="1853406"/>
            <a:ext cx="365125" cy="182563"/>
          </a:xfrm>
          <a:custGeom>
            <a:avLst/>
            <a:gdLst/>
            <a:ahLst/>
            <a:cxnLst/>
            <a:rect l="l" t="t" r="r" b="b"/>
            <a:pathLst>
              <a:path w="365125" h="182563">
                <a:moveTo>
                  <a:pt x="31749" y="0"/>
                </a:moveTo>
                <a:lnTo>
                  <a:pt x="333376" y="0"/>
                </a:lnTo>
                <a:cubicBezTo>
                  <a:pt x="350910" y="0"/>
                  <a:pt x="365125" y="14215"/>
                  <a:pt x="365125" y="31749"/>
                </a:cubicBezTo>
                <a:lnTo>
                  <a:pt x="365125" y="150813"/>
                </a:lnTo>
                <a:cubicBezTo>
                  <a:pt x="365125" y="168348"/>
                  <a:pt x="350910" y="182563"/>
                  <a:pt x="33337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7113860" y="1853406"/>
            <a:ext cx="412750" cy="182563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00813" y="2103438"/>
            <a:ext cx="5135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DApp Usage Patterns: detect DApp characteristic call sequences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57938" y="248443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357938" y="248443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39" name="Text 37"/>
          <p:cNvSpPr/>
          <p:nvPr/>
        </p:nvSpPr>
        <p:spPr>
          <a:xfrm>
            <a:off x="6500813" y="2611438"/>
            <a:ext cx="61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DR-BE-2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13860" y="2615406"/>
            <a:ext cx="365125" cy="182563"/>
          </a:xfrm>
          <a:custGeom>
            <a:avLst/>
            <a:gdLst/>
            <a:ahLst/>
            <a:cxnLst/>
            <a:rect l="l" t="t" r="r" b="b"/>
            <a:pathLst>
              <a:path w="365125" h="182563">
                <a:moveTo>
                  <a:pt x="31749" y="0"/>
                </a:moveTo>
                <a:lnTo>
                  <a:pt x="333376" y="0"/>
                </a:lnTo>
                <a:cubicBezTo>
                  <a:pt x="350910" y="0"/>
                  <a:pt x="365125" y="14215"/>
                  <a:pt x="365125" y="31749"/>
                </a:cubicBezTo>
                <a:lnTo>
                  <a:pt x="365125" y="150813"/>
                </a:lnTo>
                <a:cubicBezTo>
                  <a:pt x="365125" y="168348"/>
                  <a:pt x="350910" y="182563"/>
                  <a:pt x="33337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7113860" y="2615406"/>
            <a:ext cx="412750" cy="182563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500813" y="2865438"/>
            <a:ext cx="5135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Bot Behavior: identify automation characteristics of fixed intervals and burst patterns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57938" y="324643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357938" y="324643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DC700"/>
          </a:solidFill>
          <a:ln/>
        </p:spPr>
      </p:sp>
      <p:sp>
        <p:nvSpPr>
          <p:cNvPr id="45" name="Text 43"/>
          <p:cNvSpPr/>
          <p:nvPr/>
        </p:nvSpPr>
        <p:spPr>
          <a:xfrm>
            <a:off x="6500813" y="3373438"/>
            <a:ext cx="61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DR-BE-3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113860" y="3377406"/>
            <a:ext cx="523875" cy="182563"/>
          </a:xfrm>
          <a:custGeom>
            <a:avLst/>
            <a:gdLst/>
            <a:ahLst/>
            <a:cxnLst/>
            <a:rect l="l" t="t" r="r" b="b"/>
            <a:pathLst>
              <a:path w="523875" h="182563">
                <a:moveTo>
                  <a:pt x="31749" y="0"/>
                </a:moveTo>
                <a:lnTo>
                  <a:pt x="492126" y="0"/>
                </a:lnTo>
                <a:cubicBezTo>
                  <a:pt x="509660" y="0"/>
                  <a:pt x="523875" y="14215"/>
                  <a:pt x="523875" y="31749"/>
                </a:cubicBezTo>
                <a:lnTo>
                  <a:pt x="523875" y="150813"/>
                </a:lnTo>
                <a:cubicBezTo>
                  <a:pt x="523875" y="168348"/>
                  <a:pt x="509660" y="182563"/>
                  <a:pt x="49212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7113860" y="3377406"/>
            <a:ext cx="571500" cy="182563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DC7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MEDIUM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500813" y="3627438"/>
            <a:ext cx="5135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Active Session Inference: detect active periods based on request frequency threshold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21469" y="4258469"/>
            <a:ext cx="5691188" cy="2278063"/>
          </a:xfrm>
          <a:custGeom>
            <a:avLst/>
            <a:gdLst/>
            <a:ahLst/>
            <a:cxnLst/>
            <a:rect l="l" t="t" r="r" b="b"/>
            <a:pathLst>
              <a:path w="5691188" h="2278063">
                <a:moveTo>
                  <a:pt x="127002" y="0"/>
                </a:moveTo>
                <a:lnTo>
                  <a:pt x="5564186" y="0"/>
                </a:lnTo>
                <a:cubicBezTo>
                  <a:pt x="5634327" y="0"/>
                  <a:pt x="5691188" y="56861"/>
                  <a:pt x="5691188" y="127002"/>
                </a:cubicBezTo>
                <a:lnTo>
                  <a:pt x="5691188" y="2151061"/>
                </a:lnTo>
                <a:cubicBezTo>
                  <a:pt x="5691188" y="2221202"/>
                  <a:pt x="5634327" y="2278063"/>
                  <a:pt x="5564186" y="2278063"/>
                </a:cubicBezTo>
                <a:lnTo>
                  <a:pt x="127002" y="2278063"/>
                </a:lnTo>
                <a:cubicBezTo>
                  <a:pt x="56861" y="2278063"/>
                  <a:pt x="0" y="2221202"/>
                  <a:pt x="0" y="2151061"/>
                </a:cubicBezTo>
                <a:lnTo>
                  <a:pt x="0" y="127002"/>
                </a:lnTo>
                <a:cubicBezTo>
                  <a:pt x="0" y="56861"/>
                  <a:pt x="56861" y="0"/>
                  <a:pt x="127002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4187" y="44211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  <a:ln/>
        </p:spPr>
      </p:sp>
      <p:sp>
        <p:nvSpPr>
          <p:cNvPr id="51" name="Shape 49"/>
          <p:cNvSpPr/>
          <p:nvPr/>
        </p:nvSpPr>
        <p:spPr>
          <a:xfrm>
            <a:off x="595313" y="453231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9688" y="29766"/>
                </a:moveTo>
                <a:lnTo>
                  <a:pt x="39688" y="24805"/>
                </a:lnTo>
                <a:cubicBezTo>
                  <a:pt x="39688" y="11100"/>
                  <a:pt x="66353" y="0"/>
                  <a:pt x="99219" y="0"/>
                </a:cubicBezTo>
                <a:cubicBezTo>
                  <a:pt x="132085" y="0"/>
                  <a:pt x="158750" y="11100"/>
                  <a:pt x="158750" y="24805"/>
                </a:cubicBezTo>
                <a:lnTo>
                  <a:pt x="158750" y="29766"/>
                </a:lnTo>
                <a:cubicBezTo>
                  <a:pt x="158750" y="39253"/>
                  <a:pt x="145945" y="47501"/>
                  <a:pt x="127124" y="51687"/>
                </a:cubicBezTo>
                <a:cubicBezTo>
                  <a:pt x="126380" y="50819"/>
                  <a:pt x="125605" y="49981"/>
                  <a:pt x="124830" y="49206"/>
                </a:cubicBezTo>
                <a:cubicBezTo>
                  <a:pt x="120024" y="44462"/>
                  <a:pt x="113823" y="40866"/>
                  <a:pt x="107342" y="38199"/>
                </a:cubicBezTo>
                <a:cubicBezTo>
                  <a:pt x="94351" y="32773"/>
                  <a:pt x="77422" y="29797"/>
                  <a:pt x="59531" y="29797"/>
                </a:cubicBezTo>
                <a:cubicBezTo>
                  <a:pt x="52741" y="29797"/>
                  <a:pt x="46106" y="30231"/>
                  <a:pt x="39750" y="31068"/>
                </a:cubicBezTo>
                <a:cubicBezTo>
                  <a:pt x="39688" y="30665"/>
                  <a:pt x="39688" y="30231"/>
                  <a:pt x="39688" y="29797"/>
                </a:cubicBezTo>
                <a:close/>
                <a:moveTo>
                  <a:pt x="133945" y="109451"/>
                </a:moveTo>
                <a:lnTo>
                  <a:pt x="133945" y="95126"/>
                </a:lnTo>
                <a:cubicBezTo>
                  <a:pt x="138627" y="93917"/>
                  <a:pt x="143030" y="92490"/>
                  <a:pt x="147030" y="90816"/>
                </a:cubicBezTo>
                <a:cubicBezTo>
                  <a:pt x="151123" y="89111"/>
                  <a:pt x="155122" y="87033"/>
                  <a:pt x="158750" y="84522"/>
                </a:cubicBezTo>
                <a:lnTo>
                  <a:pt x="158750" y="89297"/>
                </a:lnTo>
                <a:cubicBezTo>
                  <a:pt x="158750" y="97606"/>
                  <a:pt x="148983" y="104955"/>
                  <a:pt x="133945" y="109451"/>
                </a:cubicBezTo>
                <a:close/>
                <a:moveTo>
                  <a:pt x="133945" y="79685"/>
                </a:moveTo>
                <a:lnTo>
                  <a:pt x="133945" y="69453"/>
                </a:lnTo>
                <a:cubicBezTo>
                  <a:pt x="133945" y="68058"/>
                  <a:pt x="133821" y="66725"/>
                  <a:pt x="133635" y="65422"/>
                </a:cubicBezTo>
                <a:cubicBezTo>
                  <a:pt x="138441" y="64213"/>
                  <a:pt x="142937" y="62756"/>
                  <a:pt x="147030" y="61020"/>
                </a:cubicBezTo>
                <a:cubicBezTo>
                  <a:pt x="151123" y="59283"/>
                  <a:pt x="155122" y="57237"/>
                  <a:pt x="158750" y="54725"/>
                </a:cubicBezTo>
                <a:lnTo>
                  <a:pt x="158750" y="59500"/>
                </a:lnTo>
                <a:cubicBezTo>
                  <a:pt x="158750" y="67810"/>
                  <a:pt x="148983" y="75158"/>
                  <a:pt x="133945" y="79654"/>
                </a:cubicBezTo>
                <a:close/>
                <a:moveTo>
                  <a:pt x="0" y="74414"/>
                </a:moveTo>
                <a:lnTo>
                  <a:pt x="0" y="69453"/>
                </a:lnTo>
                <a:cubicBezTo>
                  <a:pt x="0" y="55749"/>
                  <a:pt x="26665" y="44648"/>
                  <a:pt x="59531" y="44648"/>
                </a:cubicBezTo>
                <a:cubicBezTo>
                  <a:pt x="92397" y="44648"/>
                  <a:pt x="119062" y="55749"/>
                  <a:pt x="119062" y="69453"/>
                </a:cubicBezTo>
                <a:lnTo>
                  <a:pt x="119062" y="74414"/>
                </a:lnTo>
                <a:cubicBezTo>
                  <a:pt x="119062" y="88119"/>
                  <a:pt x="92397" y="99219"/>
                  <a:pt x="59531" y="99219"/>
                </a:cubicBezTo>
                <a:cubicBezTo>
                  <a:pt x="26665" y="99219"/>
                  <a:pt x="0" y="88119"/>
                  <a:pt x="0" y="74414"/>
                </a:cubicBezTo>
                <a:close/>
                <a:moveTo>
                  <a:pt x="119062" y="104180"/>
                </a:moveTo>
                <a:cubicBezTo>
                  <a:pt x="119062" y="117884"/>
                  <a:pt x="92397" y="128984"/>
                  <a:pt x="59531" y="128984"/>
                </a:cubicBezTo>
                <a:cubicBezTo>
                  <a:pt x="26665" y="128984"/>
                  <a:pt x="0" y="117884"/>
                  <a:pt x="0" y="104180"/>
                </a:cubicBezTo>
                <a:lnTo>
                  <a:pt x="0" y="99405"/>
                </a:lnTo>
                <a:cubicBezTo>
                  <a:pt x="3597" y="101916"/>
                  <a:pt x="7596" y="103963"/>
                  <a:pt x="11720" y="105699"/>
                </a:cubicBezTo>
                <a:cubicBezTo>
                  <a:pt x="24712" y="111125"/>
                  <a:pt x="41641" y="114102"/>
                  <a:pt x="59531" y="114102"/>
                </a:cubicBezTo>
                <a:cubicBezTo>
                  <a:pt x="77422" y="114102"/>
                  <a:pt x="94351" y="111094"/>
                  <a:pt x="107342" y="105699"/>
                </a:cubicBezTo>
                <a:cubicBezTo>
                  <a:pt x="111435" y="103994"/>
                  <a:pt x="115435" y="101916"/>
                  <a:pt x="119062" y="99405"/>
                </a:cubicBezTo>
                <a:lnTo>
                  <a:pt x="119062" y="104180"/>
                </a:lnTo>
                <a:close/>
                <a:moveTo>
                  <a:pt x="119062" y="129170"/>
                </a:moveTo>
                <a:lnTo>
                  <a:pt x="119062" y="133945"/>
                </a:lnTo>
                <a:cubicBezTo>
                  <a:pt x="119062" y="147650"/>
                  <a:pt x="92397" y="158750"/>
                  <a:pt x="59531" y="158750"/>
                </a:cubicBezTo>
                <a:cubicBezTo>
                  <a:pt x="26665" y="158750"/>
                  <a:pt x="0" y="147650"/>
                  <a:pt x="0" y="133945"/>
                </a:cubicBezTo>
                <a:lnTo>
                  <a:pt x="0" y="129170"/>
                </a:lnTo>
                <a:cubicBezTo>
                  <a:pt x="3597" y="131682"/>
                  <a:pt x="7596" y="133728"/>
                  <a:pt x="11720" y="135465"/>
                </a:cubicBezTo>
                <a:cubicBezTo>
                  <a:pt x="24712" y="140891"/>
                  <a:pt x="41641" y="143867"/>
                  <a:pt x="59531" y="143867"/>
                </a:cubicBezTo>
                <a:cubicBezTo>
                  <a:pt x="77422" y="143867"/>
                  <a:pt x="94351" y="140860"/>
                  <a:pt x="107342" y="135465"/>
                </a:cubicBezTo>
                <a:cubicBezTo>
                  <a:pt x="111435" y="133759"/>
                  <a:pt x="115435" y="131682"/>
                  <a:pt x="119062" y="12917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960438" y="4488656"/>
            <a:ext cx="1452563" cy="2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Asset Rules (2)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00063" y="492918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00063" y="492918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55" name="Text 53"/>
          <p:cNvSpPr/>
          <p:nvPr/>
        </p:nvSpPr>
        <p:spPr>
          <a:xfrm>
            <a:off x="642938" y="5056188"/>
            <a:ext cx="61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DR-AS-1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255985" y="5060156"/>
            <a:ext cx="365125" cy="182563"/>
          </a:xfrm>
          <a:custGeom>
            <a:avLst/>
            <a:gdLst/>
            <a:ahLst/>
            <a:cxnLst/>
            <a:rect l="l" t="t" r="r" b="b"/>
            <a:pathLst>
              <a:path w="365125" h="182563">
                <a:moveTo>
                  <a:pt x="31749" y="0"/>
                </a:moveTo>
                <a:lnTo>
                  <a:pt x="333376" y="0"/>
                </a:lnTo>
                <a:cubicBezTo>
                  <a:pt x="350910" y="0"/>
                  <a:pt x="365125" y="14215"/>
                  <a:pt x="365125" y="31749"/>
                </a:cubicBezTo>
                <a:lnTo>
                  <a:pt x="365125" y="150813"/>
                </a:lnTo>
                <a:cubicBezTo>
                  <a:pt x="365125" y="168348"/>
                  <a:pt x="350910" y="182563"/>
                  <a:pt x="33337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1255985" y="5060156"/>
            <a:ext cx="412750" cy="182563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42938" y="5310188"/>
            <a:ext cx="5135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Asset Holding Inference: infer holdings from repeated asset metadata queries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500063" y="569118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500063" y="569118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DC700"/>
          </a:solidFill>
          <a:ln/>
        </p:spPr>
      </p:sp>
      <p:sp>
        <p:nvSpPr>
          <p:cNvPr id="61" name="Text 59"/>
          <p:cNvSpPr/>
          <p:nvPr/>
        </p:nvSpPr>
        <p:spPr>
          <a:xfrm>
            <a:off x="642938" y="5818188"/>
            <a:ext cx="61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DR-AS-2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255985" y="5822156"/>
            <a:ext cx="523875" cy="182563"/>
          </a:xfrm>
          <a:custGeom>
            <a:avLst/>
            <a:gdLst/>
            <a:ahLst/>
            <a:cxnLst/>
            <a:rect l="l" t="t" r="r" b="b"/>
            <a:pathLst>
              <a:path w="523875" h="182563">
                <a:moveTo>
                  <a:pt x="31749" y="0"/>
                </a:moveTo>
                <a:lnTo>
                  <a:pt x="492126" y="0"/>
                </a:lnTo>
                <a:cubicBezTo>
                  <a:pt x="509660" y="0"/>
                  <a:pt x="523875" y="14215"/>
                  <a:pt x="523875" y="31749"/>
                </a:cubicBezTo>
                <a:lnTo>
                  <a:pt x="523875" y="150813"/>
                </a:lnTo>
                <a:cubicBezTo>
                  <a:pt x="523875" y="168348"/>
                  <a:pt x="509660" y="182563"/>
                  <a:pt x="49212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255985" y="5822156"/>
            <a:ext cx="571500" cy="182563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DC7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MEDIUM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42938" y="6072188"/>
            <a:ext cx="5135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Transaction Signature: identify transfers from nonce sequence and gas price patterns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179344" y="4258469"/>
            <a:ext cx="5691188" cy="2278063"/>
          </a:xfrm>
          <a:custGeom>
            <a:avLst/>
            <a:gdLst/>
            <a:ahLst/>
            <a:cxnLst/>
            <a:rect l="l" t="t" r="r" b="b"/>
            <a:pathLst>
              <a:path w="5691188" h="2278063">
                <a:moveTo>
                  <a:pt x="127002" y="0"/>
                </a:moveTo>
                <a:lnTo>
                  <a:pt x="5564186" y="0"/>
                </a:lnTo>
                <a:cubicBezTo>
                  <a:pt x="5634327" y="0"/>
                  <a:pt x="5691188" y="56861"/>
                  <a:pt x="5691188" y="127002"/>
                </a:cubicBezTo>
                <a:lnTo>
                  <a:pt x="5691188" y="2151061"/>
                </a:lnTo>
                <a:cubicBezTo>
                  <a:pt x="5691188" y="2221202"/>
                  <a:pt x="5634327" y="2278063"/>
                  <a:pt x="5564186" y="2278063"/>
                </a:cubicBezTo>
                <a:lnTo>
                  <a:pt x="127002" y="2278063"/>
                </a:lnTo>
                <a:cubicBezTo>
                  <a:pt x="56861" y="2278063"/>
                  <a:pt x="0" y="2221202"/>
                  <a:pt x="0" y="2151061"/>
                </a:cubicBezTo>
                <a:lnTo>
                  <a:pt x="0" y="127002"/>
                </a:lnTo>
                <a:cubicBezTo>
                  <a:pt x="0" y="56861"/>
                  <a:pt x="56861" y="0"/>
                  <a:pt x="127002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342063" y="44211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E7000B"/>
              </a:gs>
            </a:gsLst>
            <a:lin ang="2700000" scaled="1"/>
          </a:gradFill>
          <a:ln/>
        </p:spPr>
      </p:sp>
      <p:sp>
        <p:nvSpPr>
          <p:cNvPr id="67" name="Shape 65"/>
          <p:cNvSpPr/>
          <p:nvPr/>
        </p:nvSpPr>
        <p:spPr>
          <a:xfrm>
            <a:off x="6473031" y="4532313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0" y="58477"/>
                </a:moveTo>
                <a:cubicBezTo>
                  <a:pt x="0" y="26169"/>
                  <a:pt x="26665" y="0"/>
                  <a:pt x="59531" y="0"/>
                </a:cubicBezTo>
                <a:cubicBezTo>
                  <a:pt x="92397" y="0"/>
                  <a:pt x="119062" y="26169"/>
                  <a:pt x="119062" y="58477"/>
                </a:cubicBezTo>
                <a:cubicBezTo>
                  <a:pt x="119062" y="95467"/>
                  <a:pt x="81793" y="139805"/>
                  <a:pt x="66229" y="156704"/>
                </a:cubicBezTo>
                <a:cubicBezTo>
                  <a:pt x="62570" y="160672"/>
                  <a:pt x="56462" y="160672"/>
                  <a:pt x="52803" y="156704"/>
                </a:cubicBezTo>
                <a:cubicBezTo>
                  <a:pt x="37238" y="139805"/>
                  <a:pt x="-31" y="95467"/>
                  <a:pt x="-31" y="58477"/>
                </a:cubicBezTo>
                <a:close/>
                <a:moveTo>
                  <a:pt x="59531" y="79375"/>
                </a:moveTo>
                <a:cubicBezTo>
                  <a:pt x="70483" y="79375"/>
                  <a:pt x="79375" y="70483"/>
                  <a:pt x="79375" y="59531"/>
                </a:cubicBezTo>
                <a:cubicBezTo>
                  <a:pt x="79375" y="48579"/>
                  <a:pt x="70483" y="39688"/>
                  <a:pt x="59531" y="39688"/>
                </a:cubicBezTo>
                <a:cubicBezTo>
                  <a:pt x="48579" y="39688"/>
                  <a:pt x="39688" y="48579"/>
                  <a:pt x="39688" y="59531"/>
                </a:cubicBezTo>
                <a:cubicBezTo>
                  <a:pt x="39688" y="70483"/>
                  <a:pt x="48579" y="79375"/>
                  <a:pt x="59531" y="793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8" name="Text 66"/>
          <p:cNvSpPr/>
          <p:nvPr/>
        </p:nvSpPr>
        <p:spPr>
          <a:xfrm>
            <a:off x="6818313" y="4488656"/>
            <a:ext cx="1714500" cy="2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Location Rules (2)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357938" y="492918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6357938" y="492918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DC700"/>
          </a:solidFill>
          <a:ln/>
        </p:spPr>
      </p:sp>
      <p:sp>
        <p:nvSpPr>
          <p:cNvPr id="71" name="Text 69"/>
          <p:cNvSpPr/>
          <p:nvPr/>
        </p:nvSpPr>
        <p:spPr>
          <a:xfrm>
            <a:off x="6500813" y="5056188"/>
            <a:ext cx="61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890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DR-LO-1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7113860" y="5060156"/>
            <a:ext cx="523875" cy="182563"/>
          </a:xfrm>
          <a:custGeom>
            <a:avLst/>
            <a:gdLst/>
            <a:ahLst/>
            <a:cxnLst/>
            <a:rect l="l" t="t" r="r" b="b"/>
            <a:pathLst>
              <a:path w="523875" h="182563">
                <a:moveTo>
                  <a:pt x="31749" y="0"/>
                </a:moveTo>
                <a:lnTo>
                  <a:pt x="492126" y="0"/>
                </a:lnTo>
                <a:cubicBezTo>
                  <a:pt x="509660" y="0"/>
                  <a:pt x="523875" y="14215"/>
                  <a:pt x="523875" y="31749"/>
                </a:cubicBezTo>
                <a:lnTo>
                  <a:pt x="523875" y="150813"/>
                </a:lnTo>
                <a:cubicBezTo>
                  <a:pt x="523875" y="168348"/>
                  <a:pt x="509660" y="182563"/>
                  <a:pt x="49212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7113860" y="5060156"/>
            <a:ext cx="571500" cy="182563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DC7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MEDIUM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500813" y="5310188"/>
            <a:ext cx="5135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Timezone Inference: infer user timezone from request time patterns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357938" y="569118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6357938" y="569118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DC700"/>
          </a:solidFill>
          <a:ln/>
        </p:spPr>
      </p:sp>
      <p:sp>
        <p:nvSpPr>
          <p:cNvPr id="77" name="Text 75"/>
          <p:cNvSpPr/>
          <p:nvPr/>
        </p:nvSpPr>
        <p:spPr>
          <a:xfrm>
            <a:off x="6500813" y="5818188"/>
            <a:ext cx="61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890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DR-LO-2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7113860" y="5822156"/>
            <a:ext cx="523875" cy="182563"/>
          </a:xfrm>
          <a:custGeom>
            <a:avLst/>
            <a:gdLst/>
            <a:ahLst/>
            <a:cxnLst/>
            <a:rect l="l" t="t" r="r" b="b"/>
            <a:pathLst>
              <a:path w="523875" h="182563">
                <a:moveTo>
                  <a:pt x="31749" y="0"/>
                </a:moveTo>
                <a:lnTo>
                  <a:pt x="492126" y="0"/>
                </a:lnTo>
                <a:cubicBezTo>
                  <a:pt x="509660" y="0"/>
                  <a:pt x="523875" y="14215"/>
                  <a:pt x="523875" y="31749"/>
                </a:cubicBezTo>
                <a:lnTo>
                  <a:pt x="523875" y="150813"/>
                </a:lnTo>
                <a:cubicBezTo>
                  <a:pt x="523875" y="168348"/>
                  <a:pt x="509660" y="182563"/>
                  <a:pt x="49212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  <a:ln/>
        </p:spPr>
      </p:sp>
      <p:sp>
        <p:nvSpPr>
          <p:cNvPr id="79" name="Text 77"/>
          <p:cNvSpPr/>
          <p:nvPr/>
        </p:nvSpPr>
        <p:spPr>
          <a:xfrm>
            <a:off x="7113860" y="5822156"/>
            <a:ext cx="571500" cy="182563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DC7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MEDIUM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6500813" y="6072188"/>
            <a:ext cx="5135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Fingerprint: detect TLS handshake time signature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428625"/>
            <a:ext cx="47625" cy="317500"/>
          </a:xfrm>
          <a:custGeom>
            <a:avLst/>
            <a:gdLst/>
            <a:ahLst/>
            <a:cxnLst/>
            <a:rect l="l" t="t" r="r" b="b"/>
            <a:pathLst>
              <a:path w="47625" h="317500">
                <a:moveTo>
                  <a:pt x="23813" y="0"/>
                </a:moveTo>
                <a:lnTo>
                  <a:pt x="23813" y="0"/>
                </a:lnTo>
                <a:cubicBezTo>
                  <a:pt x="36955" y="0"/>
                  <a:pt x="47625" y="10670"/>
                  <a:pt x="47625" y="23813"/>
                </a:cubicBezTo>
                <a:lnTo>
                  <a:pt x="47625" y="293688"/>
                </a:lnTo>
                <a:cubicBezTo>
                  <a:pt x="47625" y="306830"/>
                  <a:pt x="36955" y="317500"/>
                  <a:pt x="23813" y="317500"/>
                </a:cubicBezTo>
                <a:lnTo>
                  <a:pt x="23813" y="317500"/>
                </a:lnTo>
                <a:cubicBezTo>
                  <a:pt x="10670" y="317500"/>
                  <a:pt x="0" y="306830"/>
                  <a:pt x="0" y="293688"/>
                </a:cubicBezTo>
                <a:lnTo>
                  <a:pt x="0" y="23813"/>
                </a:lnTo>
                <a:cubicBezTo>
                  <a:pt x="0" y="10670"/>
                  <a:pt x="10670" y="0"/>
                  <a:pt x="2381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460375" y="317500"/>
            <a:ext cx="5516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00D3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ASSESSMENT ALGORITHM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0375" y="539750"/>
            <a:ext cx="5595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Four-Dimensional Assessment Algorithm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1469" y="1051719"/>
            <a:ext cx="5691188" cy="2674938"/>
          </a:xfrm>
          <a:custGeom>
            <a:avLst/>
            <a:gdLst/>
            <a:ahLst/>
            <a:cxnLst/>
            <a:rect l="l" t="t" r="r" b="b"/>
            <a:pathLst>
              <a:path w="5691188" h="2674938">
                <a:moveTo>
                  <a:pt x="127006" y="0"/>
                </a:moveTo>
                <a:lnTo>
                  <a:pt x="5564181" y="0"/>
                </a:lnTo>
                <a:cubicBezTo>
                  <a:pt x="5634325" y="0"/>
                  <a:pt x="5691187" y="56863"/>
                  <a:pt x="5691187" y="127006"/>
                </a:cubicBezTo>
                <a:lnTo>
                  <a:pt x="5691188" y="2547931"/>
                </a:lnTo>
                <a:cubicBezTo>
                  <a:pt x="5691187" y="2618075"/>
                  <a:pt x="5634325" y="2674938"/>
                  <a:pt x="5564181" y="2674938"/>
                </a:cubicBezTo>
                <a:lnTo>
                  <a:pt x="127006" y="2674938"/>
                </a:lnTo>
                <a:cubicBezTo>
                  <a:pt x="56863" y="2674938"/>
                  <a:pt x="0" y="2618075"/>
                  <a:pt x="0" y="2547931"/>
                </a:cubicBezTo>
                <a:lnTo>
                  <a:pt x="0" y="127006"/>
                </a:lnTo>
                <a:cubicBezTo>
                  <a:pt x="0" y="56909"/>
                  <a:pt x="56909" y="0"/>
                  <a:pt x="127006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187" y="121443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95250" y="0"/>
                </a:moveTo>
                <a:lnTo>
                  <a:pt x="222250" y="0"/>
                </a:lnTo>
                <a:cubicBezTo>
                  <a:pt x="274820" y="0"/>
                  <a:pt x="317500" y="42680"/>
                  <a:pt x="317500" y="95250"/>
                </a:cubicBezTo>
                <a:lnTo>
                  <a:pt x="317500" y="222250"/>
                </a:lnTo>
                <a:cubicBezTo>
                  <a:pt x="317500" y="274820"/>
                  <a:pt x="274820" y="317500"/>
                  <a:pt x="222250" y="317500"/>
                </a:cubicBezTo>
                <a:lnTo>
                  <a:pt x="95250" y="317500"/>
                </a:lnTo>
                <a:cubicBezTo>
                  <a:pt x="42680" y="317500"/>
                  <a:pt x="0" y="274820"/>
                  <a:pt x="0" y="222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573484" y="1301750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12681" y="9599"/>
                </a:moveTo>
                <a:cubicBezTo>
                  <a:pt x="116030" y="8204"/>
                  <a:pt x="119853" y="8985"/>
                  <a:pt x="122420" y="11525"/>
                </a:cubicBezTo>
                <a:lnTo>
                  <a:pt x="140280" y="29384"/>
                </a:lnTo>
                <a:cubicBezTo>
                  <a:pt x="141954" y="31059"/>
                  <a:pt x="142903" y="33319"/>
                  <a:pt x="142903" y="35691"/>
                </a:cubicBezTo>
                <a:cubicBezTo>
                  <a:pt x="142903" y="38063"/>
                  <a:pt x="141954" y="40323"/>
                  <a:pt x="140280" y="41997"/>
                </a:cubicBezTo>
                <a:lnTo>
                  <a:pt x="122420" y="59857"/>
                </a:lnTo>
                <a:cubicBezTo>
                  <a:pt x="119853" y="62424"/>
                  <a:pt x="116030" y="63178"/>
                  <a:pt x="112681" y="61782"/>
                </a:cubicBezTo>
                <a:cubicBezTo>
                  <a:pt x="109333" y="60387"/>
                  <a:pt x="107156" y="57178"/>
                  <a:pt x="107156" y="53578"/>
                </a:cubicBezTo>
                <a:lnTo>
                  <a:pt x="107156" y="44648"/>
                </a:lnTo>
                <a:lnTo>
                  <a:pt x="98227" y="44648"/>
                </a:lnTo>
                <a:cubicBezTo>
                  <a:pt x="95408" y="44648"/>
                  <a:pt x="92757" y="45960"/>
                  <a:pt x="91083" y="48220"/>
                </a:cubicBezTo>
                <a:lnTo>
                  <a:pt x="82042" y="60275"/>
                </a:lnTo>
                <a:lnTo>
                  <a:pt x="70879" y="45402"/>
                </a:lnTo>
                <a:lnTo>
                  <a:pt x="76795" y="37505"/>
                </a:lnTo>
                <a:cubicBezTo>
                  <a:pt x="81846" y="30752"/>
                  <a:pt x="89799" y="26789"/>
                  <a:pt x="98227" y="26789"/>
                </a:cubicBezTo>
                <a:lnTo>
                  <a:pt x="107156" y="26789"/>
                </a:lnTo>
                <a:lnTo>
                  <a:pt x="107156" y="17859"/>
                </a:lnTo>
                <a:cubicBezTo>
                  <a:pt x="107156" y="14260"/>
                  <a:pt x="109333" y="10995"/>
                  <a:pt x="112681" y="9599"/>
                </a:cubicBezTo>
                <a:close/>
                <a:moveTo>
                  <a:pt x="42974" y="82600"/>
                </a:moveTo>
                <a:lnTo>
                  <a:pt x="54136" y="97473"/>
                </a:lnTo>
                <a:lnTo>
                  <a:pt x="48220" y="105370"/>
                </a:lnTo>
                <a:cubicBezTo>
                  <a:pt x="43169" y="112123"/>
                  <a:pt x="35216" y="116086"/>
                  <a:pt x="26789" y="116086"/>
                </a:cubicBezTo>
                <a:lnTo>
                  <a:pt x="8930" y="116086"/>
                </a:lnTo>
                <a:cubicBezTo>
                  <a:pt x="3990" y="116086"/>
                  <a:pt x="0" y="112095"/>
                  <a:pt x="0" y="107156"/>
                </a:cubicBezTo>
                <a:cubicBezTo>
                  <a:pt x="0" y="102217"/>
                  <a:pt x="3990" y="98227"/>
                  <a:pt x="8930" y="98227"/>
                </a:cubicBezTo>
                <a:lnTo>
                  <a:pt x="26789" y="98227"/>
                </a:lnTo>
                <a:cubicBezTo>
                  <a:pt x="29607" y="98227"/>
                  <a:pt x="32258" y="96915"/>
                  <a:pt x="33933" y="94655"/>
                </a:cubicBezTo>
                <a:lnTo>
                  <a:pt x="42974" y="82600"/>
                </a:lnTo>
                <a:close/>
                <a:moveTo>
                  <a:pt x="122393" y="131322"/>
                </a:moveTo>
                <a:cubicBezTo>
                  <a:pt x="119825" y="133890"/>
                  <a:pt x="116002" y="134643"/>
                  <a:pt x="112654" y="133248"/>
                </a:cubicBezTo>
                <a:cubicBezTo>
                  <a:pt x="109305" y="131852"/>
                  <a:pt x="107156" y="128615"/>
                  <a:pt x="107156" y="125016"/>
                </a:cubicBezTo>
                <a:lnTo>
                  <a:pt x="107156" y="116086"/>
                </a:lnTo>
                <a:lnTo>
                  <a:pt x="98227" y="116086"/>
                </a:lnTo>
                <a:cubicBezTo>
                  <a:pt x="89799" y="116086"/>
                  <a:pt x="81846" y="112123"/>
                  <a:pt x="76795" y="105370"/>
                </a:cubicBezTo>
                <a:lnTo>
                  <a:pt x="33933" y="48220"/>
                </a:lnTo>
                <a:cubicBezTo>
                  <a:pt x="32258" y="45960"/>
                  <a:pt x="29607" y="44648"/>
                  <a:pt x="26789" y="44648"/>
                </a:cubicBezTo>
                <a:lnTo>
                  <a:pt x="8930" y="44648"/>
                </a:lnTo>
                <a:cubicBezTo>
                  <a:pt x="3990" y="44648"/>
                  <a:pt x="0" y="40658"/>
                  <a:pt x="0" y="35719"/>
                </a:cubicBezTo>
                <a:cubicBezTo>
                  <a:pt x="0" y="30780"/>
                  <a:pt x="3990" y="26789"/>
                  <a:pt x="8930" y="26789"/>
                </a:cubicBezTo>
                <a:lnTo>
                  <a:pt x="26789" y="26789"/>
                </a:lnTo>
                <a:cubicBezTo>
                  <a:pt x="35216" y="26789"/>
                  <a:pt x="43169" y="30752"/>
                  <a:pt x="48220" y="37505"/>
                </a:cubicBezTo>
                <a:lnTo>
                  <a:pt x="91083" y="94655"/>
                </a:lnTo>
                <a:cubicBezTo>
                  <a:pt x="92757" y="96915"/>
                  <a:pt x="95408" y="98227"/>
                  <a:pt x="98227" y="98227"/>
                </a:cubicBezTo>
                <a:lnTo>
                  <a:pt x="107156" y="98227"/>
                </a:lnTo>
                <a:lnTo>
                  <a:pt x="107156" y="89297"/>
                </a:lnTo>
                <a:cubicBezTo>
                  <a:pt x="107156" y="85697"/>
                  <a:pt x="109333" y="82432"/>
                  <a:pt x="112681" y="81037"/>
                </a:cubicBezTo>
                <a:cubicBezTo>
                  <a:pt x="116030" y="79642"/>
                  <a:pt x="119853" y="80423"/>
                  <a:pt x="122420" y="82962"/>
                </a:cubicBezTo>
                <a:lnTo>
                  <a:pt x="140280" y="100822"/>
                </a:lnTo>
                <a:cubicBezTo>
                  <a:pt x="141954" y="102496"/>
                  <a:pt x="142903" y="104756"/>
                  <a:pt x="142903" y="107128"/>
                </a:cubicBezTo>
                <a:cubicBezTo>
                  <a:pt x="142903" y="109500"/>
                  <a:pt x="141954" y="111761"/>
                  <a:pt x="140280" y="113435"/>
                </a:cubicBezTo>
                <a:lnTo>
                  <a:pt x="122420" y="13129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96938" y="1262063"/>
            <a:ext cx="1127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Entropy Score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4187" y="1627188"/>
            <a:ext cx="5365750" cy="412750"/>
          </a:xfrm>
          <a:custGeom>
            <a:avLst/>
            <a:gdLst/>
            <a:ahLst/>
            <a:cxnLst/>
            <a:rect l="l" t="t" r="r" b="b"/>
            <a:pathLst>
              <a:path w="5365750" h="412750">
                <a:moveTo>
                  <a:pt x="63502" y="0"/>
                </a:moveTo>
                <a:lnTo>
                  <a:pt x="5302248" y="0"/>
                </a:lnTo>
                <a:cubicBezTo>
                  <a:pt x="5337319" y="0"/>
                  <a:pt x="5365750" y="28431"/>
                  <a:pt x="5365750" y="63502"/>
                </a:cubicBezTo>
                <a:lnTo>
                  <a:pt x="5365750" y="349248"/>
                </a:lnTo>
                <a:cubicBezTo>
                  <a:pt x="5365750" y="384319"/>
                  <a:pt x="5337319" y="412750"/>
                  <a:pt x="530224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B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801634" y="1746250"/>
            <a:ext cx="2730857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 = -Σ(p</a:t>
            </a:r>
            <a:r>
              <a:rPr lang="en-US" sz="875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</a:t>
            </a:r>
            <a:r>
              <a:rPr lang="en-US" sz="1125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× log</a:t>
            </a:r>
            <a:r>
              <a:rPr lang="en-US" sz="875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r>
              <a:rPr lang="en-US" sz="1125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(p</a:t>
            </a:r>
            <a:r>
              <a:rPr lang="en-US" sz="875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</a:t>
            </a:r>
            <a:r>
              <a:rPr lang="en-US" sz="1125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)) / log</a:t>
            </a:r>
            <a:r>
              <a:rPr lang="en-US" sz="875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r>
              <a:rPr lang="en-US" sz="1125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(n)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187" y="2135188"/>
            <a:ext cx="5421313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Measures randomness of request method distribution. Higher entropy indicates more diverse request patterns, harder for attackers to predict user behavior, better privacy protection.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4187" y="2579688"/>
            <a:ext cx="5365750" cy="984250"/>
          </a:xfrm>
          <a:custGeom>
            <a:avLst/>
            <a:gdLst/>
            <a:ahLst/>
            <a:cxnLst/>
            <a:rect l="l" t="t" r="r" b="b"/>
            <a:pathLst>
              <a:path w="5365750" h="984250">
                <a:moveTo>
                  <a:pt x="63504" y="0"/>
                </a:moveTo>
                <a:lnTo>
                  <a:pt x="5302246" y="0"/>
                </a:lnTo>
                <a:cubicBezTo>
                  <a:pt x="5337318" y="0"/>
                  <a:pt x="5365750" y="28432"/>
                  <a:pt x="5365750" y="63504"/>
                </a:cubicBezTo>
                <a:lnTo>
                  <a:pt x="5365750" y="920746"/>
                </a:lnTo>
                <a:cubicBezTo>
                  <a:pt x="5365750" y="955818"/>
                  <a:pt x="5337318" y="984250"/>
                  <a:pt x="5302246" y="984250"/>
                </a:cubicBezTo>
                <a:lnTo>
                  <a:pt x="63504" y="984250"/>
                </a:lnTo>
                <a:cubicBezTo>
                  <a:pt x="28432" y="984250"/>
                  <a:pt x="0" y="955818"/>
                  <a:pt x="0" y="920746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79438" y="2674938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Calculation Steps: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9438" y="2897188"/>
            <a:ext cx="52228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Count RPC method frequencies f[1..n]</a:t>
            </a:r>
            <a:endParaRPr lang="en-US" sz="105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Normalize probabilities p[i] = f[i] / Σf</a:t>
            </a:r>
            <a:endParaRPr lang="en-US" sz="105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Calculate Shannon entropy H = -Σ(p[i] × log₂(p[i]))</a:t>
            </a:r>
            <a:endParaRPr lang="en-US" sz="105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Normalize to [0,1] range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79344" y="1051719"/>
            <a:ext cx="5691188" cy="2674938"/>
          </a:xfrm>
          <a:custGeom>
            <a:avLst/>
            <a:gdLst/>
            <a:ahLst/>
            <a:cxnLst/>
            <a:rect l="l" t="t" r="r" b="b"/>
            <a:pathLst>
              <a:path w="5691188" h="2674938">
                <a:moveTo>
                  <a:pt x="127006" y="0"/>
                </a:moveTo>
                <a:lnTo>
                  <a:pt x="5564181" y="0"/>
                </a:lnTo>
                <a:cubicBezTo>
                  <a:pt x="5634325" y="0"/>
                  <a:pt x="5691187" y="56863"/>
                  <a:pt x="5691187" y="127006"/>
                </a:cubicBezTo>
                <a:lnTo>
                  <a:pt x="5691188" y="2547931"/>
                </a:lnTo>
                <a:cubicBezTo>
                  <a:pt x="5691187" y="2618075"/>
                  <a:pt x="5634325" y="2674938"/>
                  <a:pt x="5564181" y="2674938"/>
                </a:cubicBezTo>
                <a:lnTo>
                  <a:pt x="127006" y="2674938"/>
                </a:lnTo>
                <a:cubicBezTo>
                  <a:pt x="56863" y="2674938"/>
                  <a:pt x="0" y="2618075"/>
                  <a:pt x="0" y="2547931"/>
                </a:cubicBezTo>
                <a:lnTo>
                  <a:pt x="0" y="127006"/>
                </a:lnTo>
                <a:cubicBezTo>
                  <a:pt x="0" y="56909"/>
                  <a:pt x="56909" y="0"/>
                  <a:pt x="127006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42063" y="121443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95250" y="0"/>
                </a:moveTo>
                <a:lnTo>
                  <a:pt x="222250" y="0"/>
                </a:lnTo>
                <a:cubicBezTo>
                  <a:pt x="274820" y="0"/>
                  <a:pt x="317500" y="42680"/>
                  <a:pt x="317500" y="95250"/>
                </a:cubicBezTo>
                <a:lnTo>
                  <a:pt x="317500" y="222250"/>
                </a:lnTo>
                <a:cubicBezTo>
                  <a:pt x="317500" y="274820"/>
                  <a:pt x="274820" y="317500"/>
                  <a:pt x="222250" y="317500"/>
                </a:cubicBezTo>
                <a:lnTo>
                  <a:pt x="95250" y="317500"/>
                </a:lnTo>
                <a:cubicBezTo>
                  <a:pt x="42680" y="317500"/>
                  <a:pt x="0" y="274820"/>
                  <a:pt x="0" y="222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  <a:ln/>
        </p:spPr>
      </p:sp>
      <p:sp>
        <p:nvSpPr>
          <p:cNvPr id="17" name="Shape 15"/>
          <p:cNvSpPr/>
          <p:nvPr/>
        </p:nvSpPr>
        <p:spPr>
          <a:xfrm>
            <a:off x="6422430" y="1301750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117063" y="26789"/>
                </a:moveTo>
                <a:cubicBezTo>
                  <a:pt x="112430" y="26789"/>
                  <a:pt x="107938" y="28045"/>
                  <a:pt x="104003" y="30333"/>
                </a:cubicBezTo>
                <a:cubicBezTo>
                  <a:pt x="99594" y="25868"/>
                  <a:pt x="94459" y="22129"/>
                  <a:pt x="88795" y="19310"/>
                </a:cubicBezTo>
                <a:cubicBezTo>
                  <a:pt x="96664" y="12613"/>
                  <a:pt x="106682" y="8930"/>
                  <a:pt x="117063" y="8930"/>
                </a:cubicBezTo>
                <a:cubicBezTo>
                  <a:pt x="141173" y="8930"/>
                  <a:pt x="160734" y="28463"/>
                  <a:pt x="160734" y="52601"/>
                </a:cubicBezTo>
                <a:cubicBezTo>
                  <a:pt x="160734" y="64182"/>
                  <a:pt x="156130" y="75288"/>
                  <a:pt x="147954" y="83465"/>
                </a:cubicBezTo>
                <a:lnTo>
                  <a:pt x="128113" y="103305"/>
                </a:lnTo>
                <a:cubicBezTo>
                  <a:pt x="119937" y="111482"/>
                  <a:pt x="108831" y="116086"/>
                  <a:pt x="97250" y="116086"/>
                </a:cubicBezTo>
                <a:cubicBezTo>
                  <a:pt x="73140" y="116086"/>
                  <a:pt x="53578" y="96552"/>
                  <a:pt x="53578" y="72414"/>
                </a:cubicBezTo>
                <a:cubicBezTo>
                  <a:pt x="53578" y="71996"/>
                  <a:pt x="53578" y="71577"/>
                  <a:pt x="53606" y="71158"/>
                </a:cubicBezTo>
                <a:cubicBezTo>
                  <a:pt x="53746" y="66219"/>
                  <a:pt x="57848" y="62340"/>
                  <a:pt x="62787" y="62480"/>
                </a:cubicBezTo>
                <a:cubicBezTo>
                  <a:pt x="67726" y="62619"/>
                  <a:pt x="71605" y="66722"/>
                  <a:pt x="71465" y="71661"/>
                </a:cubicBezTo>
                <a:cubicBezTo>
                  <a:pt x="71465" y="71912"/>
                  <a:pt x="71465" y="72163"/>
                  <a:pt x="71465" y="72386"/>
                </a:cubicBezTo>
                <a:cubicBezTo>
                  <a:pt x="71465" y="86646"/>
                  <a:pt x="83018" y="98199"/>
                  <a:pt x="97278" y="98199"/>
                </a:cubicBezTo>
                <a:cubicBezTo>
                  <a:pt x="104115" y="98199"/>
                  <a:pt x="110672" y="95492"/>
                  <a:pt x="115528" y="90636"/>
                </a:cubicBezTo>
                <a:lnTo>
                  <a:pt x="135368" y="70796"/>
                </a:lnTo>
                <a:cubicBezTo>
                  <a:pt x="140196" y="65968"/>
                  <a:pt x="142931" y="59382"/>
                  <a:pt x="142931" y="52546"/>
                </a:cubicBezTo>
                <a:cubicBezTo>
                  <a:pt x="142931" y="38286"/>
                  <a:pt x="131378" y="26733"/>
                  <a:pt x="117118" y="26733"/>
                </a:cubicBezTo>
                <a:close/>
                <a:moveTo>
                  <a:pt x="76795" y="48360"/>
                </a:moveTo>
                <a:cubicBezTo>
                  <a:pt x="76265" y="48137"/>
                  <a:pt x="75735" y="47830"/>
                  <a:pt x="75261" y="47495"/>
                </a:cubicBezTo>
                <a:cubicBezTo>
                  <a:pt x="71744" y="45681"/>
                  <a:pt x="67726" y="44648"/>
                  <a:pt x="63512" y="44648"/>
                </a:cubicBezTo>
                <a:cubicBezTo>
                  <a:pt x="56676" y="44648"/>
                  <a:pt x="50118" y="47355"/>
                  <a:pt x="45262" y="52211"/>
                </a:cubicBezTo>
                <a:lnTo>
                  <a:pt x="25422" y="72051"/>
                </a:lnTo>
                <a:cubicBezTo>
                  <a:pt x="20594" y="76879"/>
                  <a:pt x="17859" y="83465"/>
                  <a:pt x="17859" y="90301"/>
                </a:cubicBezTo>
                <a:cubicBezTo>
                  <a:pt x="17859" y="104561"/>
                  <a:pt x="29412" y="116114"/>
                  <a:pt x="43672" y="116114"/>
                </a:cubicBezTo>
                <a:cubicBezTo>
                  <a:pt x="48276" y="116114"/>
                  <a:pt x="52769" y="114886"/>
                  <a:pt x="56704" y="112598"/>
                </a:cubicBezTo>
                <a:cubicBezTo>
                  <a:pt x="61113" y="117063"/>
                  <a:pt x="66247" y="120802"/>
                  <a:pt x="71940" y="123620"/>
                </a:cubicBezTo>
                <a:cubicBezTo>
                  <a:pt x="64071" y="130290"/>
                  <a:pt x="54080" y="134001"/>
                  <a:pt x="43672" y="134001"/>
                </a:cubicBezTo>
                <a:cubicBezTo>
                  <a:pt x="19562" y="134001"/>
                  <a:pt x="0" y="114467"/>
                  <a:pt x="0" y="90329"/>
                </a:cubicBezTo>
                <a:cubicBezTo>
                  <a:pt x="0" y="78749"/>
                  <a:pt x="4604" y="67642"/>
                  <a:pt x="12781" y="59466"/>
                </a:cubicBezTo>
                <a:lnTo>
                  <a:pt x="32621" y="39625"/>
                </a:lnTo>
                <a:cubicBezTo>
                  <a:pt x="40798" y="31449"/>
                  <a:pt x="51904" y="26845"/>
                  <a:pt x="63484" y="26845"/>
                </a:cubicBezTo>
                <a:cubicBezTo>
                  <a:pt x="87650" y="26845"/>
                  <a:pt x="107156" y="46546"/>
                  <a:pt x="107156" y="70628"/>
                </a:cubicBezTo>
                <a:cubicBezTo>
                  <a:pt x="107156" y="70991"/>
                  <a:pt x="107156" y="71354"/>
                  <a:pt x="107156" y="71717"/>
                </a:cubicBezTo>
                <a:cubicBezTo>
                  <a:pt x="107045" y="76656"/>
                  <a:pt x="102943" y="80535"/>
                  <a:pt x="98003" y="80423"/>
                </a:cubicBezTo>
                <a:cubicBezTo>
                  <a:pt x="93064" y="80311"/>
                  <a:pt x="89185" y="76209"/>
                  <a:pt x="89297" y="71270"/>
                </a:cubicBezTo>
                <a:cubicBezTo>
                  <a:pt x="89297" y="71047"/>
                  <a:pt x="89297" y="70851"/>
                  <a:pt x="89297" y="70628"/>
                </a:cubicBezTo>
                <a:cubicBezTo>
                  <a:pt x="89297" y="61224"/>
                  <a:pt x="84274" y="52964"/>
                  <a:pt x="76795" y="4841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754813" y="1262063"/>
            <a:ext cx="1373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Correlation Score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42063" y="1627188"/>
            <a:ext cx="5365750" cy="412750"/>
          </a:xfrm>
          <a:custGeom>
            <a:avLst/>
            <a:gdLst/>
            <a:ahLst/>
            <a:cxnLst/>
            <a:rect l="l" t="t" r="r" b="b"/>
            <a:pathLst>
              <a:path w="5365750" h="412750">
                <a:moveTo>
                  <a:pt x="63502" y="0"/>
                </a:moveTo>
                <a:lnTo>
                  <a:pt x="5302248" y="0"/>
                </a:lnTo>
                <a:cubicBezTo>
                  <a:pt x="5337319" y="0"/>
                  <a:pt x="5365750" y="28431"/>
                  <a:pt x="5365750" y="63502"/>
                </a:cubicBezTo>
                <a:lnTo>
                  <a:pt x="5365750" y="349248"/>
                </a:lnTo>
                <a:cubicBezTo>
                  <a:pt x="5365750" y="384319"/>
                  <a:pt x="5337319" y="412750"/>
                  <a:pt x="530224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B">
              <a:alpha val="6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926772" y="1746250"/>
            <a:ext cx="2196331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ρ = |A</a:t>
            </a:r>
            <a:r>
              <a:rPr lang="en-US" sz="875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</a:t>
            </a:r>
            <a:r>
              <a:rPr lang="en-US" sz="1125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∩ A</a:t>
            </a:r>
            <a:r>
              <a:rPr lang="en-US" sz="875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</a:t>
            </a:r>
            <a:r>
              <a:rPr lang="en-US" sz="1125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| / |A</a:t>
            </a:r>
            <a:r>
              <a:rPr lang="en-US" sz="875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</a:t>
            </a:r>
            <a:r>
              <a:rPr lang="en-US" sz="1125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∪ A</a:t>
            </a:r>
            <a:r>
              <a:rPr lang="en-US" sz="875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</a:t>
            </a:r>
            <a:r>
              <a:rPr lang="en-US" sz="1125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|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42063" y="2135188"/>
            <a:ext cx="5421313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Uses Jaccard similarity to measure behavior consistency between multiple addresses. Higher correlation indicates more similar behavior between addresses, easier to infer as same user.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42063" y="2579688"/>
            <a:ext cx="5365750" cy="984250"/>
          </a:xfrm>
          <a:custGeom>
            <a:avLst/>
            <a:gdLst/>
            <a:ahLst/>
            <a:cxnLst/>
            <a:rect l="l" t="t" r="r" b="b"/>
            <a:pathLst>
              <a:path w="5365750" h="984250">
                <a:moveTo>
                  <a:pt x="63504" y="0"/>
                </a:moveTo>
                <a:lnTo>
                  <a:pt x="5302246" y="0"/>
                </a:lnTo>
                <a:cubicBezTo>
                  <a:pt x="5337318" y="0"/>
                  <a:pt x="5365750" y="28432"/>
                  <a:pt x="5365750" y="63504"/>
                </a:cubicBezTo>
                <a:lnTo>
                  <a:pt x="5365750" y="920746"/>
                </a:lnTo>
                <a:cubicBezTo>
                  <a:pt x="5365750" y="955818"/>
                  <a:pt x="5337318" y="984250"/>
                  <a:pt x="5302246" y="984250"/>
                </a:cubicBezTo>
                <a:lnTo>
                  <a:pt x="63504" y="984250"/>
                </a:lnTo>
                <a:cubicBezTo>
                  <a:pt x="28432" y="984250"/>
                  <a:pt x="0" y="955818"/>
                  <a:pt x="0" y="920746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37313" y="2674938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Calculation Steps: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37313" y="2897188"/>
            <a:ext cx="52228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 method sets of all addresses in session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Calculate Jaccard similarity for all address pairs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Take maximum similarity as correlation score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Range [0,1], higher = easier to associate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1469" y="3893344"/>
            <a:ext cx="5691188" cy="2674938"/>
          </a:xfrm>
          <a:custGeom>
            <a:avLst/>
            <a:gdLst/>
            <a:ahLst/>
            <a:cxnLst/>
            <a:rect l="l" t="t" r="r" b="b"/>
            <a:pathLst>
              <a:path w="5691188" h="2674938">
                <a:moveTo>
                  <a:pt x="127006" y="0"/>
                </a:moveTo>
                <a:lnTo>
                  <a:pt x="5564181" y="0"/>
                </a:lnTo>
                <a:cubicBezTo>
                  <a:pt x="5634325" y="0"/>
                  <a:pt x="5691187" y="56863"/>
                  <a:pt x="5691187" y="127006"/>
                </a:cubicBezTo>
                <a:lnTo>
                  <a:pt x="5691188" y="2547931"/>
                </a:lnTo>
                <a:cubicBezTo>
                  <a:pt x="5691187" y="2618075"/>
                  <a:pt x="5634325" y="2674938"/>
                  <a:pt x="5564181" y="2674938"/>
                </a:cubicBezTo>
                <a:lnTo>
                  <a:pt x="127006" y="2674938"/>
                </a:lnTo>
                <a:cubicBezTo>
                  <a:pt x="56863" y="2674938"/>
                  <a:pt x="0" y="2618075"/>
                  <a:pt x="0" y="2547931"/>
                </a:cubicBezTo>
                <a:lnTo>
                  <a:pt x="0" y="127006"/>
                </a:lnTo>
                <a:cubicBezTo>
                  <a:pt x="0" y="56909"/>
                  <a:pt x="56909" y="0"/>
                  <a:pt x="127006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187" y="405606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95250" y="0"/>
                </a:moveTo>
                <a:lnTo>
                  <a:pt x="222250" y="0"/>
                </a:lnTo>
                <a:cubicBezTo>
                  <a:pt x="274820" y="0"/>
                  <a:pt x="317500" y="42680"/>
                  <a:pt x="317500" y="95250"/>
                </a:cubicBezTo>
                <a:lnTo>
                  <a:pt x="317500" y="222250"/>
                </a:lnTo>
                <a:cubicBezTo>
                  <a:pt x="317500" y="274820"/>
                  <a:pt x="274820" y="317500"/>
                  <a:pt x="222250" y="317500"/>
                </a:cubicBezTo>
                <a:lnTo>
                  <a:pt x="95250" y="317500"/>
                </a:lnTo>
                <a:cubicBezTo>
                  <a:pt x="42680" y="317500"/>
                  <a:pt x="0" y="274820"/>
                  <a:pt x="0" y="222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  <a:ln/>
        </p:spPr>
      </p:sp>
      <p:sp>
        <p:nvSpPr>
          <p:cNvPr id="27" name="Shape 25"/>
          <p:cNvSpPr/>
          <p:nvPr/>
        </p:nvSpPr>
        <p:spPr>
          <a:xfrm>
            <a:off x="573484" y="414337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3395" y="71438"/>
                </a:moveTo>
                <a:cubicBezTo>
                  <a:pt x="13395" y="39374"/>
                  <a:pt x="39374" y="13395"/>
                  <a:pt x="71438" y="13395"/>
                </a:cubicBezTo>
                <a:cubicBezTo>
                  <a:pt x="89046" y="13395"/>
                  <a:pt x="104812" y="21236"/>
                  <a:pt x="115472" y="33626"/>
                </a:cubicBezTo>
                <a:cubicBezTo>
                  <a:pt x="117872" y="36444"/>
                  <a:pt x="122113" y="36751"/>
                  <a:pt x="124904" y="34351"/>
                </a:cubicBezTo>
                <a:cubicBezTo>
                  <a:pt x="127695" y="31952"/>
                  <a:pt x="128029" y="27710"/>
                  <a:pt x="125630" y="24919"/>
                </a:cubicBezTo>
                <a:cubicBezTo>
                  <a:pt x="112542" y="9655"/>
                  <a:pt x="93120" y="0"/>
                  <a:pt x="71438" y="0"/>
                </a:cubicBezTo>
                <a:cubicBezTo>
                  <a:pt x="31979" y="0"/>
                  <a:pt x="0" y="31979"/>
                  <a:pt x="0" y="71438"/>
                </a:cubicBezTo>
                <a:lnTo>
                  <a:pt x="0" y="82600"/>
                </a:lnTo>
                <a:cubicBezTo>
                  <a:pt x="0" y="86311"/>
                  <a:pt x="2986" y="89297"/>
                  <a:pt x="6697" y="89297"/>
                </a:cubicBezTo>
                <a:cubicBezTo>
                  <a:pt x="10409" y="89297"/>
                  <a:pt x="13395" y="86311"/>
                  <a:pt x="13395" y="82600"/>
                </a:cubicBezTo>
                <a:lnTo>
                  <a:pt x="13395" y="71438"/>
                </a:lnTo>
                <a:close/>
                <a:moveTo>
                  <a:pt x="141340" y="56676"/>
                </a:moveTo>
                <a:cubicBezTo>
                  <a:pt x="140587" y="53048"/>
                  <a:pt x="137015" y="50732"/>
                  <a:pt x="133415" y="51513"/>
                </a:cubicBezTo>
                <a:cubicBezTo>
                  <a:pt x="129815" y="52294"/>
                  <a:pt x="127471" y="55838"/>
                  <a:pt x="128253" y="59438"/>
                </a:cubicBezTo>
                <a:cubicBezTo>
                  <a:pt x="129062" y="63317"/>
                  <a:pt x="129508" y="67335"/>
                  <a:pt x="129508" y="71465"/>
                </a:cubicBezTo>
                <a:lnTo>
                  <a:pt x="129508" y="82628"/>
                </a:lnTo>
                <a:cubicBezTo>
                  <a:pt x="129508" y="86339"/>
                  <a:pt x="132494" y="89325"/>
                  <a:pt x="136206" y="89325"/>
                </a:cubicBezTo>
                <a:cubicBezTo>
                  <a:pt x="139917" y="89325"/>
                  <a:pt x="142903" y="86339"/>
                  <a:pt x="142903" y="82628"/>
                </a:cubicBezTo>
                <a:lnTo>
                  <a:pt x="142903" y="71465"/>
                </a:lnTo>
                <a:cubicBezTo>
                  <a:pt x="142903" y="66415"/>
                  <a:pt x="142373" y="61475"/>
                  <a:pt x="141368" y="56704"/>
                </a:cubicBezTo>
                <a:close/>
                <a:moveTo>
                  <a:pt x="71438" y="22324"/>
                </a:moveTo>
                <a:cubicBezTo>
                  <a:pt x="66135" y="22324"/>
                  <a:pt x="61001" y="23161"/>
                  <a:pt x="56229" y="24724"/>
                </a:cubicBezTo>
                <a:cubicBezTo>
                  <a:pt x="51988" y="26119"/>
                  <a:pt x="51011" y="31338"/>
                  <a:pt x="53913" y="34742"/>
                </a:cubicBezTo>
                <a:cubicBezTo>
                  <a:pt x="55894" y="37058"/>
                  <a:pt x="59159" y="37756"/>
                  <a:pt x="62117" y="36947"/>
                </a:cubicBezTo>
                <a:cubicBezTo>
                  <a:pt x="65075" y="36137"/>
                  <a:pt x="68200" y="35719"/>
                  <a:pt x="71438" y="35719"/>
                </a:cubicBezTo>
                <a:cubicBezTo>
                  <a:pt x="91167" y="35719"/>
                  <a:pt x="107156" y="51708"/>
                  <a:pt x="107156" y="71438"/>
                </a:cubicBezTo>
                <a:lnTo>
                  <a:pt x="107156" y="78386"/>
                </a:lnTo>
                <a:cubicBezTo>
                  <a:pt x="107156" y="85418"/>
                  <a:pt x="106738" y="92422"/>
                  <a:pt x="105928" y="99399"/>
                </a:cubicBezTo>
                <a:cubicBezTo>
                  <a:pt x="105454" y="103473"/>
                  <a:pt x="108552" y="107156"/>
                  <a:pt x="112681" y="107156"/>
                </a:cubicBezTo>
                <a:cubicBezTo>
                  <a:pt x="115974" y="107156"/>
                  <a:pt x="118793" y="104756"/>
                  <a:pt x="119183" y="101491"/>
                </a:cubicBezTo>
                <a:cubicBezTo>
                  <a:pt x="120104" y="93845"/>
                  <a:pt x="120579" y="86144"/>
                  <a:pt x="120579" y="78414"/>
                </a:cubicBezTo>
                <a:lnTo>
                  <a:pt x="120579" y="71465"/>
                </a:lnTo>
                <a:cubicBezTo>
                  <a:pt x="120579" y="44341"/>
                  <a:pt x="98589" y="22352"/>
                  <a:pt x="71465" y="22352"/>
                </a:cubicBezTo>
                <a:close/>
                <a:moveTo>
                  <a:pt x="42053" y="41495"/>
                </a:moveTo>
                <a:cubicBezTo>
                  <a:pt x="39514" y="38537"/>
                  <a:pt x="34993" y="38314"/>
                  <a:pt x="32593" y="41384"/>
                </a:cubicBezTo>
                <a:cubicBezTo>
                  <a:pt x="26147" y="49699"/>
                  <a:pt x="22324" y="60108"/>
                  <a:pt x="22324" y="71438"/>
                </a:cubicBezTo>
                <a:lnTo>
                  <a:pt x="22324" y="78386"/>
                </a:lnTo>
                <a:cubicBezTo>
                  <a:pt x="22324" y="85139"/>
                  <a:pt x="21599" y="91892"/>
                  <a:pt x="20148" y="98450"/>
                </a:cubicBezTo>
                <a:cubicBezTo>
                  <a:pt x="19199" y="102803"/>
                  <a:pt x="22352" y="107128"/>
                  <a:pt x="26817" y="107128"/>
                </a:cubicBezTo>
                <a:cubicBezTo>
                  <a:pt x="29747" y="107128"/>
                  <a:pt x="32370" y="105175"/>
                  <a:pt x="33012" y="102301"/>
                </a:cubicBezTo>
                <a:cubicBezTo>
                  <a:pt x="34798" y="94459"/>
                  <a:pt x="35719" y="86451"/>
                  <a:pt x="35719" y="78358"/>
                </a:cubicBezTo>
                <a:lnTo>
                  <a:pt x="35719" y="71410"/>
                </a:lnTo>
                <a:cubicBezTo>
                  <a:pt x="35719" y="63819"/>
                  <a:pt x="38091" y="56787"/>
                  <a:pt x="42109" y="51011"/>
                </a:cubicBezTo>
                <a:cubicBezTo>
                  <a:pt x="44118" y="48109"/>
                  <a:pt x="44341" y="44146"/>
                  <a:pt x="42053" y="41467"/>
                </a:cubicBezTo>
                <a:close/>
                <a:moveTo>
                  <a:pt x="71438" y="44648"/>
                </a:moveTo>
                <a:cubicBezTo>
                  <a:pt x="56648" y="44648"/>
                  <a:pt x="44648" y="56648"/>
                  <a:pt x="44648" y="71438"/>
                </a:cubicBezTo>
                <a:lnTo>
                  <a:pt x="44648" y="78386"/>
                </a:lnTo>
                <a:cubicBezTo>
                  <a:pt x="44648" y="88404"/>
                  <a:pt x="43365" y="98338"/>
                  <a:pt x="40798" y="107993"/>
                </a:cubicBezTo>
                <a:cubicBezTo>
                  <a:pt x="39737" y="111984"/>
                  <a:pt x="42667" y="116086"/>
                  <a:pt x="46797" y="116086"/>
                </a:cubicBezTo>
                <a:cubicBezTo>
                  <a:pt x="49448" y="116086"/>
                  <a:pt x="51792" y="114356"/>
                  <a:pt x="52490" y="111789"/>
                </a:cubicBezTo>
                <a:cubicBezTo>
                  <a:pt x="55420" y="100905"/>
                  <a:pt x="56927" y="89688"/>
                  <a:pt x="56927" y="78386"/>
                </a:cubicBezTo>
                <a:lnTo>
                  <a:pt x="56927" y="71438"/>
                </a:lnTo>
                <a:cubicBezTo>
                  <a:pt x="56927" y="63429"/>
                  <a:pt x="63429" y="56927"/>
                  <a:pt x="71438" y="56927"/>
                </a:cubicBezTo>
                <a:cubicBezTo>
                  <a:pt x="79446" y="56927"/>
                  <a:pt x="85948" y="63429"/>
                  <a:pt x="85948" y="71438"/>
                </a:cubicBezTo>
                <a:lnTo>
                  <a:pt x="85948" y="78386"/>
                </a:lnTo>
                <a:cubicBezTo>
                  <a:pt x="85948" y="88516"/>
                  <a:pt x="84972" y="98589"/>
                  <a:pt x="83046" y="108496"/>
                </a:cubicBezTo>
                <a:cubicBezTo>
                  <a:pt x="82293" y="112375"/>
                  <a:pt x="85195" y="116086"/>
                  <a:pt x="89129" y="116086"/>
                </a:cubicBezTo>
                <a:cubicBezTo>
                  <a:pt x="91976" y="116086"/>
                  <a:pt x="94431" y="114133"/>
                  <a:pt x="94990" y="111342"/>
                </a:cubicBezTo>
                <a:cubicBezTo>
                  <a:pt x="97138" y="100515"/>
                  <a:pt x="98227" y="89492"/>
                  <a:pt x="98227" y="78386"/>
                </a:cubicBezTo>
                <a:lnTo>
                  <a:pt x="98227" y="71438"/>
                </a:lnTo>
                <a:cubicBezTo>
                  <a:pt x="98227" y="56648"/>
                  <a:pt x="86227" y="44648"/>
                  <a:pt x="71438" y="44648"/>
                </a:cubicBezTo>
                <a:close/>
                <a:moveTo>
                  <a:pt x="78135" y="71438"/>
                </a:moveTo>
                <a:cubicBezTo>
                  <a:pt x="78135" y="67726"/>
                  <a:pt x="75149" y="64740"/>
                  <a:pt x="71438" y="64740"/>
                </a:cubicBezTo>
                <a:cubicBezTo>
                  <a:pt x="67726" y="64740"/>
                  <a:pt x="64740" y="67726"/>
                  <a:pt x="64740" y="71438"/>
                </a:cubicBezTo>
                <a:lnTo>
                  <a:pt x="64740" y="78386"/>
                </a:lnTo>
                <a:cubicBezTo>
                  <a:pt x="64740" y="95101"/>
                  <a:pt x="61671" y="111677"/>
                  <a:pt x="55671" y="127276"/>
                </a:cubicBezTo>
                <a:lnTo>
                  <a:pt x="54025" y="131545"/>
                </a:lnTo>
                <a:cubicBezTo>
                  <a:pt x="52685" y="135006"/>
                  <a:pt x="54415" y="138885"/>
                  <a:pt x="57876" y="140196"/>
                </a:cubicBezTo>
                <a:cubicBezTo>
                  <a:pt x="61336" y="141508"/>
                  <a:pt x="65215" y="139805"/>
                  <a:pt x="66526" y="136345"/>
                </a:cubicBezTo>
                <a:lnTo>
                  <a:pt x="68173" y="132076"/>
                </a:lnTo>
                <a:cubicBezTo>
                  <a:pt x="74758" y="114942"/>
                  <a:pt x="78135" y="96748"/>
                  <a:pt x="78135" y="78386"/>
                </a:cubicBezTo>
                <a:lnTo>
                  <a:pt x="78135" y="7143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896938" y="4103688"/>
            <a:ext cx="1420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Uniqueness Score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84187" y="4468813"/>
            <a:ext cx="5365750" cy="412750"/>
          </a:xfrm>
          <a:custGeom>
            <a:avLst/>
            <a:gdLst/>
            <a:ahLst/>
            <a:cxnLst/>
            <a:rect l="l" t="t" r="r" b="b"/>
            <a:pathLst>
              <a:path w="5365750" h="412750">
                <a:moveTo>
                  <a:pt x="63502" y="0"/>
                </a:moveTo>
                <a:lnTo>
                  <a:pt x="5302248" y="0"/>
                </a:lnTo>
                <a:cubicBezTo>
                  <a:pt x="5337319" y="0"/>
                  <a:pt x="5365750" y="28431"/>
                  <a:pt x="5365750" y="63502"/>
                </a:cubicBezTo>
                <a:lnTo>
                  <a:pt x="5365750" y="349248"/>
                </a:lnTo>
                <a:cubicBezTo>
                  <a:pt x="5365750" y="384319"/>
                  <a:pt x="5337319" y="412750"/>
                  <a:pt x="530224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B">
              <a:alpha val="6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2056781" y="4587875"/>
            <a:ext cx="2220562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 = 1 - max(cos(v</a:t>
            </a:r>
            <a:r>
              <a:rPr lang="en-US" sz="875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</a:t>
            </a:r>
            <a:r>
              <a:rPr lang="en-US" sz="1125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v</a:t>
            </a:r>
            <a:r>
              <a:rPr lang="en-US" sz="875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</a:t>
            </a:r>
            <a:r>
              <a:rPr lang="en-US" sz="1125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84187" y="4976813"/>
            <a:ext cx="5421313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Measures similarity between user behavior pattern and reference group. Lower uniqueness indicates more ordinary user behavior, harder to distinguish from group.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84187" y="5421313"/>
            <a:ext cx="5365750" cy="984250"/>
          </a:xfrm>
          <a:custGeom>
            <a:avLst/>
            <a:gdLst/>
            <a:ahLst/>
            <a:cxnLst/>
            <a:rect l="l" t="t" r="r" b="b"/>
            <a:pathLst>
              <a:path w="5365750" h="984250">
                <a:moveTo>
                  <a:pt x="63504" y="0"/>
                </a:moveTo>
                <a:lnTo>
                  <a:pt x="5302246" y="0"/>
                </a:lnTo>
                <a:cubicBezTo>
                  <a:pt x="5337318" y="0"/>
                  <a:pt x="5365750" y="28432"/>
                  <a:pt x="5365750" y="63504"/>
                </a:cubicBezTo>
                <a:lnTo>
                  <a:pt x="5365750" y="920746"/>
                </a:lnTo>
                <a:cubicBezTo>
                  <a:pt x="5365750" y="955818"/>
                  <a:pt x="5337318" y="984250"/>
                  <a:pt x="5302246" y="984250"/>
                </a:cubicBezTo>
                <a:lnTo>
                  <a:pt x="63504" y="984250"/>
                </a:lnTo>
                <a:cubicBezTo>
                  <a:pt x="28432" y="984250"/>
                  <a:pt x="0" y="955818"/>
                  <a:pt x="0" y="920746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79438" y="5516563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Calculation Steps: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79438" y="5738813"/>
            <a:ext cx="52228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Extract target session feature vector v_T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Calculate cosine similarity with reference sessions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Take maximum similarity value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Uniqueness = 1 - maximum similarity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79344" y="3893344"/>
            <a:ext cx="5691188" cy="2674938"/>
          </a:xfrm>
          <a:custGeom>
            <a:avLst/>
            <a:gdLst/>
            <a:ahLst/>
            <a:cxnLst/>
            <a:rect l="l" t="t" r="r" b="b"/>
            <a:pathLst>
              <a:path w="5691188" h="2674938">
                <a:moveTo>
                  <a:pt x="127006" y="0"/>
                </a:moveTo>
                <a:lnTo>
                  <a:pt x="5564181" y="0"/>
                </a:lnTo>
                <a:cubicBezTo>
                  <a:pt x="5634325" y="0"/>
                  <a:pt x="5691187" y="56863"/>
                  <a:pt x="5691187" y="127006"/>
                </a:cubicBezTo>
                <a:lnTo>
                  <a:pt x="5691188" y="2547931"/>
                </a:lnTo>
                <a:cubicBezTo>
                  <a:pt x="5691187" y="2618075"/>
                  <a:pt x="5634325" y="2674938"/>
                  <a:pt x="5564181" y="2674938"/>
                </a:cubicBezTo>
                <a:lnTo>
                  <a:pt x="127006" y="2674938"/>
                </a:lnTo>
                <a:cubicBezTo>
                  <a:pt x="56863" y="2674938"/>
                  <a:pt x="0" y="2618075"/>
                  <a:pt x="0" y="2547931"/>
                </a:cubicBezTo>
                <a:lnTo>
                  <a:pt x="0" y="127006"/>
                </a:lnTo>
                <a:cubicBezTo>
                  <a:pt x="0" y="56909"/>
                  <a:pt x="56909" y="0"/>
                  <a:pt x="127006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42063" y="405606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95250" y="0"/>
                </a:moveTo>
                <a:lnTo>
                  <a:pt x="222250" y="0"/>
                </a:lnTo>
                <a:cubicBezTo>
                  <a:pt x="274820" y="0"/>
                  <a:pt x="317500" y="42680"/>
                  <a:pt x="317500" y="95250"/>
                </a:cubicBezTo>
                <a:lnTo>
                  <a:pt x="317500" y="222250"/>
                </a:lnTo>
                <a:cubicBezTo>
                  <a:pt x="317500" y="274820"/>
                  <a:pt x="274820" y="317500"/>
                  <a:pt x="222250" y="317500"/>
                </a:cubicBezTo>
                <a:lnTo>
                  <a:pt x="95250" y="317500"/>
                </a:lnTo>
                <a:cubicBezTo>
                  <a:pt x="42680" y="317500"/>
                  <a:pt x="0" y="274820"/>
                  <a:pt x="0" y="222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E7000B"/>
              </a:gs>
            </a:gsLst>
            <a:lin ang="2700000" scaled="1"/>
          </a:gradFill>
          <a:ln/>
        </p:spPr>
      </p:sp>
      <p:sp>
        <p:nvSpPr>
          <p:cNvPr id="37" name="Shape 35"/>
          <p:cNvSpPr/>
          <p:nvPr/>
        </p:nvSpPr>
        <p:spPr>
          <a:xfrm>
            <a:off x="6431359" y="414337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0"/>
                </a:moveTo>
                <a:cubicBezTo>
                  <a:pt x="110865" y="0"/>
                  <a:pt x="142875" y="32010"/>
                  <a:pt x="142875" y="71438"/>
                </a:cubicBezTo>
                <a:cubicBezTo>
                  <a:pt x="142875" y="110865"/>
                  <a:pt x="110865" y="142875"/>
                  <a:pt x="71438" y="142875"/>
                </a:cubicBezTo>
                <a:cubicBezTo>
                  <a:pt x="32010" y="142875"/>
                  <a:pt x="0" y="110865"/>
                  <a:pt x="0" y="71438"/>
                </a:cubicBezTo>
                <a:cubicBezTo>
                  <a:pt x="0" y="32010"/>
                  <a:pt x="32010" y="0"/>
                  <a:pt x="71437" y="0"/>
                </a:cubicBezTo>
                <a:close/>
                <a:moveTo>
                  <a:pt x="64740" y="33486"/>
                </a:moveTo>
                <a:lnTo>
                  <a:pt x="64740" y="71438"/>
                </a:lnTo>
                <a:cubicBezTo>
                  <a:pt x="64740" y="73670"/>
                  <a:pt x="65856" y="75763"/>
                  <a:pt x="67726" y="77019"/>
                </a:cubicBezTo>
                <a:lnTo>
                  <a:pt x="94515" y="94878"/>
                </a:lnTo>
                <a:cubicBezTo>
                  <a:pt x="97585" y="96943"/>
                  <a:pt x="101743" y="96106"/>
                  <a:pt x="103808" y="93008"/>
                </a:cubicBezTo>
                <a:cubicBezTo>
                  <a:pt x="105873" y="89911"/>
                  <a:pt x="105035" y="85781"/>
                  <a:pt x="101938" y="83716"/>
                </a:cubicBezTo>
                <a:lnTo>
                  <a:pt x="78135" y="67866"/>
                </a:lnTo>
                <a:lnTo>
                  <a:pt x="78135" y="33486"/>
                </a:lnTo>
                <a:cubicBezTo>
                  <a:pt x="78135" y="29775"/>
                  <a:pt x="75149" y="26789"/>
                  <a:pt x="71438" y="26789"/>
                </a:cubicBezTo>
                <a:cubicBezTo>
                  <a:pt x="67726" y="26789"/>
                  <a:pt x="64740" y="29775"/>
                  <a:pt x="64740" y="3348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6754813" y="4103688"/>
            <a:ext cx="1254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Temporal Score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42063" y="4468813"/>
            <a:ext cx="5365750" cy="412750"/>
          </a:xfrm>
          <a:custGeom>
            <a:avLst/>
            <a:gdLst/>
            <a:ahLst/>
            <a:cxnLst/>
            <a:rect l="l" t="t" r="r" b="b"/>
            <a:pathLst>
              <a:path w="5365750" h="412750">
                <a:moveTo>
                  <a:pt x="63502" y="0"/>
                </a:moveTo>
                <a:lnTo>
                  <a:pt x="5302248" y="0"/>
                </a:lnTo>
                <a:cubicBezTo>
                  <a:pt x="5337319" y="0"/>
                  <a:pt x="5365750" y="28431"/>
                  <a:pt x="5365750" y="63502"/>
                </a:cubicBezTo>
                <a:lnTo>
                  <a:pt x="5365750" y="349248"/>
                </a:lnTo>
                <a:cubicBezTo>
                  <a:pt x="5365750" y="384319"/>
                  <a:pt x="5337319" y="412750"/>
                  <a:pt x="530224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B">
              <a:alpha val="6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8194337" y="4587875"/>
            <a:ext cx="1661201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FF890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 = CV / threshold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42063" y="4976813"/>
            <a:ext cx="5421313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Analyzes coefficient of variation (CV) of request intervals. Higher temporal score indicates more characteristic time patterns, easier to identify user through time fingerprint.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42063" y="5421313"/>
            <a:ext cx="5365750" cy="984250"/>
          </a:xfrm>
          <a:custGeom>
            <a:avLst/>
            <a:gdLst/>
            <a:ahLst/>
            <a:cxnLst/>
            <a:rect l="l" t="t" r="r" b="b"/>
            <a:pathLst>
              <a:path w="5365750" h="984250">
                <a:moveTo>
                  <a:pt x="63504" y="0"/>
                </a:moveTo>
                <a:lnTo>
                  <a:pt x="5302246" y="0"/>
                </a:lnTo>
                <a:cubicBezTo>
                  <a:pt x="5337318" y="0"/>
                  <a:pt x="5365750" y="28432"/>
                  <a:pt x="5365750" y="63504"/>
                </a:cubicBezTo>
                <a:lnTo>
                  <a:pt x="5365750" y="920746"/>
                </a:lnTo>
                <a:cubicBezTo>
                  <a:pt x="5365750" y="955818"/>
                  <a:pt x="5337318" y="984250"/>
                  <a:pt x="5302246" y="984250"/>
                </a:cubicBezTo>
                <a:lnTo>
                  <a:pt x="63504" y="984250"/>
                </a:lnTo>
                <a:cubicBezTo>
                  <a:pt x="28432" y="984250"/>
                  <a:pt x="0" y="955818"/>
                  <a:pt x="0" y="920746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437313" y="5516563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Calculation Steps: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37313" y="5738813"/>
            <a:ext cx="52228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Extract request interval sequence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Calculate CV = std / mean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Normalize to [0,1] range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Higher value = more obvious temporal characteristics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1468" y="3373438"/>
            <a:ext cx="11549063" cy="769938"/>
          </a:xfrm>
          <a:custGeom>
            <a:avLst/>
            <a:gdLst/>
            <a:ahLst/>
            <a:cxnLst/>
            <a:rect l="l" t="t" r="r" b="b"/>
            <a:pathLst>
              <a:path w="11549063" h="769938">
                <a:moveTo>
                  <a:pt x="95249" y="0"/>
                </a:moveTo>
                <a:lnTo>
                  <a:pt x="11453814" y="0"/>
                </a:lnTo>
                <a:cubicBezTo>
                  <a:pt x="11506418" y="0"/>
                  <a:pt x="11549063" y="42644"/>
                  <a:pt x="11549063" y="95249"/>
                </a:cubicBezTo>
                <a:lnTo>
                  <a:pt x="11549063" y="674689"/>
                </a:lnTo>
                <a:cubicBezTo>
                  <a:pt x="11549062" y="727293"/>
                  <a:pt x="11506418" y="769938"/>
                  <a:pt x="11453814" y="769938"/>
                </a:cubicBezTo>
                <a:lnTo>
                  <a:pt x="95249" y="769938"/>
                </a:lnTo>
                <a:cubicBezTo>
                  <a:pt x="42680" y="769938"/>
                  <a:pt x="0" y="727258"/>
                  <a:pt x="0" y="674689"/>
                </a:cubicBezTo>
                <a:lnTo>
                  <a:pt x="0" y="95249"/>
                </a:lnTo>
                <a:cubicBezTo>
                  <a:pt x="0" y="42680"/>
                  <a:pt x="42680" y="0"/>
                  <a:pt x="95249" y="0"/>
                </a:cubicBezTo>
                <a:close/>
              </a:path>
            </a:pathLst>
          </a:custGeom>
          <a:gradFill flip="none" rotWithShape="1">
            <a:gsLst>
              <a:gs pos="0">
                <a:srgbClr val="104E64">
                  <a:alpha val="40000"/>
                </a:srgbClr>
              </a:gs>
              <a:gs pos="100000">
                <a:srgbClr val="1C398E">
                  <a:alpha val="40000"/>
                </a:srgbClr>
              </a:gs>
            </a:gsLst>
            <a:lin ang="0" scaled="1"/>
          </a:gradFill>
          <a:ln w="12700">
            <a:solidFill>
              <a:srgbClr val="00B8DB">
                <a:alpha val="30196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63850" y="3504407"/>
            <a:ext cx="2778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Comprehensive Score Formula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3459881" y="3790157"/>
            <a:ext cx="2786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dirty="0">
                <a:solidFill>
                  <a:srgbClr val="53EAF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Score = Σ(w</a:t>
            </a:r>
            <a:r>
              <a:rPr lang="en-US" sz="1000" dirty="0">
                <a:solidFill>
                  <a:srgbClr val="53EA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</a:t>
            </a:r>
            <a:r>
              <a:rPr lang="en-US" sz="1250" dirty="0">
                <a:solidFill>
                  <a:srgbClr val="53EAF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× Score</a:t>
            </a:r>
            <a:r>
              <a:rPr lang="en-US" sz="1000" dirty="0">
                <a:solidFill>
                  <a:srgbClr val="53EA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</a:t>
            </a:r>
            <a:r>
              <a:rPr lang="en-US" sz="1250" dirty="0">
                <a:solidFill>
                  <a:srgbClr val="53EAF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) × 100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62116" y="3504407"/>
            <a:ext cx="7938" cy="508000"/>
          </a:xfrm>
          <a:custGeom>
            <a:avLst/>
            <a:gdLst/>
            <a:ahLst/>
            <a:cxnLst/>
            <a:rect l="l" t="t" r="r" b="b"/>
            <a:pathLst>
              <a:path w="7938" h="508000">
                <a:moveTo>
                  <a:pt x="0" y="0"/>
                </a:moveTo>
                <a:lnTo>
                  <a:pt x="7938" y="0"/>
                </a:lnTo>
                <a:lnTo>
                  <a:pt x="7938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  <a:ln/>
        </p:spPr>
      </p:sp>
      <p:sp>
        <p:nvSpPr>
          <p:cNvPr id="49" name="Text 47"/>
          <p:cNvSpPr/>
          <p:nvPr/>
        </p:nvSpPr>
        <p:spPr>
          <a:xfrm>
            <a:off x="6724054" y="3567907"/>
            <a:ext cx="944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</a:t>
            </a:r>
            <a:r>
              <a:rPr lang="en-US" sz="750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entropy</a:t>
            </a:r>
            <a:r>
              <a:rPr lang="en-US" sz="875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25%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803430" y="3567907"/>
            <a:ext cx="944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</a:t>
            </a:r>
            <a:r>
              <a:rPr lang="en-US" sz="750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uniqueness</a:t>
            </a:r>
            <a:r>
              <a:rPr lang="en-US" sz="875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25%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724054" y="3790157"/>
            <a:ext cx="944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</a:t>
            </a:r>
            <a:r>
              <a:rPr lang="en-US" sz="750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correlation</a:t>
            </a:r>
            <a:r>
              <a:rPr lang="en-US" sz="875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25%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803430" y="3790157"/>
            <a:ext cx="944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</a:t>
            </a:r>
            <a:r>
              <a:rPr lang="en-US" sz="750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temporal</a:t>
            </a:r>
            <a:r>
              <a:rPr lang="en-US" sz="875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25%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49" grpId="0" animBg="1"/>
      <p:bldP spid="50" grpId="0" animBg="1"/>
      <p:bldP spid="51" grpId="0" animBg="1"/>
      <p:bldP spid="5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3395" y="436584"/>
            <a:ext cx="48509" cy="323395"/>
          </a:xfrm>
          <a:custGeom>
            <a:avLst/>
            <a:gdLst/>
            <a:ahLst/>
            <a:cxnLst/>
            <a:rect l="l" t="t" r="r" b="b"/>
            <a:pathLst>
              <a:path w="48509" h="323395">
                <a:moveTo>
                  <a:pt x="24255" y="0"/>
                </a:moveTo>
                <a:lnTo>
                  <a:pt x="24255" y="0"/>
                </a:lnTo>
                <a:cubicBezTo>
                  <a:pt x="37641" y="0"/>
                  <a:pt x="48509" y="10868"/>
                  <a:pt x="48509" y="24255"/>
                </a:cubicBezTo>
                <a:lnTo>
                  <a:pt x="48509" y="299141"/>
                </a:lnTo>
                <a:cubicBezTo>
                  <a:pt x="48509" y="312536"/>
                  <a:pt x="37650" y="323395"/>
                  <a:pt x="24255" y="323395"/>
                </a:cubicBezTo>
                <a:lnTo>
                  <a:pt x="24255" y="323395"/>
                </a:lnTo>
                <a:cubicBezTo>
                  <a:pt x="10859" y="323395"/>
                  <a:pt x="0" y="312536"/>
                  <a:pt x="0" y="299141"/>
                </a:cubicBezTo>
                <a:lnTo>
                  <a:pt x="0" y="24255"/>
                </a:lnTo>
                <a:cubicBezTo>
                  <a:pt x="0" y="10868"/>
                  <a:pt x="10868" y="0"/>
                  <a:pt x="2425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468923" y="323395"/>
            <a:ext cx="3573517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kern="0" spc="51" dirty="0">
                <a:solidFill>
                  <a:srgbClr val="00D3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8923" y="549772"/>
            <a:ext cx="3654366" cy="323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9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Implementation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7438" y="1071247"/>
            <a:ext cx="3735215" cy="5182408"/>
          </a:xfrm>
          <a:custGeom>
            <a:avLst/>
            <a:gdLst/>
            <a:ahLst/>
            <a:cxnLst/>
            <a:rect l="l" t="t" r="r" b="b"/>
            <a:pathLst>
              <a:path w="3735215" h="5182408">
                <a:moveTo>
                  <a:pt x="129350" y="0"/>
                </a:moveTo>
                <a:lnTo>
                  <a:pt x="3605864" y="0"/>
                </a:lnTo>
                <a:cubicBezTo>
                  <a:pt x="3677303" y="0"/>
                  <a:pt x="3735215" y="57912"/>
                  <a:pt x="3735215" y="129350"/>
                </a:cubicBezTo>
                <a:lnTo>
                  <a:pt x="3735215" y="5053058"/>
                </a:lnTo>
                <a:cubicBezTo>
                  <a:pt x="3735215" y="5124496"/>
                  <a:pt x="3677303" y="5182408"/>
                  <a:pt x="3605864" y="5182408"/>
                </a:cubicBezTo>
                <a:lnTo>
                  <a:pt x="129350" y="5182408"/>
                </a:lnTo>
                <a:cubicBezTo>
                  <a:pt x="57912" y="5182408"/>
                  <a:pt x="0" y="5124496"/>
                  <a:pt x="0" y="5053058"/>
                </a:cubicBezTo>
                <a:lnTo>
                  <a:pt x="0" y="129350"/>
                </a:lnTo>
                <a:cubicBezTo>
                  <a:pt x="0" y="57960"/>
                  <a:pt x="57960" y="0"/>
                  <a:pt x="129350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3178" y="1236987"/>
            <a:ext cx="388074" cy="388074"/>
          </a:xfrm>
          <a:custGeom>
            <a:avLst/>
            <a:gdLst/>
            <a:ahLst/>
            <a:cxnLst/>
            <a:rect l="l" t="t" r="r" b="b"/>
            <a:pathLst>
              <a:path w="388074" h="388074">
                <a:moveTo>
                  <a:pt x="97019" y="0"/>
                </a:moveTo>
                <a:lnTo>
                  <a:pt x="291056" y="0"/>
                </a:lnTo>
                <a:cubicBezTo>
                  <a:pt x="344602" y="0"/>
                  <a:pt x="388074" y="43473"/>
                  <a:pt x="388074" y="97019"/>
                </a:cubicBezTo>
                <a:lnTo>
                  <a:pt x="388074" y="291056"/>
                </a:lnTo>
                <a:cubicBezTo>
                  <a:pt x="388074" y="344602"/>
                  <a:pt x="344602" y="388074"/>
                  <a:pt x="291056" y="388074"/>
                </a:cubicBezTo>
                <a:lnTo>
                  <a:pt x="97019" y="388074"/>
                </a:lnTo>
                <a:cubicBezTo>
                  <a:pt x="43473" y="388074"/>
                  <a:pt x="0" y="344602"/>
                  <a:pt x="0" y="291056"/>
                </a:cubicBezTo>
                <a:lnTo>
                  <a:pt x="0" y="97019"/>
                </a:lnTo>
                <a:cubicBezTo>
                  <a:pt x="0" y="43473"/>
                  <a:pt x="43473" y="0"/>
                  <a:pt x="97019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616472" y="1350175"/>
            <a:ext cx="141485" cy="161698"/>
          </a:xfrm>
          <a:custGeom>
            <a:avLst/>
            <a:gdLst/>
            <a:ahLst/>
            <a:cxnLst/>
            <a:rect l="l" t="t" r="r" b="b"/>
            <a:pathLst>
              <a:path w="141485" h="161698">
                <a:moveTo>
                  <a:pt x="20212" y="10106"/>
                </a:moveTo>
                <a:cubicBezTo>
                  <a:pt x="9064" y="10106"/>
                  <a:pt x="0" y="19170"/>
                  <a:pt x="0" y="30318"/>
                </a:cubicBezTo>
                <a:lnTo>
                  <a:pt x="0" y="50531"/>
                </a:lnTo>
                <a:cubicBezTo>
                  <a:pt x="0" y="61679"/>
                  <a:pt x="9064" y="70743"/>
                  <a:pt x="20212" y="70743"/>
                </a:cubicBezTo>
                <a:lnTo>
                  <a:pt x="121273" y="70743"/>
                </a:lnTo>
                <a:cubicBezTo>
                  <a:pt x="132422" y="70743"/>
                  <a:pt x="141485" y="61679"/>
                  <a:pt x="141485" y="50531"/>
                </a:cubicBezTo>
                <a:lnTo>
                  <a:pt x="141485" y="30318"/>
                </a:lnTo>
                <a:cubicBezTo>
                  <a:pt x="141485" y="19170"/>
                  <a:pt x="132422" y="10106"/>
                  <a:pt x="121273" y="10106"/>
                </a:cubicBezTo>
                <a:lnTo>
                  <a:pt x="20212" y="10106"/>
                </a:lnTo>
                <a:close/>
                <a:moveTo>
                  <a:pt x="88428" y="32845"/>
                </a:moveTo>
                <a:cubicBezTo>
                  <a:pt x="92612" y="32845"/>
                  <a:pt x="96008" y="36241"/>
                  <a:pt x="96008" y="40424"/>
                </a:cubicBezTo>
                <a:cubicBezTo>
                  <a:pt x="96008" y="44608"/>
                  <a:pt x="92612" y="48004"/>
                  <a:pt x="88428" y="48004"/>
                </a:cubicBezTo>
                <a:cubicBezTo>
                  <a:pt x="84245" y="48004"/>
                  <a:pt x="80849" y="44608"/>
                  <a:pt x="80849" y="40424"/>
                </a:cubicBezTo>
                <a:cubicBezTo>
                  <a:pt x="80849" y="36241"/>
                  <a:pt x="84245" y="32845"/>
                  <a:pt x="88428" y="32845"/>
                </a:cubicBezTo>
                <a:close/>
                <a:moveTo>
                  <a:pt x="106114" y="40424"/>
                </a:moveTo>
                <a:cubicBezTo>
                  <a:pt x="106114" y="36241"/>
                  <a:pt x="109510" y="32845"/>
                  <a:pt x="113694" y="32845"/>
                </a:cubicBezTo>
                <a:cubicBezTo>
                  <a:pt x="117877" y="32845"/>
                  <a:pt x="121273" y="36241"/>
                  <a:pt x="121273" y="40424"/>
                </a:cubicBezTo>
                <a:cubicBezTo>
                  <a:pt x="121273" y="44608"/>
                  <a:pt x="117877" y="48004"/>
                  <a:pt x="113694" y="48004"/>
                </a:cubicBezTo>
                <a:cubicBezTo>
                  <a:pt x="109510" y="48004"/>
                  <a:pt x="106114" y="44608"/>
                  <a:pt x="106114" y="40424"/>
                </a:cubicBezTo>
                <a:close/>
                <a:moveTo>
                  <a:pt x="20212" y="90955"/>
                </a:moveTo>
                <a:cubicBezTo>
                  <a:pt x="9064" y="90955"/>
                  <a:pt x="0" y="100019"/>
                  <a:pt x="0" y="111167"/>
                </a:cubicBezTo>
                <a:lnTo>
                  <a:pt x="0" y="131379"/>
                </a:lnTo>
                <a:cubicBezTo>
                  <a:pt x="0" y="142528"/>
                  <a:pt x="9064" y="151592"/>
                  <a:pt x="20212" y="151592"/>
                </a:cubicBezTo>
                <a:lnTo>
                  <a:pt x="121273" y="151592"/>
                </a:lnTo>
                <a:cubicBezTo>
                  <a:pt x="132422" y="151592"/>
                  <a:pt x="141485" y="142528"/>
                  <a:pt x="141485" y="131379"/>
                </a:cubicBezTo>
                <a:lnTo>
                  <a:pt x="141485" y="111167"/>
                </a:lnTo>
                <a:cubicBezTo>
                  <a:pt x="141485" y="100019"/>
                  <a:pt x="132422" y="90955"/>
                  <a:pt x="121273" y="90955"/>
                </a:cubicBezTo>
                <a:lnTo>
                  <a:pt x="20212" y="90955"/>
                </a:lnTo>
                <a:close/>
                <a:moveTo>
                  <a:pt x="88428" y="113694"/>
                </a:moveTo>
                <a:cubicBezTo>
                  <a:pt x="92612" y="113694"/>
                  <a:pt x="96008" y="117090"/>
                  <a:pt x="96008" y="121273"/>
                </a:cubicBezTo>
                <a:cubicBezTo>
                  <a:pt x="96008" y="125456"/>
                  <a:pt x="92612" y="128853"/>
                  <a:pt x="88428" y="128853"/>
                </a:cubicBezTo>
                <a:cubicBezTo>
                  <a:pt x="84245" y="128853"/>
                  <a:pt x="80849" y="125456"/>
                  <a:pt x="80849" y="121273"/>
                </a:cubicBezTo>
                <a:cubicBezTo>
                  <a:pt x="80849" y="117090"/>
                  <a:pt x="84245" y="113694"/>
                  <a:pt x="88428" y="113694"/>
                </a:cubicBezTo>
                <a:close/>
                <a:moveTo>
                  <a:pt x="106114" y="121273"/>
                </a:moveTo>
                <a:cubicBezTo>
                  <a:pt x="106114" y="117090"/>
                  <a:pt x="109510" y="113694"/>
                  <a:pt x="113694" y="113694"/>
                </a:cubicBezTo>
                <a:cubicBezTo>
                  <a:pt x="117877" y="113694"/>
                  <a:pt x="121273" y="117090"/>
                  <a:pt x="121273" y="121273"/>
                </a:cubicBezTo>
                <a:cubicBezTo>
                  <a:pt x="121273" y="125456"/>
                  <a:pt x="117877" y="128853"/>
                  <a:pt x="113694" y="128853"/>
                </a:cubicBezTo>
                <a:cubicBezTo>
                  <a:pt x="109510" y="128853"/>
                  <a:pt x="106114" y="125456"/>
                  <a:pt x="106114" y="12127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78271" y="1305708"/>
            <a:ext cx="1932286" cy="250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 Tech Stack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93178" y="175441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90196" y="1851438"/>
            <a:ext cx="848912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3.10+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24174" y="1867607"/>
            <a:ext cx="141485" cy="161698"/>
          </a:xfrm>
          <a:custGeom>
            <a:avLst/>
            <a:gdLst/>
            <a:ahLst/>
            <a:cxnLst/>
            <a:rect l="l" t="t" r="r" b="b"/>
            <a:pathLst>
              <a:path w="141485" h="161698">
                <a:moveTo>
                  <a:pt x="138896" y="63321"/>
                </a:moveTo>
                <a:cubicBezTo>
                  <a:pt x="136464" y="53562"/>
                  <a:pt x="131853" y="46204"/>
                  <a:pt x="122031" y="46204"/>
                </a:cubicBezTo>
                <a:lnTo>
                  <a:pt x="109367" y="46204"/>
                </a:lnTo>
                <a:lnTo>
                  <a:pt x="109367" y="61173"/>
                </a:lnTo>
                <a:cubicBezTo>
                  <a:pt x="109367" y="72796"/>
                  <a:pt x="99514" y="82586"/>
                  <a:pt x="88270" y="82586"/>
                </a:cubicBezTo>
                <a:lnTo>
                  <a:pt x="54541" y="82586"/>
                </a:lnTo>
                <a:cubicBezTo>
                  <a:pt x="45320" y="82586"/>
                  <a:pt x="37677" y="90481"/>
                  <a:pt x="37677" y="99735"/>
                </a:cubicBezTo>
                <a:lnTo>
                  <a:pt x="37677" y="131885"/>
                </a:lnTo>
                <a:cubicBezTo>
                  <a:pt x="37677" y="141043"/>
                  <a:pt x="45635" y="146412"/>
                  <a:pt x="54541" y="149033"/>
                </a:cubicBezTo>
                <a:cubicBezTo>
                  <a:pt x="65216" y="152160"/>
                  <a:pt x="75480" y="152728"/>
                  <a:pt x="88270" y="149033"/>
                </a:cubicBezTo>
                <a:cubicBezTo>
                  <a:pt x="96766" y="146570"/>
                  <a:pt x="105135" y="141612"/>
                  <a:pt x="105135" y="131885"/>
                </a:cubicBezTo>
                <a:lnTo>
                  <a:pt x="105135" y="119031"/>
                </a:lnTo>
                <a:lnTo>
                  <a:pt x="71438" y="119031"/>
                </a:lnTo>
                <a:lnTo>
                  <a:pt x="71438" y="114736"/>
                </a:lnTo>
                <a:lnTo>
                  <a:pt x="122031" y="114736"/>
                </a:lnTo>
                <a:cubicBezTo>
                  <a:pt x="131853" y="114736"/>
                  <a:pt x="135485" y="107883"/>
                  <a:pt x="138896" y="97619"/>
                </a:cubicBezTo>
                <a:cubicBezTo>
                  <a:pt x="142433" y="87039"/>
                  <a:pt x="142275" y="76870"/>
                  <a:pt x="138896" y="63321"/>
                </a:cubicBezTo>
                <a:close/>
                <a:moveTo>
                  <a:pt x="90386" y="140443"/>
                </a:moveTo>
                <a:cubicBezTo>
                  <a:pt x="87983" y="140612"/>
                  <a:pt x="85686" y="139425"/>
                  <a:pt x="84433" y="137367"/>
                </a:cubicBezTo>
                <a:cubicBezTo>
                  <a:pt x="83180" y="135309"/>
                  <a:pt x="83180" y="132724"/>
                  <a:pt x="84433" y="130666"/>
                </a:cubicBezTo>
                <a:cubicBezTo>
                  <a:pt x="85686" y="128608"/>
                  <a:pt x="87983" y="127421"/>
                  <a:pt x="90386" y="127590"/>
                </a:cubicBezTo>
                <a:cubicBezTo>
                  <a:pt x="92790" y="127421"/>
                  <a:pt x="95087" y="128608"/>
                  <a:pt x="96340" y="130666"/>
                </a:cubicBezTo>
                <a:cubicBezTo>
                  <a:pt x="97593" y="132724"/>
                  <a:pt x="97593" y="135309"/>
                  <a:pt x="96340" y="137367"/>
                </a:cubicBezTo>
                <a:cubicBezTo>
                  <a:pt x="95087" y="139425"/>
                  <a:pt x="92790" y="140612"/>
                  <a:pt x="90386" y="140443"/>
                </a:cubicBezTo>
                <a:close/>
                <a:moveTo>
                  <a:pt x="52994" y="78354"/>
                </a:moveTo>
                <a:lnTo>
                  <a:pt x="86723" y="78354"/>
                </a:lnTo>
                <a:cubicBezTo>
                  <a:pt x="96103" y="78354"/>
                  <a:pt x="103588" y="70616"/>
                  <a:pt x="103588" y="61205"/>
                </a:cubicBezTo>
                <a:lnTo>
                  <a:pt x="103588" y="29023"/>
                </a:lnTo>
                <a:cubicBezTo>
                  <a:pt x="103588" y="19865"/>
                  <a:pt x="95882" y="13012"/>
                  <a:pt x="86723" y="11464"/>
                </a:cubicBezTo>
                <a:cubicBezTo>
                  <a:pt x="75417" y="9601"/>
                  <a:pt x="63132" y="9696"/>
                  <a:pt x="52994" y="11496"/>
                </a:cubicBezTo>
                <a:cubicBezTo>
                  <a:pt x="38719" y="14022"/>
                  <a:pt x="36129" y="19296"/>
                  <a:pt x="36129" y="29055"/>
                </a:cubicBezTo>
                <a:lnTo>
                  <a:pt x="36129" y="41909"/>
                </a:lnTo>
                <a:lnTo>
                  <a:pt x="69890" y="41909"/>
                </a:lnTo>
                <a:lnTo>
                  <a:pt x="69890" y="46204"/>
                </a:lnTo>
                <a:lnTo>
                  <a:pt x="23465" y="46204"/>
                </a:lnTo>
                <a:cubicBezTo>
                  <a:pt x="13643" y="46204"/>
                  <a:pt x="5053" y="52110"/>
                  <a:pt x="2369" y="63321"/>
                </a:cubicBezTo>
                <a:cubicBezTo>
                  <a:pt x="-726" y="76175"/>
                  <a:pt x="-853" y="84196"/>
                  <a:pt x="2369" y="97619"/>
                </a:cubicBezTo>
                <a:cubicBezTo>
                  <a:pt x="4769" y="107598"/>
                  <a:pt x="10485" y="114736"/>
                  <a:pt x="20307" y="114736"/>
                </a:cubicBezTo>
                <a:lnTo>
                  <a:pt x="31897" y="114736"/>
                </a:lnTo>
                <a:lnTo>
                  <a:pt x="31897" y="99324"/>
                </a:lnTo>
                <a:cubicBezTo>
                  <a:pt x="31897" y="88176"/>
                  <a:pt x="41530" y="78354"/>
                  <a:pt x="52994" y="78354"/>
                </a:cubicBezTo>
                <a:close/>
                <a:moveTo>
                  <a:pt x="50909" y="20433"/>
                </a:moveTo>
                <a:cubicBezTo>
                  <a:pt x="54465" y="20433"/>
                  <a:pt x="57352" y="23320"/>
                  <a:pt x="57352" y="26876"/>
                </a:cubicBezTo>
                <a:cubicBezTo>
                  <a:pt x="57352" y="30432"/>
                  <a:pt x="54465" y="33319"/>
                  <a:pt x="50909" y="33319"/>
                </a:cubicBezTo>
                <a:cubicBezTo>
                  <a:pt x="47354" y="33319"/>
                  <a:pt x="44467" y="30432"/>
                  <a:pt x="44467" y="26876"/>
                </a:cubicBezTo>
                <a:cubicBezTo>
                  <a:pt x="44467" y="23320"/>
                  <a:pt x="47354" y="20433"/>
                  <a:pt x="50909" y="20433"/>
                </a:cubicBezTo>
                <a:close/>
              </a:path>
            </a:pathLst>
          </a:custGeom>
          <a:solidFill>
            <a:srgbClr val="00D3F2"/>
          </a:solidFill>
          <a:ln/>
        </p:spPr>
      </p:sp>
      <p:sp>
        <p:nvSpPr>
          <p:cNvPr id="12" name="Text 10"/>
          <p:cNvSpPr/>
          <p:nvPr/>
        </p:nvSpPr>
        <p:spPr>
          <a:xfrm>
            <a:off x="590196" y="2077814"/>
            <a:ext cx="3266292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Async programming, type hints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3178" y="243354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90196" y="2530568"/>
            <a:ext cx="978271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FastAPI 0.104+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24174" y="2546737"/>
            <a:ext cx="141485" cy="161698"/>
          </a:xfrm>
          <a:custGeom>
            <a:avLst/>
            <a:gdLst/>
            <a:ahLst/>
            <a:cxnLst/>
            <a:rect l="l" t="t" r="r" b="b"/>
            <a:pathLst>
              <a:path w="141485" h="161698">
                <a:moveTo>
                  <a:pt x="106998" y="-3127"/>
                </a:moveTo>
                <a:cubicBezTo>
                  <a:pt x="110757" y="-411"/>
                  <a:pt x="112146" y="4516"/>
                  <a:pt x="110441" y="8811"/>
                </a:cubicBezTo>
                <a:lnTo>
                  <a:pt x="85681" y="70743"/>
                </a:lnTo>
                <a:lnTo>
                  <a:pt x="131379" y="70743"/>
                </a:lnTo>
                <a:cubicBezTo>
                  <a:pt x="135643" y="70743"/>
                  <a:pt x="139433" y="73396"/>
                  <a:pt x="140885" y="77406"/>
                </a:cubicBezTo>
                <a:cubicBezTo>
                  <a:pt x="142338" y="81417"/>
                  <a:pt x="141106" y="85902"/>
                  <a:pt x="137854" y="88618"/>
                </a:cubicBezTo>
                <a:lnTo>
                  <a:pt x="46899" y="164414"/>
                </a:lnTo>
                <a:cubicBezTo>
                  <a:pt x="43330" y="167382"/>
                  <a:pt x="38245" y="167540"/>
                  <a:pt x="34487" y="164824"/>
                </a:cubicBezTo>
                <a:cubicBezTo>
                  <a:pt x="30729" y="162108"/>
                  <a:pt x="29339" y="157181"/>
                  <a:pt x="31045" y="152886"/>
                </a:cubicBezTo>
                <a:lnTo>
                  <a:pt x="55805" y="90955"/>
                </a:lnTo>
                <a:lnTo>
                  <a:pt x="10106" y="90955"/>
                </a:lnTo>
                <a:cubicBezTo>
                  <a:pt x="5843" y="90955"/>
                  <a:pt x="2053" y="88302"/>
                  <a:pt x="600" y="84291"/>
                </a:cubicBezTo>
                <a:cubicBezTo>
                  <a:pt x="-853" y="80280"/>
                  <a:pt x="379" y="75796"/>
                  <a:pt x="3632" y="73080"/>
                </a:cubicBezTo>
                <a:lnTo>
                  <a:pt x="94587" y="-2716"/>
                </a:lnTo>
                <a:cubicBezTo>
                  <a:pt x="98156" y="-5685"/>
                  <a:pt x="103240" y="-5843"/>
                  <a:pt x="106998" y="-3127"/>
                </a:cubicBezTo>
                <a:close/>
              </a:path>
            </a:pathLst>
          </a:custGeom>
          <a:solidFill>
            <a:srgbClr val="00D3F2"/>
          </a:solidFill>
          <a:ln/>
        </p:spPr>
      </p:sp>
      <p:sp>
        <p:nvSpPr>
          <p:cNvPr id="16" name="Text 14"/>
          <p:cNvSpPr/>
          <p:nvPr/>
        </p:nvSpPr>
        <p:spPr>
          <a:xfrm>
            <a:off x="590196" y="2756944"/>
            <a:ext cx="3266292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High-performance async web framework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3178" y="311267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90196" y="3209698"/>
            <a:ext cx="792318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24174" y="3225867"/>
            <a:ext cx="141485" cy="161698"/>
          </a:xfrm>
          <a:custGeom>
            <a:avLst/>
            <a:gdLst/>
            <a:ahLst/>
            <a:cxnLst/>
            <a:rect l="l" t="t" r="r" b="b"/>
            <a:pathLst>
              <a:path w="141485" h="161698">
                <a:moveTo>
                  <a:pt x="141485" y="64995"/>
                </a:moveTo>
                <a:cubicBezTo>
                  <a:pt x="136811" y="68090"/>
                  <a:pt x="131442" y="70585"/>
                  <a:pt x="125853" y="72574"/>
                </a:cubicBezTo>
                <a:cubicBezTo>
                  <a:pt x="111009" y="77880"/>
                  <a:pt x="91523" y="80849"/>
                  <a:pt x="70743" y="80849"/>
                </a:cubicBezTo>
                <a:cubicBezTo>
                  <a:pt x="49962" y="80849"/>
                  <a:pt x="30445" y="77849"/>
                  <a:pt x="15633" y="72574"/>
                </a:cubicBezTo>
                <a:cubicBezTo>
                  <a:pt x="10075" y="70585"/>
                  <a:pt x="4674" y="68090"/>
                  <a:pt x="0" y="64995"/>
                </a:cubicBezTo>
                <a:lnTo>
                  <a:pt x="0" y="90955"/>
                </a:lnTo>
                <a:cubicBezTo>
                  <a:pt x="0" y="104914"/>
                  <a:pt x="31676" y="116220"/>
                  <a:pt x="70743" y="116220"/>
                </a:cubicBezTo>
                <a:cubicBezTo>
                  <a:pt x="109809" y="116220"/>
                  <a:pt x="141485" y="104914"/>
                  <a:pt x="141485" y="90955"/>
                </a:cubicBezTo>
                <a:lnTo>
                  <a:pt x="141485" y="64995"/>
                </a:lnTo>
                <a:close/>
                <a:moveTo>
                  <a:pt x="141485" y="40424"/>
                </a:moveTo>
                <a:lnTo>
                  <a:pt x="141485" y="25265"/>
                </a:lnTo>
                <a:cubicBezTo>
                  <a:pt x="141485" y="11306"/>
                  <a:pt x="109809" y="0"/>
                  <a:pt x="70743" y="0"/>
                </a:cubicBezTo>
                <a:cubicBezTo>
                  <a:pt x="31676" y="0"/>
                  <a:pt x="0" y="11306"/>
                  <a:pt x="0" y="25265"/>
                </a:cubicBezTo>
                <a:lnTo>
                  <a:pt x="0" y="40424"/>
                </a:lnTo>
                <a:cubicBezTo>
                  <a:pt x="0" y="54383"/>
                  <a:pt x="31676" y="65690"/>
                  <a:pt x="70743" y="65690"/>
                </a:cubicBezTo>
                <a:cubicBezTo>
                  <a:pt x="109809" y="65690"/>
                  <a:pt x="141485" y="54383"/>
                  <a:pt x="141485" y="40424"/>
                </a:cubicBezTo>
                <a:close/>
                <a:moveTo>
                  <a:pt x="125853" y="123105"/>
                </a:moveTo>
                <a:cubicBezTo>
                  <a:pt x="111041" y="128379"/>
                  <a:pt x="91555" y="131379"/>
                  <a:pt x="70743" y="131379"/>
                </a:cubicBezTo>
                <a:cubicBezTo>
                  <a:pt x="49930" y="131379"/>
                  <a:pt x="30445" y="128379"/>
                  <a:pt x="15633" y="123105"/>
                </a:cubicBezTo>
                <a:cubicBezTo>
                  <a:pt x="10075" y="121115"/>
                  <a:pt x="4674" y="118620"/>
                  <a:pt x="0" y="115525"/>
                </a:cubicBezTo>
                <a:lnTo>
                  <a:pt x="0" y="136432"/>
                </a:lnTo>
                <a:cubicBezTo>
                  <a:pt x="0" y="150391"/>
                  <a:pt x="31676" y="161698"/>
                  <a:pt x="70743" y="161698"/>
                </a:cubicBezTo>
                <a:cubicBezTo>
                  <a:pt x="109809" y="161698"/>
                  <a:pt x="141485" y="150391"/>
                  <a:pt x="141485" y="136432"/>
                </a:cubicBezTo>
                <a:lnTo>
                  <a:pt x="141485" y="115525"/>
                </a:lnTo>
                <a:cubicBezTo>
                  <a:pt x="136811" y="118620"/>
                  <a:pt x="131442" y="121115"/>
                  <a:pt x="125853" y="123105"/>
                </a:cubicBezTo>
                <a:close/>
              </a:path>
            </a:pathLst>
          </a:custGeom>
          <a:solidFill>
            <a:srgbClr val="00D3F2"/>
          </a:solidFill>
          <a:ln/>
        </p:spPr>
      </p:sp>
      <p:sp>
        <p:nvSpPr>
          <p:cNvPr id="20" name="Text 18"/>
          <p:cNvSpPr/>
          <p:nvPr/>
        </p:nvSpPr>
        <p:spPr>
          <a:xfrm>
            <a:off x="590196" y="3436074"/>
            <a:ext cx="3266292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Structured data storage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3178" y="379180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90196" y="3888828"/>
            <a:ext cx="404244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Redis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14068" y="3904997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20212" y="20212"/>
                </a:moveTo>
                <a:cubicBezTo>
                  <a:pt x="9064" y="20212"/>
                  <a:pt x="0" y="29276"/>
                  <a:pt x="0" y="40424"/>
                </a:cubicBezTo>
                <a:lnTo>
                  <a:pt x="0" y="42761"/>
                </a:lnTo>
                <a:cubicBezTo>
                  <a:pt x="0" y="44909"/>
                  <a:pt x="1390" y="46741"/>
                  <a:pt x="3190" y="47909"/>
                </a:cubicBezTo>
                <a:cubicBezTo>
                  <a:pt x="7359" y="50625"/>
                  <a:pt x="10106" y="55299"/>
                  <a:pt x="10106" y="60637"/>
                </a:cubicBezTo>
                <a:cubicBezTo>
                  <a:pt x="10106" y="65974"/>
                  <a:pt x="7359" y="70648"/>
                  <a:pt x="3190" y="73364"/>
                </a:cubicBezTo>
                <a:cubicBezTo>
                  <a:pt x="1390" y="74532"/>
                  <a:pt x="0" y="76364"/>
                  <a:pt x="0" y="78512"/>
                </a:cubicBezTo>
                <a:lnTo>
                  <a:pt x="0" y="96008"/>
                </a:lnTo>
                <a:lnTo>
                  <a:pt x="161698" y="96008"/>
                </a:lnTo>
                <a:lnTo>
                  <a:pt x="161698" y="78512"/>
                </a:lnTo>
                <a:cubicBezTo>
                  <a:pt x="161698" y="76364"/>
                  <a:pt x="160308" y="74532"/>
                  <a:pt x="158508" y="73364"/>
                </a:cubicBezTo>
                <a:cubicBezTo>
                  <a:pt x="154339" y="70648"/>
                  <a:pt x="151592" y="65974"/>
                  <a:pt x="151592" y="60637"/>
                </a:cubicBezTo>
                <a:cubicBezTo>
                  <a:pt x="151592" y="55299"/>
                  <a:pt x="154339" y="50625"/>
                  <a:pt x="158508" y="47909"/>
                </a:cubicBezTo>
                <a:cubicBezTo>
                  <a:pt x="160308" y="46741"/>
                  <a:pt x="161698" y="44909"/>
                  <a:pt x="161698" y="42761"/>
                </a:cubicBezTo>
                <a:lnTo>
                  <a:pt x="161698" y="40424"/>
                </a:lnTo>
                <a:cubicBezTo>
                  <a:pt x="161698" y="29276"/>
                  <a:pt x="152634" y="20212"/>
                  <a:pt x="141485" y="20212"/>
                </a:cubicBezTo>
                <a:lnTo>
                  <a:pt x="20212" y="20212"/>
                </a:lnTo>
                <a:close/>
                <a:moveTo>
                  <a:pt x="161698" y="131379"/>
                </a:moveTo>
                <a:lnTo>
                  <a:pt x="161698" y="111167"/>
                </a:lnTo>
                <a:lnTo>
                  <a:pt x="0" y="111167"/>
                </a:lnTo>
                <a:lnTo>
                  <a:pt x="0" y="131379"/>
                </a:lnTo>
                <a:cubicBezTo>
                  <a:pt x="0" y="136969"/>
                  <a:pt x="4516" y="141485"/>
                  <a:pt x="10106" y="141485"/>
                </a:cubicBezTo>
                <a:lnTo>
                  <a:pt x="30318" y="141485"/>
                </a:lnTo>
                <a:lnTo>
                  <a:pt x="30318" y="133906"/>
                </a:lnTo>
                <a:cubicBezTo>
                  <a:pt x="30318" y="129705"/>
                  <a:pt x="33698" y="126326"/>
                  <a:pt x="37898" y="126326"/>
                </a:cubicBezTo>
                <a:cubicBezTo>
                  <a:pt x="42098" y="126326"/>
                  <a:pt x="45477" y="129705"/>
                  <a:pt x="45477" y="133906"/>
                </a:cubicBezTo>
                <a:lnTo>
                  <a:pt x="45477" y="141485"/>
                </a:lnTo>
                <a:lnTo>
                  <a:pt x="73269" y="141485"/>
                </a:lnTo>
                <a:lnTo>
                  <a:pt x="73269" y="133906"/>
                </a:lnTo>
                <a:cubicBezTo>
                  <a:pt x="73269" y="129705"/>
                  <a:pt x="76648" y="126326"/>
                  <a:pt x="80849" y="126326"/>
                </a:cubicBezTo>
                <a:cubicBezTo>
                  <a:pt x="85049" y="126326"/>
                  <a:pt x="88428" y="129705"/>
                  <a:pt x="88428" y="133906"/>
                </a:cubicBezTo>
                <a:lnTo>
                  <a:pt x="88428" y="141485"/>
                </a:lnTo>
                <a:lnTo>
                  <a:pt x="116220" y="141485"/>
                </a:lnTo>
                <a:lnTo>
                  <a:pt x="116220" y="133906"/>
                </a:lnTo>
                <a:cubicBezTo>
                  <a:pt x="116220" y="129705"/>
                  <a:pt x="119599" y="126326"/>
                  <a:pt x="123800" y="126326"/>
                </a:cubicBezTo>
                <a:cubicBezTo>
                  <a:pt x="128000" y="126326"/>
                  <a:pt x="131379" y="129705"/>
                  <a:pt x="131379" y="133906"/>
                </a:cubicBezTo>
                <a:lnTo>
                  <a:pt x="131379" y="141485"/>
                </a:lnTo>
                <a:lnTo>
                  <a:pt x="151592" y="141485"/>
                </a:lnTo>
                <a:cubicBezTo>
                  <a:pt x="157181" y="141485"/>
                  <a:pt x="161698" y="136969"/>
                  <a:pt x="161698" y="131379"/>
                </a:cubicBezTo>
                <a:close/>
                <a:moveTo>
                  <a:pt x="50531" y="50531"/>
                </a:moveTo>
                <a:lnTo>
                  <a:pt x="50531" y="70743"/>
                </a:lnTo>
                <a:cubicBezTo>
                  <a:pt x="50531" y="76333"/>
                  <a:pt x="46014" y="80849"/>
                  <a:pt x="40424" y="80849"/>
                </a:cubicBezTo>
                <a:cubicBezTo>
                  <a:pt x="34834" y="80849"/>
                  <a:pt x="30318" y="76333"/>
                  <a:pt x="30318" y="70743"/>
                </a:cubicBezTo>
                <a:lnTo>
                  <a:pt x="30318" y="50531"/>
                </a:lnTo>
                <a:cubicBezTo>
                  <a:pt x="30318" y="44941"/>
                  <a:pt x="34834" y="40424"/>
                  <a:pt x="40424" y="40424"/>
                </a:cubicBezTo>
                <a:cubicBezTo>
                  <a:pt x="46014" y="40424"/>
                  <a:pt x="50531" y="44941"/>
                  <a:pt x="50531" y="50531"/>
                </a:cubicBezTo>
                <a:close/>
                <a:moveTo>
                  <a:pt x="90955" y="50531"/>
                </a:moveTo>
                <a:lnTo>
                  <a:pt x="90955" y="70743"/>
                </a:lnTo>
                <a:cubicBezTo>
                  <a:pt x="90955" y="76333"/>
                  <a:pt x="86439" y="80849"/>
                  <a:pt x="80849" y="80849"/>
                </a:cubicBezTo>
                <a:cubicBezTo>
                  <a:pt x="75259" y="80849"/>
                  <a:pt x="70743" y="76333"/>
                  <a:pt x="70743" y="70743"/>
                </a:cubicBezTo>
                <a:lnTo>
                  <a:pt x="70743" y="50531"/>
                </a:lnTo>
                <a:cubicBezTo>
                  <a:pt x="70743" y="44941"/>
                  <a:pt x="75259" y="40424"/>
                  <a:pt x="80849" y="40424"/>
                </a:cubicBezTo>
                <a:cubicBezTo>
                  <a:pt x="86439" y="40424"/>
                  <a:pt x="90955" y="44941"/>
                  <a:pt x="90955" y="50531"/>
                </a:cubicBezTo>
                <a:close/>
                <a:moveTo>
                  <a:pt x="131379" y="50531"/>
                </a:moveTo>
                <a:lnTo>
                  <a:pt x="131379" y="70743"/>
                </a:lnTo>
                <a:cubicBezTo>
                  <a:pt x="131379" y="76333"/>
                  <a:pt x="126863" y="80849"/>
                  <a:pt x="121273" y="80849"/>
                </a:cubicBezTo>
                <a:cubicBezTo>
                  <a:pt x="115683" y="80849"/>
                  <a:pt x="111167" y="76333"/>
                  <a:pt x="111167" y="70743"/>
                </a:cubicBezTo>
                <a:lnTo>
                  <a:pt x="111167" y="50531"/>
                </a:lnTo>
                <a:cubicBezTo>
                  <a:pt x="111167" y="44941"/>
                  <a:pt x="115683" y="40424"/>
                  <a:pt x="121273" y="40424"/>
                </a:cubicBezTo>
                <a:cubicBezTo>
                  <a:pt x="126863" y="40424"/>
                  <a:pt x="131379" y="44941"/>
                  <a:pt x="131379" y="50531"/>
                </a:cubicBezTo>
                <a:close/>
              </a:path>
            </a:pathLst>
          </a:custGeom>
          <a:solidFill>
            <a:srgbClr val="00D3F2"/>
          </a:solidFill>
          <a:ln/>
        </p:spPr>
      </p:sp>
      <p:sp>
        <p:nvSpPr>
          <p:cNvPr id="24" name="Text 22"/>
          <p:cNvSpPr/>
          <p:nvPr/>
        </p:nvSpPr>
        <p:spPr>
          <a:xfrm>
            <a:off x="590196" y="4115204"/>
            <a:ext cx="3266292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cache and session management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93178" y="447093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90196" y="4567958"/>
            <a:ext cx="1204647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mitmproxy + scapy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603962" y="4584127"/>
            <a:ext cx="181910" cy="161698"/>
          </a:xfrm>
          <a:custGeom>
            <a:avLst/>
            <a:gdLst/>
            <a:ahLst/>
            <a:cxnLst/>
            <a:rect l="l" t="t" r="r" b="b"/>
            <a:pathLst>
              <a:path w="181910" h="161698">
                <a:moveTo>
                  <a:pt x="78322" y="27792"/>
                </a:moveTo>
                <a:lnTo>
                  <a:pt x="103588" y="27792"/>
                </a:lnTo>
                <a:lnTo>
                  <a:pt x="103588" y="42951"/>
                </a:lnTo>
                <a:lnTo>
                  <a:pt x="78322" y="42951"/>
                </a:lnTo>
                <a:lnTo>
                  <a:pt x="78322" y="27792"/>
                </a:lnTo>
                <a:close/>
                <a:moveTo>
                  <a:pt x="75796" y="10106"/>
                </a:moveTo>
                <a:cubicBezTo>
                  <a:pt x="67427" y="10106"/>
                  <a:pt x="60637" y="16896"/>
                  <a:pt x="60637" y="25265"/>
                </a:cubicBezTo>
                <a:lnTo>
                  <a:pt x="60637" y="45477"/>
                </a:lnTo>
                <a:cubicBezTo>
                  <a:pt x="60637" y="53847"/>
                  <a:pt x="67427" y="60637"/>
                  <a:pt x="75796" y="60637"/>
                </a:cubicBezTo>
                <a:lnTo>
                  <a:pt x="80849" y="60637"/>
                </a:lnTo>
                <a:lnTo>
                  <a:pt x="80849" y="70743"/>
                </a:lnTo>
                <a:lnTo>
                  <a:pt x="10106" y="70743"/>
                </a:lnTo>
                <a:cubicBezTo>
                  <a:pt x="4516" y="70743"/>
                  <a:pt x="0" y="75259"/>
                  <a:pt x="0" y="80849"/>
                </a:cubicBezTo>
                <a:cubicBezTo>
                  <a:pt x="0" y="86439"/>
                  <a:pt x="4516" y="90955"/>
                  <a:pt x="10106" y="90955"/>
                </a:cubicBezTo>
                <a:lnTo>
                  <a:pt x="40424" y="90955"/>
                </a:lnTo>
                <a:lnTo>
                  <a:pt x="40424" y="101061"/>
                </a:lnTo>
                <a:lnTo>
                  <a:pt x="35371" y="101061"/>
                </a:lnTo>
                <a:cubicBezTo>
                  <a:pt x="27002" y="101061"/>
                  <a:pt x="20212" y="107851"/>
                  <a:pt x="20212" y="116220"/>
                </a:cubicBezTo>
                <a:lnTo>
                  <a:pt x="20212" y="136432"/>
                </a:lnTo>
                <a:cubicBezTo>
                  <a:pt x="20212" y="144801"/>
                  <a:pt x="27002" y="151592"/>
                  <a:pt x="35371" y="151592"/>
                </a:cubicBezTo>
                <a:lnTo>
                  <a:pt x="65690" y="151592"/>
                </a:lnTo>
                <a:cubicBezTo>
                  <a:pt x="74059" y="151592"/>
                  <a:pt x="80849" y="144801"/>
                  <a:pt x="80849" y="136432"/>
                </a:cubicBezTo>
                <a:lnTo>
                  <a:pt x="80849" y="116220"/>
                </a:lnTo>
                <a:cubicBezTo>
                  <a:pt x="80849" y="107851"/>
                  <a:pt x="74059" y="101061"/>
                  <a:pt x="65690" y="101061"/>
                </a:cubicBezTo>
                <a:lnTo>
                  <a:pt x="60637" y="101061"/>
                </a:lnTo>
                <a:lnTo>
                  <a:pt x="60637" y="90955"/>
                </a:lnTo>
                <a:lnTo>
                  <a:pt x="121273" y="90955"/>
                </a:lnTo>
                <a:lnTo>
                  <a:pt x="121273" y="101061"/>
                </a:lnTo>
                <a:lnTo>
                  <a:pt x="116220" y="101061"/>
                </a:lnTo>
                <a:cubicBezTo>
                  <a:pt x="107851" y="101061"/>
                  <a:pt x="101061" y="107851"/>
                  <a:pt x="101061" y="116220"/>
                </a:cubicBezTo>
                <a:lnTo>
                  <a:pt x="101061" y="136432"/>
                </a:lnTo>
                <a:cubicBezTo>
                  <a:pt x="101061" y="144801"/>
                  <a:pt x="107851" y="151592"/>
                  <a:pt x="116220" y="151592"/>
                </a:cubicBezTo>
                <a:lnTo>
                  <a:pt x="146538" y="151592"/>
                </a:lnTo>
                <a:cubicBezTo>
                  <a:pt x="154908" y="151592"/>
                  <a:pt x="161698" y="144801"/>
                  <a:pt x="161698" y="136432"/>
                </a:cubicBezTo>
                <a:lnTo>
                  <a:pt x="161698" y="116220"/>
                </a:lnTo>
                <a:cubicBezTo>
                  <a:pt x="161698" y="107851"/>
                  <a:pt x="154908" y="101061"/>
                  <a:pt x="146538" y="101061"/>
                </a:cubicBezTo>
                <a:lnTo>
                  <a:pt x="141485" y="101061"/>
                </a:lnTo>
                <a:lnTo>
                  <a:pt x="141485" y="90955"/>
                </a:lnTo>
                <a:lnTo>
                  <a:pt x="171804" y="90955"/>
                </a:lnTo>
                <a:cubicBezTo>
                  <a:pt x="177394" y="90955"/>
                  <a:pt x="181910" y="86439"/>
                  <a:pt x="181910" y="80849"/>
                </a:cubicBezTo>
                <a:cubicBezTo>
                  <a:pt x="181910" y="75259"/>
                  <a:pt x="177394" y="70743"/>
                  <a:pt x="171804" y="70743"/>
                </a:cubicBezTo>
                <a:lnTo>
                  <a:pt x="101061" y="70743"/>
                </a:lnTo>
                <a:lnTo>
                  <a:pt x="101061" y="60637"/>
                </a:lnTo>
                <a:lnTo>
                  <a:pt x="106114" y="60637"/>
                </a:lnTo>
                <a:cubicBezTo>
                  <a:pt x="114483" y="60637"/>
                  <a:pt x="121273" y="53847"/>
                  <a:pt x="121273" y="45477"/>
                </a:cubicBezTo>
                <a:lnTo>
                  <a:pt x="121273" y="25265"/>
                </a:lnTo>
                <a:cubicBezTo>
                  <a:pt x="121273" y="16896"/>
                  <a:pt x="114483" y="10106"/>
                  <a:pt x="106114" y="10106"/>
                </a:cubicBezTo>
                <a:lnTo>
                  <a:pt x="75796" y="10106"/>
                </a:lnTo>
                <a:close/>
                <a:moveTo>
                  <a:pt x="141485" y="118747"/>
                </a:moveTo>
                <a:lnTo>
                  <a:pt x="144012" y="118747"/>
                </a:lnTo>
                <a:lnTo>
                  <a:pt x="144012" y="133906"/>
                </a:lnTo>
                <a:lnTo>
                  <a:pt x="118747" y="133906"/>
                </a:lnTo>
                <a:lnTo>
                  <a:pt x="118747" y="118747"/>
                </a:lnTo>
                <a:lnTo>
                  <a:pt x="141485" y="118747"/>
                </a:lnTo>
                <a:close/>
                <a:moveTo>
                  <a:pt x="60637" y="118747"/>
                </a:moveTo>
                <a:lnTo>
                  <a:pt x="63163" y="118747"/>
                </a:lnTo>
                <a:lnTo>
                  <a:pt x="63163" y="133906"/>
                </a:lnTo>
                <a:lnTo>
                  <a:pt x="37898" y="133906"/>
                </a:lnTo>
                <a:lnTo>
                  <a:pt x="37898" y="118747"/>
                </a:lnTo>
                <a:lnTo>
                  <a:pt x="60637" y="118747"/>
                </a:lnTo>
                <a:close/>
              </a:path>
            </a:pathLst>
          </a:custGeom>
          <a:solidFill>
            <a:srgbClr val="00D3F2"/>
          </a:solidFill>
          <a:ln/>
        </p:spPr>
      </p:sp>
      <p:sp>
        <p:nvSpPr>
          <p:cNvPr id="28" name="Text 26"/>
          <p:cNvSpPr/>
          <p:nvPr/>
        </p:nvSpPr>
        <p:spPr>
          <a:xfrm>
            <a:off x="590196" y="4794334"/>
            <a:ext cx="3266292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Traffic capture and parsing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93178" y="515006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90196" y="5247088"/>
            <a:ext cx="743809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scikit-learn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14068" y="5263257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37898" y="17686"/>
                </a:moveTo>
                <a:cubicBezTo>
                  <a:pt x="37898" y="7927"/>
                  <a:pt x="45825" y="0"/>
                  <a:pt x="55584" y="0"/>
                </a:cubicBezTo>
                <a:lnTo>
                  <a:pt x="63163" y="0"/>
                </a:lnTo>
                <a:cubicBezTo>
                  <a:pt x="68753" y="0"/>
                  <a:pt x="73269" y="4516"/>
                  <a:pt x="73269" y="10106"/>
                </a:cubicBezTo>
                <a:lnTo>
                  <a:pt x="73269" y="151592"/>
                </a:lnTo>
                <a:cubicBezTo>
                  <a:pt x="73269" y="157181"/>
                  <a:pt x="68753" y="161698"/>
                  <a:pt x="63163" y="161698"/>
                </a:cubicBezTo>
                <a:lnTo>
                  <a:pt x="53057" y="161698"/>
                </a:lnTo>
                <a:cubicBezTo>
                  <a:pt x="43646" y="161698"/>
                  <a:pt x="35719" y="155255"/>
                  <a:pt x="33476" y="146538"/>
                </a:cubicBezTo>
                <a:cubicBezTo>
                  <a:pt x="33255" y="146538"/>
                  <a:pt x="33066" y="146538"/>
                  <a:pt x="32845" y="146538"/>
                </a:cubicBezTo>
                <a:cubicBezTo>
                  <a:pt x="18886" y="146538"/>
                  <a:pt x="7580" y="135232"/>
                  <a:pt x="7580" y="121273"/>
                </a:cubicBezTo>
                <a:cubicBezTo>
                  <a:pt x="7580" y="115589"/>
                  <a:pt x="9474" y="110346"/>
                  <a:pt x="12633" y="106114"/>
                </a:cubicBezTo>
                <a:cubicBezTo>
                  <a:pt x="6506" y="101503"/>
                  <a:pt x="2527" y="94176"/>
                  <a:pt x="2527" y="85902"/>
                </a:cubicBezTo>
                <a:cubicBezTo>
                  <a:pt x="2527" y="76143"/>
                  <a:pt x="8085" y="67648"/>
                  <a:pt x="16170" y="63447"/>
                </a:cubicBezTo>
                <a:cubicBezTo>
                  <a:pt x="13927" y="59658"/>
                  <a:pt x="12633" y="55236"/>
                  <a:pt x="12633" y="50531"/>
                </a:cubicBezTo>
                <a:cubicBezTo>
                  <a:pt x="12633" y="36571"/>
                  <a:pt x="23939" y="25265"/>
                  <a:pt x="37898" y="25265"/>
                </a:cubicBezTo>
                <a:lnTo>
                  <a:pt x="37898" y="17686"/>
                </a:lnTo>
                <a:close/>
                <a:moveTo>
                  <a:pt x="123800" y="17686"/>
                </a:moveTo>
                <a:lnTo>
                  <a:pt x="123800" y="25265"/>
                </a:lnTo>
                <a:cubicBezTo>
                  <a:pt x="137759" y="25265"/>
                  <a:pt x="149065" y="36571"/>
                  <a:pt x="149065" y="50531"/>
                </a:cubicBezTo>
                <a:cubicBezTo>
                  <a:pt x="149065" y="55268"/>
                  <a:pt x="147770" y="59689"/>
                  <a:pt x="145528" y="63447"/>
                </a:cubicBezTo>
                <a:cubicBezTo>
                  <a:pt x="153644" y="67648"/>
                  <a:pt x="159171" y="76112"/>
                  <a:pt x="159171" y="85902"/>
                </a:cubicBezTo>
                <a:cubicBezTo>
                  <a:pt x="159171" y="94176"/>
                  <a:pt x="155192" y="101503"/>
                  <a:pt x="149065" y="106114"/>
                </a:cubicBezTo>
                <a:cubicBezTo>
                  <a:pt x="152223" y="110346"/>
                  <a:pt x="154118" y="115589"/>
                  <a:pt x="154118" y="121273"/>
                </a:cubicBezTo>
                <a:cubicBezTo>
                  <a:pt x="154118" y="135232"/>
                  <a:pt x="142812" y="146538"/>
                  <a:pt x="128853" y="146538"/>
                </a:cubicBezTo>
                <a:cubicBezTo>
                  <a:pt x="128632" y="146538"/>
                  <a:pt x="128442" y="146538"/>
                  <a:pt x="128221" y="146538"/>
                </a:cubicBezTo>
                <a:cubicBezTo>
                  <a:pt x="125979" y="155255"/>
                  <a:pt x="118052" y="161698"/>
                  <a:pt x="108641" y="161698"/>
                </a:cubicBezTo>
                <a:lnTo>
                  <a:pt x="98534" y="161698"/>
                </a:lnTo>
                <a:cubicBezTo>
                  <a:pt x="92945" y="161698"/>
                  <a:pt x="88428" y="157181"/>
                  <a:pt x="88428" y="151592"/>
                </a:cubicBezTo>
                <a:lnTo>
                  <a:pt x="88428" y="10106"/>
                </a:lnTo>
                <a:cubicBezTo>
                  <a:pt x="88428" y="4516"/>
                  <a:pt x="92945" y="0"/>
                  <a:pt x="98534" y="0"/>
                </a:cubicBezTo>
                <a:lnTo>
                  <a:pt x="106114" y="0"/>
                </a:lnTo>
                <a:cubicBezTo>
                  <a:pt x="115873" y="0"/>
                  <a:pt x="123800" y="7927"/>
                  <a:pt x="123800" y="17686"/>
                </a:cubicBezTo>
                <a:close/>
              </a:path>
            </a:pathLst>
          </a:custGeom>
          <a:solidFill>
            <a:srgbClr val="00D3F2"/>
          </a:solidFill>
          <a:ln/>
        </p:spPr>
      </p:sp>
      <p:sp>
        <p:nvSpPr>
          <p:cNvPr id="32" name="Text 30"/>
          <p:cNvSpPr/>
          <p:nvPr/>
        </p:nvSpPr>
        <p:spPr>
          <a:xfrm>
            <a:off x="590196" y="5473464"/>
            <a:ext cx="3266292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 enhancement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228519" y="1071247"/>
            <a:ext cx="3735215" cy="5182408"/>
          </a:xfrm>
          <a:custGeom>
            <a:avLst/>
            <a:gdLst/>
            <a:ahLst/>
            <a:cxnLst/>
            <a:rect l="l" t="t" r="r" b="b"/>
            <a:pathLst>
              <a:path w="3735215" h="5182408">
                <a:moveTo>
                  <a:pt x="129350" y="0"/>
                </a:moveTo>
                <a:lnTo>
                  <a:pt x="3605864" y="0"/>
                </a:lnTo>
                <a:cubicBezTo>
                  <a:pt x="3677303" y="0"/>
                  <a:pt x="3735215" y="57912"/>
                  <a:pt x="3735215" y="129350"/>
                </a:cubicBezTo>
                <a:lnTo>
                  <a:pt x="3735215" y="5053058"/>
                </a:lnTo>
                <a:cubicBezTo>
                  <a:pt x="3735215" y="5124496"/>
                  <a:pt x="3677303" y="5182408"/>
                  <a:pt x="3605864" y="5182408"/>
                </a:cubicBezTo>
                <a:lnTo>
                  <a:pt x="129350" y="5182408"/>
                </a:lnTo>
                <a:cubicBezTo>
                  <a:pt x="57912" y="5182408"/>
                  <a:pt x="0" y="5124496"/>
                  <a:pt x="0" y="5053058"/>
                </a:cubicBezTo>
                <a:lnTo>
                  <a:pt x="0" y="129350"/>
                </a:lnTo>
                <a:cubicBezTo>
                  <a:pt x="0" y="57960"/>
                  <a:pt x="57960" y="0"/>
                  <a:pt x="129350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94259" y="1236987"/>
            <a:ext cx="388074" cy="388074"/>
          </a:xfrm>
          <a:custGeom>
            <a:avLst/>
            <a:gdLst/>
            <a:ahLst/>
            <a:cxnLst/>
            <a:rect l="l" t="t" r="r" b="b"/>
            <a:pathLst>
              <a:path w="388074" h="388074">
                <a:moveTo>
                  <a:pt x="97019" y="0"/>
                </a:moveTo>
                <a:lnTo>
                  <a:pt x="291056" y="0"/>
                </a:lnTo>
                <a:cubicBezTo>
                  <a:pt x="344602" y="0"/>
                  <a:pt x="388074" y="43473"/>
                  <a:pt x="388074" y="97019"/>
                </a:cubicBezTo>
                <a:lnTo>
                  <a:pt x="388074" y="291056"/>
                </a:lnTo>
                <a:cubicBezTo>
                  <a:pt x="388074" y="344602"/>
                  <a:pt x="344602" y="388074"/>
                  <a:pt x="291056" y="388074"/>
                </a:cubicBezTo>
                <a:lnTo>
                  <a:pt x="97019" y="388074"/>
                </a:lnTo>
                <a:cubicBezTo>
                  <a:pt x="43473" y="388074"/>
                  <a:pt x="0" y="344602"/>
                  <a:pt x="0" y="291056"/>
                </a:cubicBezTo>
                <a:lnTo>
                  <a:pt x="0" y="97019"/>
                </a:lnTo>
                <a:cubicBezTo>
                  <a:pt x="0" y="43473"/>
                  <a:pt x="43473" y="0"/>
                  <a:pt x="97019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  <a:ln/>
        </p:spPr>
      </p:sp>
      <p:sp>
        <p:nvSpPr>
          <p:cNvPr id="35" name="Shape 33"/>
          <p:cNvSpPr/>
          <p:nvPr/>
        </p:nvSpPr>
        <p:spPr>
          <a:xfrm>
            <a:off x="4507447" y="1350175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20212" y="10106"/>
                </a:moveTo>
                <a:cubicBezTo>
                  <a:pt x="9064" y="10106"/>
                  <a:pt x="0" y="19170"/>
                  <a:pt x="0" y="30318"/>
                </a:cubicBezTo>
                <a:lnTo>
                  <a:pt x="0" y="111167"/>
                </a:lnTo>
                <a:cubicBezTo>
                  <a:pt x="0" y="122315"/>
                  <a:pt x="9064" y="131379"/>
                  <a:pt x="20212" y="131379"/>
                </a:cubicBezTo>
                <a:lnTo>
                  <a:pt x="65690" y="131379"/>
                </a:lnTo>
                <a:lnTo>
                  <a:pt x="60637" y="146538"/>
                </a:lnTo>
                <a:lnTo>
                  <a:pt x="37898" y="146538"/>
                </a:lnTo>
                <a:cubicBezTo>
                  <a:pt x="33698" y="146538"/>
                  <a:pt x="30318" y="149918"/>
                  <a:pt x="30318" y="154118"/>
                </a:cubicBezTo>
                <a:cubicBezTo>
                  <a:pt x="30318" y="158318"/>
                  <a:pt x="33698" y="161698"/>
                  <a:pt x="37898" y="161698"/>
                </a:cubicBezTo>
                <a:lnTo>
                  <a:pt x="123800" y="161698"/>
                </a:lnTo>
                <a:cubicBezTo>
                  <a:pt x="128000" y="161698"/>
                  <a:pt x="131379" y="158318"/>
                  <a:pt x="131379" y="154118"/>
                </a:cubicBezTo>
                <a:cubicBezTo>
                  <a:pt x="131379" y="149918"/>
                  <a:pt x="128000" y="146538"/>
                  <a:pt x="123800" y="146538"/>
                </a:cubicBezTo>
                <a:lnTo>
                  <a:pt x="101061" y="146538"/>
                </a:lnTo>
                <a:lnTo>
                  <a:pt x="96008" y="131379"/>
                </a:lnTo>
                <a:lnTo>
                  <a:pt x="141485" y="131379"/>
                </a:lnTo>
                <a:cubicBezTo>
                  <a:pt x="152634" y="131379"/>
                  <a:pt x="161698" y="122315"/>
                  <a:pt x="161698" y="111167"/>
                </a:cubicBezTo>
                <a:lnTo>
                  <a:pt x="161698" y="30318"/>
                </a:lnTo>
                <a:cubicBezTo>
                  <a:pt x="161698" y="19170"/>
                  <a:pt x="152634" y="10106"/>
                  <a:pt x="141485" y="10106"/>
                </a:cubicBezTo>
                <a:lnTo>
                  <a:pt x="20212" y="10106"/>
                </a:lnTo>
                <a:close/>
                <a:moveTo>
                  <a:pt x="30318" y="30318"/>
                </a:moveTo>
                <a:lnTo>
                  <a:pt x="131379" y="30318"/>
                </a:lnTo>
                <a:cubicBezTo>
                  <a:pt x="136969" y="30318"/>
                  <a:pt x="141485" y="34834"/>
                  <a:pt x="141485" y="40424"/>
                </a:cubicBezTo>
                <a:lnTo>
                  <a:pt x="141485" y="90955"/>
                </a:lnTo>
                <a:cubicBezTo>
                  <a:pt x="141485" y="96545"/>
                  <a:pt x="136969" y="101061"/>
                  <a:pt x="131379" y="101061"/>
                </a:cubicBezTo>
                <a:lnTo>
                  <a:pt x="30318" y="101061"/>
                </a:lnTo>
                <a:cubicBezTo>
                  <a:pt x="24728" y="101061"/>
                  <a:pt x="20212" y="96545"/>
                  <a:pt x="20212" y="90955"/>
                </a:cubicBezTo>
                <a:lnTo>
                  <a:pt x="20212" y="40424"/>
                </a:lnTo>
                <a:cubicBezTo>
                  <a:pt x="20212" y="34834"/>
                  <a:pt x="24728" y="30318"/>
                  <a:pt x="30318" y="3031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4879352" y="1305708"/>
            <a:ext cx="1972711" cy="250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 Tech Stack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394259" y="175441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491278" y="1851438"/>
            <a:ext cx="654875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 18+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515149" y="1867607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132074" y="55963"/>
                </a:moveTo>
                <a:cubicBezTo>
                  <a:pt x="130369" y="55394"/>
                  <a:pt x="128663" y="54857"/>
                  <a:pt x="126958" y="54352"/>
                </a:cubicBezTo>
                <a:cubicBezTo>
                  <a:pt x="127242" y="53183"/>
                  <a:pt x="127495" y="52015"/>
                  <a:pt x="127747" y="50846"/>
                </a:cubicBezTo>
                <a:cubicBezTo>
                  <a:pt x="131632" y="32024"/>
                  <a:pt x="129074" y="16896"/>
                  <a:pt x="120452" y="11906"/>
                </a:cubicBezTo>
                <a:cubicBezTo>
                  <a:pt x="112146" y="7137"/>
                  <a:pt x="98598" y="12096"/>
                  <a:pt x="84891" y="24034"/>
                </a:cubicBezTo>
                <a:cubicBezTo>
                  <a:pt x="83533" y="25202"/>
                  <a:pt x="82207" y="26434"/>
                  <a:pt x="80944" y="27665"/>
                </a:cubicBezTo>
                <a:cubicBezTo>
                  <a:pt x="80091" y="26844"/>
                  <a:pt x="79207" y="26023"/>
                  <a:pt x="78322" y="25234"/>
                </a:cubicBezTo>
                <a:cubicBezTo>
                  <a:pt x="63953" y="12475"/>
                  <a:pt x="49551" y="7106"/>
                  <a:pt x="40930" y="12127"/>
                </a:cubicBezTo>
                <a:cubicBezTo>
                  <a:pt x="32655" y="16928"/>
                  <a:pt x="30192" y="31171"/>
                  <a:pt x="33666" y="48983"/>
                </a:cubicBezTo>
                <a:cubicBezTo>
                  <a:pt x="34013" y="50752"/>
                  <a:pt x="34392" y="52489"/>
                  <a:pt x="34834" y="54257"/>
                </a:cubicBezTo>
                <a:cubicBezTo>
                  <a:pt x="32813" y="54826"/>
                  <a:pt x="30824" y="55457"/>
                  <a:pt x="28960" y="56120"/>
                </a:cubicBezTo>
                <a:cubicBezTo>
                  <a:pt x="12096" y="61963"/>
                  <a:pt x="0" y="71185"/>
                  <a:pt x="0" y="80722"/>
                </a:cubicBezTo>
                <a:cubicBezTo>
                  <a:pt x="0" y="90576"/>
                  <a:pt x="12885" y="100461"/>
                  <a:pt x="30413" y="106461"/>
                </a:cubicBezTo>
                <a:cubicBezTo>
                  <a:pt x="31834" y="106935"/>
                  <a:pt x="33255" y="107409"/>
                  <a:pt x="34708" y="107819"/>
                </a:cubicBezTo>
                <a:cubicBezTo>
                  <a:pt x="34234" y="109714"/>
                  <a:pt x="33824" y="111578"/>
                  <a:pt x="33445" y="113504"/>
                </a:cubicBezTo>
                <a:cubicBezTo>
                  <a:pt x="30129" y="131032"/>
                  <a:pt x="32719" y="144928"/>
                  <a:pt x="40993" y="149697"/>
                </a:cubicBezTo>
                <a:cubicBezTo>
                  <a:pt x="49520" y="154623"/>
                  <a:pt x="63858" y="149570"/>
                  <a:pt x="77817" y="137348"/>
                </a:cubicBezTo>
                <a:cubicBezTo>
                  <a:pt x="78922" y="136369"/>
                  <a:pt x="80028" y="135359"/>
                  <a:pt x="81133" y="134285"/>
                </a:cubicBezTo>
                <a:cubicBezTo>
                  <a:pt x="82523" y="135643"/>
                  <a:pt x="83975" y="136938"/>
                  <a:pt x="85428" y="138201"/>
                </a:cubicBezTo>
                <a:cubicBezTo>
                  <a:pt x="98945" y="149823"/>
                  <a:pt x="112304" y="154529"/>
                  <a:pt x="120547" y="149760"/>
                </a:cubicBezTo>
                <a:cubicBezTo>
                  <a:pt x="129074" y="144833"/>
                  <a:pt x="131853" y="129895"/>
                  <a:pt x="128253" y="111704"/>
                </a:cubicBezTo>
                <a:cubicBezTo>
                  <a:pt x="127969" y="110314"/>
                  <a:pt x="127653" y="108893"/>
                  <a:pt x="127305" y="107440"/>
                </a:cubicBezTo>
                <a:cubicBezTo>
                  <a:pt x="128316" y="107156"/>
                  <a:pt x="129295" y="106840"/>
                  <a:pt x="130274" y="106525"/>
                </a:cubicBezTo>
                <a:cubicBezTo>
                  <a:pt x="148497" y="100493"/>
                  <a:pt x="161698" y="90734"/>
                  <a:pt x="161698" y="80722"/>
                </a:cubicBezTo>
                <a:cubicBezTo>
                  <a:pt x="161698" y="71153"/>
                  <a:pt x="149254" y="61868"/>
                  <a:pt x="132074" y="55963"/>
                </a:cubicBezTo>
                <a:close/>
                <a:moveTo>
                  <a:pt x="89344" y="29150"/>
                </a:moveTo>
                <a:cubicBezTo>
                  <a:pt x="101093" y="18917"/>
                  <a:pt x="112051" y="14906"/>
                  <a:pt x="117041" y="17780"/>
                </a:cubicBezTo>
                <a:cubicBezTo>
                  <a:pt x="122379" y="20844"/>
                  <a:pt x="124431" y="33224"/>
                  <a:pt x="121084" y="49488"/>
                </a:cubicBezTo>
                <a:cubicBezTo>
                  <a:pt x="120863" y="50562"/>
                  <a:pt x="120642" y="51604"/>
                  <a:pt x="120357" y="52646"/>
                </a:cubicBezTo>
                <a:cubicBezTo>
                  <a:pt x="113346" y="51067"/>
                  <a:pt x="106240" y="49930"/>
                  <a:pt x="99103" y="49299"/>
                </a:cubicBezTo>
                <a:cubicBezTo>
                  <a:pt x="94997" y="43425"/>
                  <a:pt x="90513" y="37803"/>
                  <a:pt x="85649" y="32529"/>
                </a:cubicBezTo>
                <a:cubicBezTo>
                  <a:pt x="86881" y="31360"/>
                  <a:pt x="88081" y="30255"/>
                  <a:pt x="89344" y="29150"/>
                </a:cubicBezTo>
                <a:close/>
                <a:moveTo>
                  <a:pt x="52804" y="97113"/>
                </a:moveTo>
                <a:cubicBezTo>
                  <a:pt x="54415" y="99861"/>
                  <a:pt x="56057" y="102609"/>
                  <a:pt x="57794" y="105293"/>
                </a:cubicBezTo>
                <a:cubicBezTo>
                  <a:pt x="52868" y="104756"/>
                  <a:pt x="47972" y="103967"/>
                  <a:pt x="43140" y="102924"/>
                </a:cubicBezTo>
                <a:cubicBezTo>
                  <a:pt x="44530" y="98377"/>
                  <a:pt x="46267" y="93671"/>
                  <a:pt x="48288" y="88871"/>
                </a:cubicBezTo>
                <a:cubicBezTo>
                  <a:pt x="49741" y="91650"/>
                  <a:pt x="51225" y="94397"/>
                  <a:pt x="52804" y="97113"/>
                </a:cubicBezTo>
                <a:close/>
                <a:moveTo>
                  <a:pt x="43235" y="59121"/>
                </a:moveTo>
                <a:cubicBezTo>
                  <a:pt x="47783" y="58110"/>
                  <a:pt x="52615" y="57289"/>
                  <a:pt x="57636" y="56657"/>
                </a:cubicBezTo>
                <a:cubicBezTo>
                  <a:pt x="55963" y="59279"/>
                  <a:pt x="54320" y="61963"/>
                  <a:pt x="52773" y="64679"/>
                </a:cubicBezTo>
                <a:cubicBezTo>
                  <a:pt x="51225" y="67363"/>
                  <a:pt x="49709" y="70111"/>
                  <a:pt x="48288" y="72890"/>
                </a:cubicBezTo>
                <a:cubicBezTo>
                  <a:pt x="46299" y="68185"/>
                  <a:pt x="44625" y="63574"/>
                  <a:pt x="43235" y="59121"/>
                </a:cubicBezTo>
                <a:close/>
                <a:moveTo>
                  <a:pt x="51889" y="80880"/>
                </a:moveTo>
                <a:cubicBezTo>
                  <a:pt x="53973" y="76522"/>
                  <a:pt x="56247" y="72259"/>
                  <a:pt x="58647" y="68058"/>
                </a:cubicBezTo>
                <a:cubicBezTo>
                  <a:pt x="61047" y="63858"/>
                  <a:pt x="63637" y="59784"/>
                  <a:pt x="66353" y="55773"/>
                </a:cubicBezTo>
                <a:cubicBezTo>
                  <a:pt x="71090" y="55426"/>
                  <a:pt x="75922" y="55236"/>
                  <a:pt x="80849" y="55236"/>
                </a:cubicBezTo>
                <a:cubicBezTo>
                  <a:pt x="85776" y="55236"/>
                  <a:pt x="90639" y="55426"/>
                  <a:pt x="95345" y="55773"/>
                </a:cubicBezTo>
                <a:cubicBezTo>
                  <a:pt x="98029" y="59752"/>
                  <a:pt x="100587" y="63826"/>
                  <a:pt x="103019" y="67995"/>
                </a:cubicBezTo>
                <a:cubicBezTo>
                  <a:pt x="105451" y="72164"/>
                  <a:pt x="107725" y="76427"/>
                  <a:pt x="109872" y="80754"/>
                </a:cubicBezTo>
                <a:cubicBezTo>
                  <a:pt x="107756" y="85112"/>
                  <a:pt x="105482" y="89407"/>
                  <a:pt x="103051" y="93639"/>
                </a:cubicBezTo>
                <a:cubicBezTo>
                  <a:pt x="100650" y="97840"/>
                  <a:pt x="98092" y="101914"/>
                  <a:pt x="95408" y="105956"/>
                </a:cubicBezTo>
                <a:cubicBezTo>
                  <a:pt x="90702" y="106304"/>
                  <a:pt x="85807" y="106461"/>
                  <a:pt x="80849" y="106461"/>
                </a:cubicBezTo>
                <a:cubicBezTo>
                  <a:pt x="75891" y="106461"/>
                  <a:pt x="71090" y="106304"/>
                  <a:pt x="66448" y="106019"/>
                </a:cubicBezTo>
                <a:cubicBezTo>
                  <a:pt x="63700" y="102008"/>
                  <a:pt x="61110" y="97903"/>
                  <a:pt x="58679" y="93703"/>
                </a:cubicBezTo>
                <a:cubicBezTo>
                  <a:pt x="56247" y="89502"/>
                  <a:pt x="54004" y="85239"/>
                  <a:pt x="51889" y="80880"/>
                </a:cubicBezTo>
                <a:close/>
                <a:moveTo>
                  <a:pt x="108925" y="97050"/>
                </a:moveTo>
                <a:cubicBezTo>
                  <a:pt x="110535" y="94271"/>
                  <a:pt x="112051" y="91460"/>
                  <a:pt x="113536" y="88618"/>
                </a:cubicBezTo>
                <a:cubicBezTo>
                  <a:pt x="115557" y="93197"/>
                  <a:pt x="117326" y="97840"/>
                  <a:pt x="118873" y="102609"/>
                </a:cubicBezTo>
                <a:cubicBezTo>
                  <a:pt x="113978" y="103714"/>
                  <a:pt x="109020" y="104567"/>
                  <a:pt x="104030" y="105135"/>
                </a:cubicBezTo>
                <a:cubicBezTo>
                  <a:pt x="105735" y="102482"/>
                  <a:pt x="107346" y="99766"/>
                  <a:pt x="108925" y="97050"/>
                </a:cubicBezTo>
                <a:close/>
                <a:moveTo>
                  <a:pt x="113473" y="72890"/>
                </a:moveTo>
                <a:cubicBezTo>
                  <a:pt x="111988" y="70111"/>
                  <a:pt x="110472" y="67332"/>
                  <a:pt x="108893" y="64616"/>
                </a:cubicBezTo>
                <a:cubicBezTo>
                  <a:pt x="107346" y="61931"/>
                  <a:pt x="105735" y="59279"/>
                  <a:pt x="104061" y="56657"/>
                </a:cubicBezTo>
                <a:cubicBezTo>
                  <a:pt x="109146" y="57289"/>
                  <a:pt x="114009" y="58142"/>
                  <a:pt x="118557" y="59184"/>
                </a:cubicBezTo>
                <a:cubicBezTo>
                  <a:pt x="117104" y="63858"/>
                  <a:pt x="115399" y="68406"/>
                  <a:pt x="113473" y="72890"/>
                </a:cubicBezTo>
                <a:close/>
                <a:moveTo>
                  <a:pt x="80912" y="37361"/>
                </a:moveTo>
                <a:cubicBezTo>
                  <a:pt x="84228" y="40961"/>
                  <a:pt x="87355" y="44751"/>
                  <a:pt x="90260" y="48667"/>
                </a:cubicBezTo>
                <a:cubicBezTo>
                  <a:pt x="84007" y="48383"/>
                  <a:pt x="77722" y="48383"/>
                  <a:pt x="71469" y="48667"/>
                </a:cubicBezTo>
                <a:cubicBezTo>
                  <a:pt x="74564" y="44593"/>
                  <a:pt x="77754" y="40803"/>
                  <a:pt x="80912" y="37361"/>
                </a:cubicBezTo>
                <a:close/>
                <a:moveTo>
                  <a:pt x="44277" y="18001"/>
                </a:moveTo>
                <a:cubicBezTo>
                  <a:pt x="49583" y="14906"/>
                  <a:pt x="61363" y="19328"/>
                  <a:pt x="73775" y="30318"/>
                </a:cubicBezTo>
                <a:cubicBezTo>
                  <a:pt x="74564" y="31013"/>
                  <a:pt x="75354" y="31771"/>
                  <a:pt x="76175" y="32529"/>
                </a:cubicBezTo>
                <a:cubicBezTo>
                  <a:pt x="71280" y="37803"/>
                  <a:pt x="66763" y="43425"/>
                  <a:pt x="62626" y="49299"/>
                </a:cubicBezTo>
                <a:cubicBezTo>
                  <a:pt x="55489" y="49930"/>
                  <a:pt x="48415" y="51036"/>
                  <a:pt x="41403" y="52583"/>
                </a:cubicBezTo>
                <a:cubicBezTo>
                  <a:pt x="40993" y="50973"/>
                  <a:pt x="40645" y="49330"/>
                  <a:pt x="40298" y="47688"/>
                </a:cubicBezTo>
                <a:cubicBezTo>
                  <a:pt x="37329" y="32403"/>
                  <a:pt x="39287" y="20875"/>
                  <a:pt x="44277" y="18001"/>
                </a:cubicBezTo>
                <a:close/>
                <a:moveTo>
                  <a:pt x="36540" y="101250"/>
                </a:moveTo>
                <a:cubicBezTo>
                  <a:pt x="35213" y="100872"/>
                  <a:pt x="33919" y="100461"/>
                  <a:pt x="32624" y="100019"/>
                </a:cubicBezTo>
                <a:cubicBezTo>
                  <a:pt x="25897" y="97903"/>
                  <a:pt x="18254" y="94555"/>
                  <a:pt x="12727" y="90165"/>
                </a:cubicBezTo>
                <a:cubicBezTo>
                  <a:pt x="9538" y="87955"/>
                  <a:pt x="7390" y="84544"/>
                  <a:pt x="6790" y="80722"/>
                </a:cubicBezTo>
                <a:cubicBezTo>
                  <a:pt x="6790" y="74943"/>
                  <a:pt x="16770" y="67553"/>
                  <a:pt x="31171" y="62531"/>
                </a:cubicBezTo>
                <a:cubicBezTo>
                  <a:pt x="32971" y="61900"/>
                  <a:pt x="34803" y="61331"/>
                  <a:pt x="36635" y="60795"/>
                </a:cubicBezTo>
                <a:cubicBezTo>
                  <a:pt x="38782" y="67648"/>
                  <a:pt x="41372" y="74375"/>
                  <a:pt x="44372" y="80880"/>
                </a:cubicBezTo>
                <a:cubicBezTo>
                  <a:pt x="41340" y="87481"/>
                  <a:pt x="38719" y="94303"/>
                  <a:pt x="36540" y="101250"/>
                </a:cubicBezTo>
                <a:close/>
                <a:moveTo>
                  <a:pt x="73364" y="132200"/>
                </a:moveTo>
                <a:cubicBezTo>
                  <a:pt x="68153" y="136969"/>
                  <a:pt x="62121" y="140759"/>
                  <a:pt x="55552" y="143349"/>
                </a:cubicBezTo>
                <a:cubicBezTo>
                  <a:pt x="52046" y="145023"/>
                  <a:pt x="48004" y="145180"/>
                  <a:pt x="44404" y="143759"/>
                </a:cubicBezTo>
                <a:cubicBezTo>
                  <a:pt x="39382" y="140854"/>
                  <a:pt x="37298" y="129705"/>
                  <a:pt x="40140" y="114704"/>
                </a:cubicBezTo>
                <a:cubicBezTo>
                  <a:pt x="40488" y="112936"/>
                  <a:pt x="40867" y="111167"/>
                  <a:pt x="41309" y="109430"/>
                </a:cubicBezTo>
                <a:cubicBezTo>
                  <a:pt x="48383" y="110946"/>
                  <a:pt x="55520" y="111988"/>
                  <a:pt x="62753" y="112525"/>
                </a:cubicBezTo>
                <a:cubicBezTo>
                  <a:pt x="66921" y="118431"/>
                  <a:pt x="71501" y="124084"/>
                  <a:pt x="76396" y="129390"/>
                </a:cubicBezTo>
                <a:cubicBezTo>
                  <a:pt x="75385" y="130369"/>
                  <a:pt x="74375" y="131316"/>
                  <a:pt x="73364" y="132200"/>
                </a:cubicBezTo>
                <a:close/>
                <a:moveTo>
                  <a:pt x="81101" y="124526"/>
                </a:moveTo>
                <a:cubicBezTo>
                  <a:pt x="77880" y="121052"/>
                  <a:pt x="74659" y="117199"/>
                  <a:pt x="71532" y="113062"/>
                </a:cubicBezTo>
                <a:cubicBezTo>
                  <a:pt x="74564" y="113188"/>
                  <a:pt x="77691" y="113251"/>
                  <a:pt x="80849" y="113251"/>
                </a:cubicBezTo>
                <a:cubicBezTo>
                  <a:pt x="84102" y="113251"/>
                  <a:pt x="87291" y="113188"/>
                  <a:pt x="90450" y="113030"/>
                </a:cubicBezTo>
                <a:cubicBezTo>
                  <a:pt x="87544" y="117041"/>
                  <a:pt x="84418" y="120863"/>
                  <a:pt x="81101" y="124526"/>
                </a:cubicBezTo>
                <a:close/>
                <a:moveTo>
                  <a:pt x="122379" y="134001"/>
                </a:moveTo>
                <a:cubicBezTo>
                  <a:pt x="122094" y="137854"/>
                  <a:pt x="120199" y="141454"/>
                  <a:pt x="117168" y="143886"/>
                </a:cubicBezTo>
                <a:cubicBezTo>
                  <a:pt x="112146" y="146791"/>
                  <a:pt x="101440" y="143001"/>
                  <a:pt x="89881" y="133085"/>
                </a:cubicBezTo>
                <a:cubicBezTo>
                  <a:pt x="88555" y="131948"/>
                  <a:pt x="87228" y="130716"/>
                  <a:pt x="85870" y="129453"/>
                </a:cubicBezTo>
                <a:cubicBezTo>
                  <a:pt x="90702" y="124116"/>
                  <a:pt x="95155" y="118462"/>
                  <a:pt x="99198" y="112525"/>
                </a:cubicBezTo>
                <a:cubicBezTo>
                  <a:pt x="106430" y="111925"/>
                  <a:pt x="113630" y="110820"/>
                  <a:pt x="120736" y="109209"/>
                </a:cubicBezTo>
                <a:cubicBezTo>
                  <a:pt x="121052" y="110504"/>
                  <a:pt x="121336" y="111799"/>
                  <a:pt x="121589" y="113062"/>
                </a:cubicBezTo>
                <a:cubicBezTo>
                  <a:pt x="123137" y="119884"/>
                  <a:pt x="123389" y="126989"/>
                  <a:pt x="122379" y="134001"/>
                </a:cubicBezTo>
                <a:close/>
                <a:moveTo>
                  <a:pt x="128126" y="100050"/>
                </a:moveTo>
                <a:cubicBezTo>
                  <a:pt x="127242" y="100335"/>
                  <a:pt x="126358" y="100619"/>
                  <a:pt x="125442" y="100872"/>
                </a:cubicBezTo>
                <a:cubicBezTo>
                  <a:pt x="123231" y="93987"/>
                  <a:pt x="120515" y="87260"/>
                  <a:pt x="117389" y="80722"/>
                </a:cubicBezTo>
                <a:cubicBezTo>
                  <a:pt x="120421" y="74280"/>
                  <a:pt x="122979" y="67648"/>
                  <a:pt x="125126" y="60858"/>
                </a:cubicBezTo>
                <a:cubicBezTo>
                  <a:pt x="126768" y="61331"/>
                  <a:pt x="128347" y="61837"/>
                  <a:pt x="129863" y="62342"/>
                </a:cubicBezTo>
                <a:cubicBezTo>
                  <a:pt x="144580" y="67395"/>
                  <a:pt x="154908" y="74911"/>
                  <a:pt x="154908" y="80659"/>
                </a:cubicBezTo>
                <a:cubicBezTo>
                  <a:pt x="154908" y="86849"/>
                  <a:pt x="143886" y="94839"/>
                  <a:pt x="128126" y="100050"/>
                </a:cubicBezTo>
                <a:close/>
                <a:moveTo>
                  <a:pt x="80849" y="95313"/>
                </a:moveTo>
                <a:cubicBezTo>
                  <a:pt x="88832" y="95313"/>
                  <a:pt x="95313" y="88832"/>
                  <a:pt x="95313" y="80849"/>
                </a:cubicBezTo>
                <a:cubicBezTo>
                  <a:pt x="95313" y="72866"/>
                  <a:pt x="88832" y="66384"/>
                  <a:pt x="80849" y="66384"/>
                </a:cubicBezTo>
                <a:cubicBezTo>
                  <a:pt x="72866" y="66384"/>
                  <a:pt x="66384" y="72866"/>
                  <a:pt x="66384" y="80849"/>
                </a:cubicBezTo>
                <a:cubicBezTo>
                  <a:pt x="66384" y="88832"/>
                  <a:pt x="72866" y="95313"/>
                  <a:pt x="80849" y="95313"/>
                </a:cubicBezTo>
                <a:close/>
              </a:path>
            </a:pathLst>
          </a:custGeom>
          <a:solidFill>
            <a:srgbClr val="C27AFF"/>
          </a:solidFill>
          <a:ln/>
        </p:spPr>
      </p:sp>
      <p:sp>
        <p:nvSpPr>
          <p:cNvPr id="40" name="Text 38"/>
          <p:cNvSpPr/>
          <p:nvPr/>
        </p:nvSpPr>
        <p:spPr>
          <a:xfrm>
            <a:off x="4491278" y="2077814"/>
            <a:ext cx="3266292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 UI framework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394259" y="243354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491278" y="2530568"/>
            <a:ext cx="1026780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TypeScript 5.3+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505043" y="2546737"/>
            <a:ext cx="181910" cy="161698"/>
          </a:xfrm>
          <a:custGeom>
            <a:avLst/>
            <a:gdLst/>
            <a:ahLst/>
            <a:cxnLst/>
            <a:rect l="l" t="t" r="r" b="b"/>
            <a:pathLst>
              <a:path w="181910" h="161698">
                <a:moveTo>
                  <a:pt x="113946" y="379"/>
                </a:moveTo>
                <a:cubicBezTo>
                  <a:pt x="108577" y="-1169"/>
                  <a:pt x="102987" y="1958"/>
                  <a:pt x="101440" y="7327"/>
                </a:cubicBezTo>
                <a:lnTo>
                  <a:pt x="61016" y="148812"/>
                </a:lnTo>
                <a:cubicBezTo>
                  <a:pt x="59468" y="154181"/>
                  <a:pt x="62595" y="159771"/>
                  <a:pt x="67964" y="161319"/>
                </a:cubicBezTo>
                <a:cubicBezTo>
                  <a:pt x="73332" y="162866"/>
                  <a:pt x="78922" y="159740"/>
                  <a:pt x="80470" y="154371"/>
                </a:cubicBezTo>
                <a:lnTo>
                  <a:pt x="120894" y="12885"/>
                </a:lnTo>
                <a:cubicBezTo>
                  <a:pt x="122442" y="7516"/>
                  <a:pt x="119315" y="1926"/>
                  <a:pt x="113946" y="379"/>
                </a:cubicBezTo>
                <a:close/>
                <a:moveTo>
                  <a:pt x="134348" y="43361"/>
                </a:moveTo>
                <a:cubicBezTo>
                  <a:pt x="130400" y="47309"/>
                  <a:pt x="130400" y="53720"/>
                  <a:pt x="134348" y="57668"/>
                </a:cubicBezTo>
                <a:lnTo>
                  <a:pt x="157529" y="80849"/>
                </a:lnTo>
                <a:lnTo>
                  <a:pt x="134348" y="104030"/>
                </a:lnTo>
                <a:cubicBezTo>
                  <a:pt x="130400" y="107977"/>
                  <a:pt x="130400" y="114388"/>
                  <a:pt x="134348" y="118336"/>
                </a:cubicBezTo>
                <a:cubicBezTo>
                  <a:pt x="138296" y="122284"/>
                  <a:pt x="144707" y="122284"/>
                  <a:pt x="148654" y="118336"/>
                </a:cubicBezTo>
                <a:lnTo>
                  <a:pt x="178973" y="88018"/>
                </a:lnTo>
                <a:cubicBezTo>
                  <a:pt x="182920" y="84070"/>
                  <a:pt x="182920" y="77659"/>
                  <a:pt x="178973" y="73711"/>
                </a:cubicBezTo>
                <a:lnTo>
                  <a:pt x="148654" y="43393"/>
                </a:lnTo>
                <a:cubicBezTo>
                  <a:pt x="144707" y="39445"/>
                  <a:pt x="138296" y="39445"/>
                  <a:pt x="134348" y="43393"/>
                </a:cubicBezTo>
                <a:close/>
                <a:moveTo>
                  <a:pt x="47593" y="43361"/>
                </a:moveTo>
                <a:cubicBezTo>
                  <a:pt x="43646" y="39414"/>
                  <a:pt x="37235" y="39414"/>
                  <a:pt x="33287" y="43361"/>
                </a:cubicBezTo>
                <a:lnTo>
                  <a:pt x="2969" y="73680"/>
                </a:lnTo>
                <a:cubicBezTo>
                  <a:pt x="-979" y="77627"/>
                  <a:pt x="-979" y="84039"/>
                  <a:pt x="2969" y="87986"/>
                </a:cubicBezTo>
                <a:lnTo>
                  <a:pt x="33287" y="118305"/>
                </a:lnTo>
                <a:cubicBezTo>
                  <a:pt x="37235" y="122252"/>
                  <a:pt x="43646" y="122252"/>
                  <a:pt x="47593" y="118305"/>
                </a:cubicBezTo>
                <a:cubicBezTo>
                  <a:pt x="51541" y="114357"/>
                  <a:pt x="51541" y="107946"/>
                  <a:pt x="47593" y="103998"/>
                </a:cubicBezTo>
                <a:lnTo>
                  <a:pt x="24413" y="80849"/>
                </a:lnTo>
                <a:lnTo>
                  <a:pt x="47562" y="57668"/>
                </a:lnTo>
                <a:cubicBezTo>
                  <a:pt x="51510" y="53720"/>
                  <a:pt x="51510" y="47309"/>
                  <a:pt x="47562" y="43361"/>
                </a:cubicBezTo>
                <a:close/>
              </a:path>
            </a:pathLst>
          </a:custGeom>
          <a:solidFill>
            <a:srgbClr val="C27AFF"/>
          </a:solidFill>
          <a:ln/>
        </p:spPr>
      </p:sp>
      <p:sp>
        <p:nvSpPr>
          <p:cNvPr id="44" name="Text 42"/>
          <p:cNvSpPr/>
          <p:nvPr/>
        </p:nvSpPr>
        <p:spPr>
          <a:xfrm>
            <a:off x="4491278" y="2756944"/>
            <a:ext cx="3266292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 safety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394259" y="311267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491278" y="3209698"/>
            <a:ext cx="986355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D3.js + ECharts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515149" y="3225867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10106" y="10106"/>
                </a:moveTo>
                <a:cubicBezTo>
                  <a:pt x="15696" y="10106"/>
                  <a:pt x="20212" y="14622"/>
                  <a:pt x="20212" y="20212"/>
                </a:cubicBezTo>
                <a:lnTo>
                  <a:pt x="20212" y="126326"/>
                </a:lnTo>
                <a:cubicBezTo>
                  <a:pt x="20212" y="129105"/>
                  <a:pt x="22486" y="131379"/>
                  <a:pt x="25265" y="131379"/>
                </a:cubicBezTo>
                <a:lnTo>
                  <a:pt x="151592" y="131379"/>
                </a:lnTo>
                <a:cubicBezTo>
                  <a:pt x="157181" y="131379"/>
                  <a:pt x="161698" y="135895"/>
                  <a:pt x="161698" y="141485"/>
                </a:cubicBezTo>
                <a:cubicBezTo>
                  <a:pt x="161698" y="147075"/>
                  <a:pt x="157181" y="151592"/>
                  <a:pt x="151592" y="151592"/>
                </a:cubicBezTo>
                <a:lnTo>
                  <a:pt x="25265" y="151592"/>
                </a:lnTo>
                <a:cubicBezTo>
                  <a:pt x="11306" y="151592"/>
                  <a:pt x="0" y="140285"/>
                  <a:pt x="0" y="126326"/>
                </a:cubicBezTo>
                <a:lnTo>
                  <a:pt x="0" y="20212"/>
                </a:lnTo>
                <a:cubicBezTo>
                  <a:pt x="0" y="14622"/>
                  <a:pt x="4516" y="10106"/>
                  <a:pt x="10106" y="10106"/>
                </a:cubicBezTo>
                <a:close/>
                <a:moveTo>
                  <a:pt x="75796" y="30318"/>
                </a:moveTo>
                <a:cubicBezTo>
                  <a:pt x="77912" y="30318"/>
                  <a:pt x="79933" y="31203"/>
                  <a:pt x="81386" y="32782"/>
                </a:cubicBezTo>
                <a:lnTo>
                  <a:pt x="103840" y="57257"/>
                </a:lnTo>
                <a:lnTo>
                  <a:pt x="118431" y="42635"/>
                </a:lnTo>
                <a:cubicBezTo>
                  <a:pt x="121400" y="39666"/>
                  <a:pt x="126200" y="39666"/>
                  <a:pt x="129137" y="42635"/>
                </a:cubicBezTo>
                <a:lnTo>
                  <a:pt x="149349" y="62847"/>
                </a:lnTo>
                <a:cubicBezTo>
                  <a:pt x="150770" y="64268"/>
                  <a:pt x="151560" y="66195"/>
                  <a:pt x="151560" y="68216"/>
                </a:cubicBezTo>
                <a:lnTo>
                  <a:pt x="151560" y="103588"/>
                </a:lnTo>
                <a:cubicBezTo>
                  <a:pt x="151560" y="107788"/>
                  <a:pt x="148181" y="111167"/>
                  <a:pt x="143980" y="111167"/>
                </a:cubicBezTo>
                <a:lnTo>
                  <a:pt x="47972" y="111167"/>
                </a:lnTo>
                <a:cubicBezTo>
                  <a:pt x="43772" y="111167"/>
                  <a:pt x="40393" y="107788"/>
                  <a:pt x="40393" y="103588"/>
                </a:cubicBezTo>
                <a:lnTo>
                  <a:pt x="40393" y="68216"/>
                </a:lnTo>
                <a:cubicBezTo>
                  <a:pt x="40393" y="66321"/>
                  <a:pt x="41119" y="64490"/>
                  <a:pt x="42382" y="63100"/>
                </a:cubicBezTo>
                <a:lnTo>
                  <a:pt x="70174" y="32782"/>
                </a:lnTo>
                <a:cubicBezTo>
                  <a:pt x="71595" y="31203"/>
                  <a:pt x="73648" y="30318"/>
                  <a:pt x="75764" y="30318"/>
                </a:cubicBezTo>
                <a:close/>
              </a:path>
            </a:pathLst>
          </a:custGeom>
          <a:solidFill>
            <a:srgbClr val="C27AFF"/>
          </a:solidFill>
          <a:ln/>
        </p:spPr>
      </p:sp>
      <p:sp>
        <p:nvSpPr>
          <p:cNvPr id="48" name="Text 46"/>
          <p:cNvSpPr/>
          <p:nvPr/>
        </p:nvSpPr>
        <p:spPr>
          <a:xfrm>
            <a:off x="4491278" y="3436074"/>
            <a:ext cx="3266292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visualization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394259" y="379180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4491278" y="3888828"/>
            <a:ext cx="832743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TailwindCSS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505043" y="3904997"/>
            <a:ext cx="181910" cy="161698"/>
          </a:xfrm>
          <a:custGeom>
            <a:avLst/>
            <a:gdLst/>
            <a:ahLst/>
            <a:cxnLst/>
            <a:rect l="l" t="t" r="r" b="b"/>
            <a:pathLst>
              <a:path w="181910" h="161698">
                <a:moveTo>
                  <a:pt x="151749" y="3253"/>
                </a:moveTo>
                <a:lnTo>
                  <a:pt x="81828" y="49899"/>
                </a:lnTo>
                <a:cubicBezTo>
                  <a:pt x="72638" y="56026"/>
                  <a:pt x="66795" y="65974"/>
                  <a:pt x="65848" y="76838"/>
                </a:cubicBezTo>
                <a:cubicBezTo>
                  <a:pt x="85523" y="80880"/>
                  <a:pt x="101029" y="96387"/>
                  <a:pt x="105103" y="116094"/>
                </a:cubicBezTo>
                <a:cubicBezTo>
                  <a:pt x="115999" y="115146"/>
                  <a:pt x="125916" y="109304"/>
                  <a:pt x="132043" y="100114"/>
                </a:cubicBezTo>
                <a:lnTo>
                  <a:pt x="178657" y="30160"/>
                </a:lnTo>
                <a:cubicBezTo>
                  <a:pt x="180773" y="26971"/>
                  <a:pt x="181910" y="23244"/>
                  <a:pt x="181910" y="19391"/>
                </a:cubicBezTo>
                <a:cubicBezTo>
                  <a:pt x="181910" y="8685"/>
                  <a:pt x="173225" y="0"/>
                  <a:pt x="162519" y="0"/>
                </a:cubicBezTo>
                <a:cubicBezTo>
                  <a:pt x="158697" y="0"/>
                  <a:pt x="154939" y="1137"/>
                  <a:pt x="151749" y="3253"/>
                </a:cubicBezTo>
                <a:close/>
                <a:moveTo>
                  <a:pt x="90955" y="126326"/>
                </a:moveTo>
                <a:cubicBezTo>
                  <a:pt x="90955" y="106777"/>
                  <a:pt x="75133" y="90955"/>
                  <a:pt x="55584" y="90955"/>
                </a:cubicBezTo>
                <a:cubicBezTo>
                  <a:pt x="36035" y="90955"/>
                  <a:pt x="20212" y="106777"/>
                  <a:pt x="20212" y="126326"/>
                </a:cubicBezTo>
                <a:cubicBezTo>
                  <a:pt x="20212" y="127558"/>
                  <a:pt x="20275" y="128790"/>
                  <a:pt x="20402" y="129990"/>
                </a:cubicBezTo>
                <a:cubicBezTo>
                  <a:pt x="20970" y="135516"/>
                  <a:pt x="17180" y="141485"/>
                  <a:pt x="11622" y="141485"/>
                </a:cubicBezTo>
                <a:lnTo>
                  <a:pt x="10106" y="141485"/>
                </a:lnTo>
                <a:cubicBezTo>
                  <a:pt x="4516" y="141485"/>
                  <a:pt x="0" y="146002"/>
                  <a:pt x="0" y="151592"/>
                </a:cubicBezTo>
                <a:cubicBezTo>
                  <a:pt x="0" y="157181"/>
                  <a:pt x="4516" y="161698"/>
                  <a:pt x="10106" y="161698"/>
                </a:cubicBezTo>
                <a:lnTo>
                  <a:pt x="55584" y="161698"/>
                </a:lnTo>
                <a:cubicBezTo>
                  <a:pt x="75133" y="161698"/>
                  <a:pt x="90955" y="145875"/>
                  <a:pt x="90955" y="126326"/>
                </a:cubicBezTo>
                <a:close/>
              </a:path>
            </a:pathLst>
          </a:custGeom>
          <a:solidFill>
            <a:srgbClr val="C27AFF"/>
          </a:solidFill>
          <a:ln/>
        </p:spPr>
      </p:sp>
      <p:sp>
        <p:nvSpPr>
          <p:cNvPr id="52" name="Text 50"/>
          <p:cNvSpPr/>
          <p:nvPr/>
        </p:nvSpPr>
        <p:spPr>
          <a:xfrm>
            <a:off x="4491278" y="4115204"/>
            <a:ext cx="3266292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Utility-first CSS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394259" y="447093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4491278" y="4567958"/>
            <a:ext cx="695300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Jest + RTL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515149" y="4584127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108198" y="2969"/>
                </a:moveTo>
                <a:cubicBezTo>
                  <a:pt x="104251" y="-979"/>
                  <a:pt x="97840" y="-979"/>
                  <a:pt x="93892" y="2969"/>
                </a:cubicBezTo>
                <a:cubicBezTo>
                  <a:pt x="89944" y="6916"/>
                  <a:pt x="89944" y="13327"/>
                  <a:pt x="93892" y="17275"/>
                </a:cubicBezTo>
                <a:lnTo>
                  <a:pt x="96861" y="20212"/>
                </a:lnTo>
                <a:lnTo>
                  <a:pt x="8874" y="108198"/>
                </a:lnTo>
                <a:cubicBezTo>
                  <a:pt x="3190" y="113883"/>
                  <a:pt x="0" y="121589"/>
                  <a:pt x="0" y="129642"/>
                </a:cubicBezTo>
                <a:lnTo>
                  <a:pt x="0" y="131379"/>
                </a:lnTo>
                <a:cubicBezTo>
                  <a:pt x="0" y="148118"/>
                  <a:pt x="13580" y="161698"/>
                  <a:pt x="30318" y="161698"/>
                </a:cubicBezTo>
                <a:lnTo>
                  <a:pt x="32055" y="161698"/>
                </a:lnTo>
                <a:cubicBezTo>
                  <a:pt x="40109" y="161698"/>
                  <a:pt x="47814" y="158508"/>
                  <a:pt x="53499" y="152823"/>
                </a:cubicBezTo>
                <a:lnTo>
                  <a:pt x="141485" y="64837"/>
                </a:lnTo>
                <a:lnTo>
                  <a:pt x="144454" y="67806"/>
                </a:lnTo>
                <a:cubicBezTo>
                  <a:pt x="148402" y="71753"/>
                  <a:pt x="154813" y="71753"/>
                  <a:pt x="158761" y="67806"/>
                </a:cubicBezTo>
                <a:cubicBezTo>
                  <a:pt x="162708" y="63858"/>
                  <a:pt x="162708" y="57447"/>
                  <a:pt x="158761" y="53499"/>
                </a:cubicBezTo>
                <a:lnTo>
                  <a:pt x="108230" y="2969"/>
                </a:lnTo>
                <a:close/>
                <a:moveTo>
                  <a:pt x="64837" y="80849"/>
                </a:moveTo>
                <a:lnTo>
                  <a:pt x="111167" y="34519"/>
                </a:lnTo>
                <a:lnTo>
                  <a:pt x="127179" y="50531"/>
                </a:lnTo>
                <a:lnTo>
                  <a:pt x="96861" y="80849"/>
                </a:lnTo>
                <a:lnTo>
                  <a:pt x="64805" y="80849"/>
                </a:lnTo>
                <a:close/>
              </a:path>
            </a:pathLst>
          </a:custGeom>
          <a:solidFill>
            <a:srgbClr val="C27AFF"/>
          </a:solidFill>
          <a:ln/>
        </p:spPr>
      </p:sp>
      <p:sp>
        <p:nvSpPr>
          <p:cNvPr id="56" name="Text 54"/>
          <p:cNvSpPr/>
          <p:nvPr/>
        </p:nvSpPr>
        <p:spPr>
          <a:xfrm>
            <a:off x="4491278" y="4794334"/>
            <a:ext cx="3266292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Testing framework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129600" y="1071247"/>
            <a:ext cx="3735215" cy="2579077"/>
          </a:xfrm>
          <a:custGeom>
            <a:avLst/>
            <a:gdLst/>
            <a:ahLst/>
            <a:cxnLst/>
            <a:rect l="l" t="t" r="r" b="b"/>
            <a:pathLst>
              <a:path w="3735215" h="2579077">
                <a:moveTo>
                  <a:pt x="129366" y="0"/>
                </a:moveTo>
                <a:lnTo>
                  <a:pt x="3605848" y="0"/>
                </a:lnTo>
                <a:cubicBezTo>
                  <a:pt x="3677295" y="0"/>
                  <a:pt x="3735215" y="57919"/>
                  <a:pt x="3735215" y="129366"/>
                </a:cubicBezTo>
                <a:lnTo>
                  <a:pt x="3735215" y="2449710"/>
                </a:lnTo>
                <a:cubicBezTo>
                  <a:pt x="3735215" y="2521158"/>
                  <a:pt x="3677295" y="2579077"/>
                  <a:pt x="3605848" y="2579077"/>
                </a:cubicBezTo>
                <a:lnTo>
                  <a:pt x="129366" y="2579077"/>
                </a:lnTo>
                <a:cubicBezTo>
                  <a:pt x="57919" y="2579077"/>
                  <a:pt x="0" y="2521158"/>
                  <a:pt x="0" y="2449710"/>
                </a:cubicBezTo>
                <a:lnTo>
                  <a:pt x="0" y="129366"/>
                </a:lnTo>
                <a:cubicBezTo>
                  <a:pt x="0" y="57919"/>
                  <a:pt x="57919" y="0"/>
                  <a:pt x="129366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295340" y="1236987"/>
            <a:ext cx="388074" cy="388074"/>
          </a:xfrm>
          <a:custGeom>
            <a:avLst/>
            <a:gdLst/>
            <a:ahLst/>
            <a:cxnLst/>
            <a:rect l="l" t="t" r="r" b="b"/>
            <a:pathLst>
              <a:path w="388074" h="388074">
                <a:moveTo>
                  <a:pt x="97019" y="0"/>
                </a:moveTo>
                <a:lnTo>
                  <a:pt x="291056" y="0"/>
                </a:lnTo>
                <a:cubicBezTo>
                  <a:pt x="344602" y="0"/>
                  <a:pt x="388074" y="43473"/>
                  <a:pt x="388074" y="97019"/>
                </a:cubicBezTo>
                <a:lnTo>
                  <a:pt x="388074" y="291056"/>
                </a:lnTo>
                <a:cubicBezTo>
                  <a:pt x="388074" y="344602"/>
                  <a:pt x="344602" y="388074"/>
                  <a:pt x="291056" y="388074"/>
                </a:cubicBezTo>
                <a:lnTo>
                  <a:pt x="97019" y="388074"/>
                </a:lnTo>
                <a:cubicBezTo>
                  <a:pt x="43473" y="388074"/>
                  <a:pt x="0" y="344602"/>
                  <a:pt x="0" y="291056"/>
                </a:cubicBezTo>
                <a:lnTo>
                  <a:pt x="0" y="97019"/>
                </a:lnTo>
                <a:cubicBezTo>
                  <a:pt x="0" y="43473"/>
                  <a:pt x="43473" y="0"/>
                  <a:pt x="97019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  <a:ln/>
        </p:spPr>
      </p:sp>
      <p:sp>
        <p:nvSpPr>
          <p:cNvPr id="59" name="Shape 57"/>
          <p:cNvSpPr/>
          <p:nvPr/>
        </p:nvSpPr>
        <p:spPr>
          <a:xfrm>
            <a:off x="8408529" y="1350175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0" y="80849"/>
                </a:moveTo>
                <a:cubicBezTo>
                  <a:pt x="0" y="36227"/>
                  <a:pt x="36227" y="0"/>
                  <a:pt x="80849" y="0"/>
                </a:cubicBezTo>
                <a:cubicBezTo>
                  <a:pt x="125470" y="0"/>
                  <a:pt x="161698" y="36227"/>
                  <a:pt x="161698" y="80849"/>
                </a:cubicBezTo>
                <a:cubicBezTo>
                  <a:pt x="161698" y="125470"/>
                  <a:pt x="125470" y="161698"/>
                  <a:pt x="80849" y="161698"/>
                </a:cubicBezTo>
                <a:cubicBezTo>
                  <a:pt x="36227" y="161698"/>
                  <a:pt x="0" y="125470"/>
                  <a:pt x="0" y="80849"/>
                </a:cubicBezTo>
                <a:close/>
                <a:moveTo>
                  <a:pt x="90955" y="30318"/>
                </a:moveTo>
                <a:cubicBezTo>
                  <a:pt x="90955" y="24741"/>
                  <a:pt x="86427" y="20212"/>
                  <a:pt x="80849" y="20212"/>
                </a:cubicBezTo>
                <a:cubicBezTo>
                  <a:pt x="75271" y="20212"/>
                  <a:pt x="70743" y="24741"/>
                  <a:pt x="70743" y="30318"/>
                </a:cubicBezTo>
                <a:cubicBezTo>
                  <a:pt x="70743" y="35896"/>
                  <a:pt x="75271" y="40424"/>
                  <a:pt x="80849" y="40424"/>
                </a:cubicBezTo>
                <a:cubicBezTo>
                  <a:pt x="86427" y="40424"/>
                  <a:pt x="90955" y="35896"/>
                  <a:pt x="90955" y="30318"/>
                </a:cubicBezTo>
                <a:close/>
                <a:moveTo>
                  <a:pt x="80849" y="131379"/>
                </a:moveTo>
                <a:cubicBezTo>
                  <a:pt x="91997" y="131379"/>
                  <a:pt x="101061" y="122315"/>
                  <a:pt x="101061" y="111167"/>
                </a:cubicBezTo>
                <a:cubicBezTo>
                  <a:pt x="101061" y="106051"/>
                  <a:pt x="99166" y="101345"/>
                  <a:pt x="96008" y="97808"/>
                </a:cubicBezTo>
                <a:lnTo>
                  <a:pt x="117957" y="53941"/>
                </a:lnTo>
                <a:cubicBezTo>
                  <a:pt x="119820" y="50183"/>
                  <a:pt x="118305" y="45635"/>
                  <a:pt x="114578" y="43772"/>
                </a:cubicBezTo>
                <a:cubicBezTo>
                  <a:pt x="110851" y="41909"/>
                  <a:pt x="106272" y="43425"/>
                  <a:pt x="104409" y="47151"/>
                </a:cubicBezTo>
                <a:lnTo>
                  <a:pt x="82459" y="91018"/>
                </a:lnTo>
                <a:cubicBezTo>
                  <a:pt x="81923" y="90986"/>
                  <a:pt x="81386" y="90955"/>
                  <a:pt x="80849" y="90955"/>
                </a:cubicBezTo>
                <a:cubicBezTo>
                  <a:pt x="69701" y="90955"/>
                  <a:pt x="60637" y="100019"/>
                  <a:pt x="60637" y="111167"/>
                </a:cubicBezTo>
                <a:cubicBezTo>
                  <a:pt x="60637" y="122315"/>
                  <a:pt x="69701" y="131379"/>
                  <a:pt x="80849" y="131379"/>
                </a:cubicBezTo>
                <a:close/>
                <a:moveTo>
                  <a:pt x="55584" y="45477"/>
                </a:moveTo>
                <a:cubicBezTo>
                  <a:pt x="55584" y="39900"/>
                  <a:pt x="51055" y="35371"/>
                  <a:pt x="45477" y="35371"/>
                </a:cubicBezTo>
                <a:cubicBezTo>
                  <a:pt x="39900" y="35371"/>
                  <a:pt x="35371" y="39900"/>
                  <a:pt x="35371" y="45477"/>
                </a:cubicBezTo>
                <a:cubicBezTo>
                  <a:pt x="35371" y="51055"/>
                  <a:pt x="39900" y="55584"/>
                  <a:pt x="45477" y="55584"/>
                </a:cubicBezTo>
                <a:cubicBezTo>
                  <a:pt x="51055" y="55584"/>
                  <a:pt x="55584" y="51055"/>
                  <a:pt x="55584" y="45477"/>
                </a:cubicBezTo>
                <a:close/>
                <a:moveTo>
                  <a:pt x="30318" y="90955"/>
                </a:moveTo>
                <a:cubicBezTo>
                  <a:pt x="35896" y="90955"/>
                  <a:pt x="40424" y="86427"/>
                  <a:pt x="40424" y="80849"/>
                </a:cubicBezTo>
                <a:cubicBezTo>
                  <a:pt x="40424" y="75271"/>
                  <a:pt x="35896" y="70743"/>
                  <a:pt x="30318" y="70743"/>
                </a:cubicBezTo>
                <a:cubicBezTo>
                  <a:pt x="24741" y="70743"/>
                  <a:pt x="20212" y="75271"/>
                  <a:pt x="20212" y="80849"/>
                </a:cubicBezTo>
                <a:cubicBezTo>
                  <a:pt x="20212" y="86427"/>
                  <a:pt x="24741" y="90955"/>
                  <a:pt x="30318" y="90955"/>
                </a:cubicBezTo>
                <a:close/>
                <a:moveTo>
                  <a:pt x="141485" y="80849"/>
                </a:moveTo>
                <a:cubicBezTo>
                  <a:pt x="141485" y="75271"/>
                  <a:pt x="136957" y="70743"/>
                  <a:pt x="131379" y="70743"/>
                </a:cubicBezTo>
                <a:cubicBezTo>
                  <a:pt x="125802" y="70743"/>
                  <a:pt x="121273" y="75271"/>
                  <a:pt x="121273" y="80849"/>
                </a:cubicBezTo>
                <a:cubicBezTo>
                  <a:pt x="121273" y="86427"/>
                  <a:pt x="125802" y="90955"/>
                  <a:pt x="131379" y="90955"/>
                </a:cubicBezTo>
                <a:cubicBezTo>
                  <a:pt x="136957" y="90955"/>
                  <a:pt x="141485" y="86427"/>
                  <a:pt x="141485" y="8084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8780433" y="1305708"/>
            <a:ext cx="1996966" cy="250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Metrics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299383" y="1758462"/>
            <a:ext cx="1641231" cy="808488"/>
          </a:xfrm>
          <a:custGeom>
            <a:avLst/>
            <a:gdLst/>
            <a:ahLst/>
            <a:cxnLst/>
            <a:rect l="l" t="t" r="r" b="b"/>
            <a:pathLst>
              <a:path w="1641231" h="808488">
                <a:moveTo>
                  <a:pt x="64679" y="0"/>
                </a:moveTo>
                <a:lnTo>
                  <a:pt x="1576552" y="0"/>
                </a:lnTo>
                <a:cubicBezTo>
                  <a:pt x="1612273" y="0"/>
                  <a:pt x="1641231" y="28958"/>
                  <a:pt x="1641231" y="64679"/>
                </a:cubicBezTo>
                <a:lnTo>
                  <a:pt x="1641231" y="743809"/>
                </a:lnTo>
                <a:cubicBezTo>
                  <a:pt x="1641231" y="779530"/>
                  <a:pt x="1612273" y="808488"/>
                  <a:pt x="1576552" y="808488"/>
                </a:cubicBezTo>
                <a:lnTo>
                  <a:pt x="64679" y="808488"/>
                </a:lnTo>
                <a:cubicBezTo>
                  <a:pt x="28982" y="808488"/>
                  <a:pt x="0" y="779506"/>
                  <a:pt x="0" y="743809"/>
                </a:cubicBezTo>
                <a:lnTo>
                  <a:pt x="0" y="64679"/>
                </a:lnTo>
                <a:cubicBezTo>
                  <a:pt x="0" y="28982"/>
                  <a:pt x="28982" y="0"/>
                  <a:pt x="64679" y="0"/>
                </a:cubicBezTo>
                <a:close/>
              </a:path>
            </a:pathLst>
          </a:custGeom>
          <a:solidFill>
            <a:srgbClr val="0D542B">
              <a:alpha val="40000"/>
            </a:srgbClr>
          </a:solidFill>
          <a:ln w="12700">
            <a:solidFill>
              <a:srgbClr val="00C950">
                <a:alpha val="30196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339807" y="1859523"/>
            <a:ext cx="1560382" cy="2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10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1000+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372147" y="2182918"/>
            <a:ext cx="1495703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Capture Rate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376189" y="2344615"/>
            <a:ext cx="1487618" cy="121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4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packets/second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10047738" y="1758462"/>
            <a:ext cx="1641231" cy="808488"/>
          </a:xfrm>
          <a:custGeom>
            <a:avLst/>
            <a:gdLst/>
            <a:ahLst/>
            <a:cxnLst/>
            <a:rect l="l" t="t" r="r" b="b"/>
            <a:pathLst>
              <a:path w="1641231" h="808488">
                <a:moveTo>
                  <a:pt x="64679" y="0"/>
                </a:moveTo>
                <a:lnTo>
                  <a:pt x="1576552" y="0"/>
                </a:lnTo>
                <a:cubicBezTo>
                  <a:pt x="1612273" y="0"/>
                  <a:pt x="1641231" y="28958"/>
                  <a:pt x="1641231" y="64679"/>
                </a:cubicBezTo>
                <a:lnTo>
                  <a:pt x="1641231" y="743809"/>
                </a:lnTo>
                <a:cubicBezTo>
                  <a:pt x="1641231" y="779530"/>
                  <a:pt x="1612273" y="808488"/>
                  <a:pt x="1576552" y="808488"/>
                </a:cubicBezTo>
                <a:lnTo>
                  <a:pt x="64679" y="808488"/>
                </a:lnTo>
                <a:cubicBezTo>
                  <a:pt x="28982" y="808488"/>
                  <a:pt x="0" y="779506"/>
                  <a:pt x="0" y="743809"/>
                </a:cubicBezTo>
                <a:lnTo>
                  <a:pt x="0" y="64679"/>
                </a:lnTo>
                <a:cubicBezTo>
                  <a:pt x="0" y="28982"/>
                  <a:pt x="28982" y="0"/>
                  <a:pt x="64679" y="0"/>
                </a:cubicBezTo>
                <a:close/>
              </a:path>
            </a:pathLst>
          </a:custGeom>
          <a:solidFill>
            <a:srgbClr val="104E64">
              <a:alpha val="40000"/>
            </a:srgbClr>
          </a:solidFill>
          <a:ln w="12700">
            <a:solidFill>
              <a:srgbClr val="00B8DB">
                <a:alpha val="30196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088162" y="1859523"/>
            <a:ext cx="1560382" cy="2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10" b="1" dirty="0">
                <a:solidFill>
                  <a:srgbClr val="00D3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P95&lt;500ms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0120502" y="2182918"/>
            <a:ext cx="1495703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Response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0124544" y="2344615"/>
            <a:ext cx="1487618" cy="121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4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milliseconds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299383" y="2672053"/>
            <a:ext cx="1641231" cy="808488"/>
          </a:xfrm>
          <a:custGeom>
            <a:avLst/>
            <a:gdLst/>
            <a:ahLst/>
            <a:cxnLst/>
            <a:rect l="l" t="t" r="r" b="b"/>
            <a:pathLst>
              <a:path w="1641231" h="808488">
                <a:moveTo>
                  <a:pt x="64679" y="0"/>
                </a:moveTo>
                <a:lnTo>
                  <a:pt x="1576552" y="0"/>
                </a:lnTo>
                <a:cubicBezTo>
                  <a:pt x="1612273" y="0"/>
                  <a:pt x="1641231" y="28958"/>
                  <a:pt x="1641231" y="64679"/>
                </a:cubicBezTo>
                <a:lnTo>
                  <a:pt x="1641231" y="743809"/>
                </a:lnTo>
                <a:cubicBezTo>
                  <a:pt x="1641231" y="779530"/>
                  <a:pt x="1612273" y="808488"/>
                  <a:pt x="1576552" y="808488"/>
                </a:cubicBezTo>
                <a:lnTo>
                  <a:pt x="64679" y="808488"/>
                </a:lnTo>
                <a:cubicBezTo>
                  <a:pt x="28982" y="808488"/>
                  <a:pt x="0" y="779506"/>
                  <a:pt x="0" y="743809"/>
                </a:cubicBezTo>
                <a:lnTo>
                  <a:pt x="0" y="64679"/>
                </a:lnTo>
                <a:cubicBezTo>
                  <a:pt x="0" y="28982"/>
                  <a:pt x="28982" y="0"/>
                  <a:pt x="64679" y="0"/>
                </a:cubicBezTo>
                <a:close/>
              </a:path>
            </a:pathLst>
          </a:custGeom>
          <a:solidFill>
            <a:srgbClr val="59168B">
              <a:alpha val="40000"/>
            </a:srgbClr>
          </a:solidFill>
          <a:ln w="12700">
            <a:solidFill>
              <a:srgbClr val="AD46FF">
                <a:alpha val="30196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339807" y="2773114"/>
            <a:ext cx="1560382" cy="2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10" b="1" dirty="0">
                <a:solidFill>
                  <a:srgbClr val="C27A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&gt;99%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8372147" y="3096509"/>
            <a:ext cx="1495703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Availability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8376189" y="3258207"/>
            <a:ext cx="1487618" cy="121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4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uptime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10047738" y="2672053"/>
            <a:ext cx="1641231" cy="808488"/>
          </a:xfrm>
          <a:custGeom>
            <a:avLst/>
            <a:gdLst/>
            <a:ahLst/>
            <a:cxnLst/>
            <a:rect l="l" t="t" r="r" b="b"/>
            <a:pathLst>
              <a:path w="1641231" h="808488">
                <a:moveTo>
                  <a:pt x="64679" y="0"/>
                </a:moveTo>
                <a:lnTo>
                  <a:pt x="1576552" y="0"/>
                </a:lnTo>
                <a:cubicBezTo>
                  <a:pt x="1612273" y="0"/>
                  <a:pt x="1641231" y="28958"/>
                  <a:pt x="1641231" y="64679"/>
                </a:cubicBezTo>
                <a:lnTo>
                  <a:pt x="1641231" y="743809"/>
                </a:lnTo>
                <a:cubicBezTo>
                  <a:pt x="1641231" y="779530"/>
                  <a:pt x="1612273" y="808488"/>
                  <a:pt x="1576552" y="808488"/>
                </a:cubicBezTo>
                <a:lnTo>
                  <a:pt x="64679" y="808488"/>
                </a:lnTo>
                <a:cubicBezTo>
                  <a:pt x="28982" y="808488"/>
                  <a:pt x="0" y="779506"/>
                  <a:pt x="0" y="743809"/>
                </a:cubicBezTo>
                <a:lnTo>
                  <a:pt x="0" y="64679"/>
                </a:lnTo>
                <a:cubicBezTo>
                  <a:pt x="0" y="28982"/>
                  <a:pt x="28982" y="0"/>
                  <a:pt x="64679" y="0"/>
                </a:cubicBezTo>
                <a:close/>
              </a:path>
            </a:pathLst>
          </a:custGeom>
          <a:solidFill>
            <a:srgbClr val="7E2A0C">
              <a:alpha val="40000"/>
            </a:srgbClr>
          </a:solidFill>
          <a:ln w="12700">
            <a:solidFill>
              <a:srgbClr val="FF6900">
                <a:alpha val="30196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088162" y="2773114"/>
            <a:ext cx="1560382" cy="2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10" b="1" dirty="0">
                <a:solidFill>
                  <a:srgbClr val="FF890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&gt;70%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10120502" y="3096509"/>
            <a:ext cx="1495703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 Coverage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10124544" y="3258207"/>
            <a:ext cx="1487618" cy="121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4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coverage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8129600" y="3787767"/>
            <a:ext cx="3735215" cy="2465889"/>
          </a:xfrm>
          <a:custGeom>
            <a:avLst/>
            <a:gdLst/>
            <a:ahLst/>
            <a:cxnLst/>
            <a:rect l="l" t="t" r="r" b="b"/>
            <a:pathLst>
              <a:path w="3735215" h="2465889">
                <a:moveTo>
                  <a:pt x="129361" y="0"/>
                </a:moveTo>
                <a:lnTo>
                  <a:pt x="3605854" y="0"/>
                </a:lnTo>
                <a:cubicBezTo>
                  <a:pt x="3677298" y="0"/>
                  <a:pt x="3735215" y="57917"/>
                  <a:pt x="3735215" y="129361"/>
                </a:cubicBezTo>
                <a:lnTo>
                  <a:pt x="3735215" y="2336528"/>
                </a:lnTo>
                <a:cubicBezTo>
                  <a:pt x="3735215" y="2407972"/>
                  <a:pt x="3677298" y="2465889"/>
                  <a:pt x="3605854" y="2465889"/>
                </a:cubicBezTo>
                <a:lnTo>
                  <a:pt x="129361" y="2465889"/>
                </a:lnTo>
                <a:cubicBezTo>
                  <a:pt x="57917" y="2465889"/>
                  <a:pt x="0" y="2407972"/>
                  <a:pt x="0" y="2336528"/>
                </a:cubicBezTo>
                <a:lnTo>
                  <a:pt x="0" y="129361"/>
                </a:lnTo>
                <a:cubicBezTo>
                  <a:pt x="0" y="57965"/>
                  <a:pt x="57965" y="0"/>
                  <a:pt x="129361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295340" y="3953507"/>
            <a:ext cx="388074" cy="388074"/>
          </a:xfrm>
          <a:custGeom>
            <a:avLst/>
            <a:gdLst/>
            <a:ahLst/>
            <a:cxnLst/>
            <a:rect l="l" t="t" r="r" b="b"/>
            <a:pathLst>
              <a:path w="388074" h="388074">
                <a:moveTo>
                  <a:pt x="97019" y="0"/>
                </a:moveTo>
                <a:lnTo>
                  <a:pt x="291056" y="0"/>
                </a:lnTo>
                <a:cubicBezTo>
                  <a:pt x="344602" y="0"/>
                  <a:pt x="388074" y="43473"/>
                  <a:pt x="388074" y="97019"/>
                </a:cubicBezTo>
                <a:lnTo>
                  <a:pt x="388074" y="291056"/>
                </a:lnTo>
                <a:cubicBezTo>
                  <a:pt x="388074" y="344602"/>
                  <a:pt x="344602" y="388074"/>
                  <a:pt x="291056" y="388074"/>
                </a:cubicBezTo>
                <a:lnTo>
                  <a:pt x="97019" y="388074"/>
                </a:lnTo>
                <a:cubicBezTo>
                  <a:pt x="43473" y="388074"/>
                  <a:pt x="0" y="344602"/>
                  <a:pt x="0" y="291056"/>
                </a:cubicBezTo>
                <a:lnTo>
                  <a:pt x="0" y="97019"/>
                </a:lnTo>
                <a:cubicBezTo>
                  <a:pt x="0" y="43473"/>
                  <a:pt x="43473" y="0"/>
                  <a:pt x="97019" y="0"/>
                </a:cubicBezTo>
                <a:close/>
              </a:path>
            </a:pathLst>
          </a:custGeom>
          <a:gradFill flip="none" rotWithShape="1">
            <a:gsLst>
              <a:gs pos="0">
                <a:srgbClr val="FB2C36"/>
              </a:gs>
              <a:gs pos="100000">
                <a:srgbClr val="F54900"/>
              </a:gs>
            </a:gsLst>
            <a:lin ang="2700000" scaled="1"/>
          </a:gradFill>
          <a:ln/>
        </p:spPr>
      </p:sp>
      <p:sp>
        <p:nvSpPr>
          <p:cNvPr id="79" name="Shape 77"/>
          <p:cNvSpPr/>
          <p:nvPr/>
        </p:nvSpPr>
        <p:spPr>
          <a:xfrm>
            <a:off x="8408529" y="4066695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80849" y="0"/>
                </a:moveTo>
                <a:cubicBezTo>
                  <a:pt x="82302" y="0"/>
                  <a:pt x="83754" y="316"/>
                  <a:pt x="85081" y="916"/>
                </a:cubicBezTo>
                <a:lnTo>
                  <a:pt x="144580" y="26150"/>
                </a:lnTo>
                <a:cubicBezTo>
                  <a:pt x="151528" y="29087"/>
                  <a:pt x="156708" y="35940"/>
                  <a:pt x="156676" y="44214"/>
                </a:cubicBezTo>
                <a:cubicBezTo>
                  <a:pt x="156518" y="75543"/>
                  <a:pt x="143633" y="132864"/>
                  <a:pt x="89218" y="158918"/>
                </a:cubicBezTo>
                <a:cubicBezTo>
                  <a:pt x="83944" y="161445"/>
                  <a:pt x="77817" y="161445"/>
                  <a:pt x="72543" y="158918"/>
                </a:cubicBezTo>
                <a:cubicBezTo>
                  <a:pt x="18096" y="132864"/>
                  <a:pt x="5243" y="75543"/>
                  <a:pt x="5085" y="44214"/>
                </a:cubicBezTo>
                <a:cubicBezTo>
                  <a:pt x="5053" y="35940"/>
                  <a:pt x="10232" y="29087"/>
                  <a:pt x="17180" y="26150"/>
                </a:cubicBezTo>
                <a:lnTo>
                  <a:pt x="76648" y="916"/>
                </a:lnTo>
                <a:cubicBezTo>
                  <a:pt x="77975" y="316"/>
                  <a:pt x="79396" y="0"/>
                  <a:pt x="80849" y="0"/>
                </a:cubicBezTo>
                <a:close/>
                <a:moveTo>
                  <a:pt x="80849" y="21096"/>
                </a:moveTo>
                <a:lnTo>
                  <a:pt x="80849" y="140506"/>
                </a:lnTo>
                <a:cubicBezTo>
                  <a:pt x="124431" y="119410"/>
                  <a:pt x="136148" y="72669"/>
                  <a:pt x="136432" y="44688"/>
                </a:cubicBezTo>
                <a:lnTo>
                  <a:pt x="80849" y="21128"/>
                </a:lnTo>
                <a:lnTo>
                  <a:pt x="80849" y="2112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0" name="Text 78"/>
          <p:cNvSpPr/>
          <p:nvPr/>
        </p:nvSpPr>
        <p:spPr>
          <a:xfrm>
            <a:off x="8780433" y="4022228"/>
            <a:ext cx="2150578" cy="250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Requirements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8295340" y="4470939"/>
            <a:ext cx="3403735" cy="355735"/>
          </a:xfrm>
          <a:custGeom>
            <a:avLst/>
            <a:gdLst/>
            <a:ahLst/>
            <a:cxnLst/>
            <a:rect l="l" t="t" r="r" b="b"/>
            <a:pathLst>
              <a:path w="3403735" h="355735">
                <a:moveTo>
                  <a:pt x="64680" y="0"/>
                </a:moveTo>
                <a:lnTo>
                  <a:pt x="3339055" y="0"/>
                </a:lnTo>
                <a:cubicBezTo>
                  <a:pt x="3374777" y="0"/>
                  <a:pt x="3403735" y="28958"/>
                  <a:pt x="3403735" y="64680"/>
                </a:cubicBezTo>
                <a:lnTo>
                  <a:pt x="3403735" y="291055"/>
                </a:lnTo>
                <a:cubicBezTo>
                  <a:pt x="3403735" y="326777"/>
                  <a:pt x="3374777" y="355735"/>
                  <a:pt x="3339055" y="355735"/>
                </a:cubicBezTo>
                <a:lnTo>
                  <a:pt x="64680" y="355735"/>
                </a:lnTo>
                <a:cubicBezTo>
                  <a:pt x="28982" y="355735"/>
                  <a:pt x="0" y="326753"/>
                  <a:pt x="0" y="291055"/>
                </a:cubicBezTo>
                <a:lnTo>
                  <a:pt x="0" y="64680"/>
                </a:lnTo>
                <a:cubicBezTo>
                  <a:pt x="0" y="28982"/>
                  <a:pt x="28982" y="0"/>
                  <a:pt x="6468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8424698" y="4584127"/>
            <a:ext cx="97019" cy="129358"/>
          </a:xfrm>
          <a:custGeom>
            <a:avLst/>
            <a:gdLst/>
            <a:ahLst/>
            <a:cxnLst/>
            <a:rect l="l" t="t" r="r" b="b"/>
            <a:pathLst>
              <a:path w="97019" h="129358">
                <a:moveTo>
                  <a:pt x="32340" y="24255"/>
                </a:moveTo>
                <a:lnTo>
                  <a:pt x="32340" y="40424"/>
                </a:lnTo>
                <a:lnTo>
                  <a:pt x="64679" y="40424"/>
                </a:lnTo>
                <a:lnTo>
                  <a:pt x="64679" y="24255"/>
                </a:lnTo>
                <a:cubicBezTo>
                  <a:pt x="64679" y="15336"/>
                  <a:pt x="57428" y="8085"/>
                  <a:pt x="48509" y="8085"/>
                </a:cubicBezTo>
                <a:cubicBezTo>
                  <a:pt x="39591" y="8085"/>
                  <a:pt x="32340" y="15336"/>
                  <a:pt x="32340" y="24255"/>
                </a:cubicBezTo>
                <a:close/>
                <a:moveTo>
                  <a:pt x="16170" y="40424"/>
                </a:moveTo>
                <a:lnTo>
                  <a:pt x="16170" y="24255"/>
                </a:lnTo>
                <a:cubicBezTo>
                  <a:pt x="16170" y="6392"/>
                  <a:pt x="30647" y="-8085"/>
                  <a:pt x="48509" y="-8085"/>
                </a:cubicBezTo>
                <a:cubicBezTo>
                  <a:pt x="66372" y="-8085"/>
                  <a:pt x="80849" y="6392"/>
                  <a:pt x="80849" y="24255"/>
                </a:cubicBezTo>
                <a:lnTo>
                  <a:pt x="80849" y="40424"/>
                </a:lnTo>
                <a:cubicBezTo>
                  <a:pt x="89767" y="40424"/>
                  <a:pt x="97019" y="47676"/>
                  <a:pt x="97019" y="56594"/>
                </a:cubicBezTo>
                <a:lnTo>
                  <a:pt x="97019" y="113188"/>
                </a:lnTo>
                <a:cubicBezTo>
                  <a:pt x="97019" y="122107"/>
                  <a:pt x="89767" y="129358"/>
                  <a:pt x="80849" y="129358"/>
                </a:cubicBezTo>
                <a:lnTo>
                  <a:pt x="16170" y="129358"/>
                </a:lnTo>
                <a:cubicBezTo>
                  <a:pt x="7251" y="129358"/>
                  <a:pt x="0" y="122107"/>
                  <a:pt x="0" y="113188"/>
                </a:cubicBezTo>
                <a:lnTo>
                  <a:pt x="0" y="56594"/>
                </a:lnTo>
                <a:cubicBezTo>
                  <a:pt x="0" y="47676"/>
                  <a:pt x="7251" y="40424"/>
                  <a:pt x="16170" y="40424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83" name="Text 81"/>
          <p:cNvSpPr/>
          <p:nvPr/>
        </p:nvSpPr>
        <p:spPr>
          <a:xfrm>
            <a:off x="8651075" y="4567958"/>
            <a:ext cx="1447194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AES-256 encrypted storage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8295340" y="4891353"/>
            <a:ext cx="3403735" cy="355735"/>
          </a:xfrm>
          <a:custGeom>
            <a:avLst/>
            <a:gdLst/>
            <a:ahLst/>
            <a:cxnLst/>
            <a:rect l="l" t="t" r="r" b="b"/>
            <a:pathLst>
              <a:path w="3403735" h="355735">
                <a:moveTo>
                  <a:pt x="64680" y="0"/>
                </a:moveTo>
                <a:lnTo>
                  <a:pt x="3339055" y="0"/>
                </a:lnTo>
                <a:cubicBezTo>
                  <a:pt x="3374777" y="0"/>
                  <a:pt x="3403735" y="28958"/>
                  <a:pt x="3403735" y="64680"/>
                </a:cubicBezTo>
                <a:lnTo>
                  <a:pt x="3403735" y="291055"/>
                </a:lnTo>
                <a:cubicBezTo>
                  <a:pt x="3403735" y="326777"/>
                  <a:pt x="3374777" y="355735"/>
                  <a:pt x="3339055" y="355735"/>
                </a:cubicBezTo>
                <a:lnTo>
                  <a:pt x="64680" y="355735"/>
                </a:lnTo>
                <a:cubicBezTo>
                  <a:pt x="28982" y="355735"/>
                  <a:pt x="0" y="326753"/>
                  <a:pt x="0" y="291055"/>
                </a:cubicBezTo>
                <a:lnTo>
                  <a:pt x="0" y="64680"/>
                </a:lnTo>
                <a:cubicBezTo>
                  <a:pt x="0" y="28982"/>
                  <a:pt x="28982" y="0"/>
                  <a:pt x="6468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8400444" y="5004541"/>
            <a:ext cx="145528" cy="129358"/>
          </a:xfrm>
          <a:custGeom>
            <a:avLst/>
            <a:gdLst/>
            <a:ahLst/>
            <a:cxnLst/>
            <a:rect l="l" t="t" r="r" b="b"/>
            <a:pathLst>
              <a:path w="145528" h="129358">
                <a:moveTo>
                  <a:pt x="60434" y="-2021"/>
                </a:moveTo>
                <a:cubicBezTo>
                  <a:pt x="58893" y="-3588"/>
                  <a:pt x="56645" y="-4219"/>
                  <a:pt x="54522" y="-3638"/>
                </a:cubicBezTo>
                <a:cubicBezTo>
                  <a:pt x="52400" y="-3057"/>
                  <a:pt x="50758" y="-1415"/>
                  <a:pt x="50227" y="707"/>
                </a:cubicBezTo>
                <a:lnTo>
                  <a:pt x="46362" y="15917"/>
                </a:lnTo>
                <a:cubicBezTo>
                  <a:pt x="46084" y="17029"/>
                  <a:pt x="44947" y="17686"/>
                  <a:pt x="43860" y="17357"/>
                </a:cubicBezTo>
                <a:lnTo>
                  <a:pt x="28752" y="13113"/>
                </a:lnTo>
                <a:cubicBezTo>
                  <a:pt x="26630" y="12506"/>
                  <a:pt x="24356" y="13113"/>
                  <a:pt x="22815" y="14654"/>
                </a:cubicBezTo>
                <a:cubicBezTo>
                  <a:pt x="21273" y="16195"/>
                  <a:pt x="20667" y="18469"/>
                  <a:pt x="21273" y="20591"/>
                </a:cubicBezTo>
                <a:lnTo>
                  <a:pt x="25543" y="35700"/>
                </a:lnTo>
                <a:cubicBezTo>
                  <a:pt x="25846" y="36786"/>
                  <a:pt x="25189" y="37923"/>
                  <a:pt x="24103" y="38201"/>
                </a:cubicBezTo>
                <a:lnTo>
                  <a:pt x="8868" y="42067"/>
                </a:lnTo>
                <a:cubicBezTo>
                  <a:pt x="6746" y="42597"/>
                  <a:pt x="5078" y="44265"/>
                  <a:pt x="4497" y="46387"/>
                </a:cubicBezTo>
                <a:cubicBezTo>
                  <a:pt x="3916" y="48509"/>
                  <a:pt x="4548" y="50758"/>
                  <a:pt x="6114" y="52299"/>
                </a:cubicBezTo>
                <a:lnTo>
                  <a:pt x="17357" y="63239"/>
                </a:lnTo>
                <a:cubicBezTo>
                  <a:pt x="18166" y="64022"/>
                  <a:pt x="18166" y="65336"/>
                  <a:pt x="17357" y="66144"/>
                </a:cubicBezTo>
                <a:lnTo>
                  <a:pt x="6139" y="77084"/>
                </a:lnTo>
                <a:cubicBezTo>
                  <a:pt x="4573" y="78625"/>
                  <a:pt x="3941" y="80874"/>
                  <a:pt x="4522" y="82996"/>
                </a:cubicBezTo>
                <a:cubicBezTo>
                  <a:pt x="5104" y="85119"/>
                  <a:pt x="6771" y="86761"/>
                  <a:pt x="8893" y="87317"/>
                </a:cubicBezTo>
                <a:lnTo>
                  <a:pt x="24103" y="91182"/>
                </a:lnTo>
                <a:cubicBezTo>
                  <a:pt x="25215" y="91460"/>
                  <a:pt x="25872" y="92597"/>
                  <a:pt x="25543" y="93684"/>
                </a:cubicBezTo>
                <a:lnTo>
                  <a:pt x="21273" y="108767"/>
                </a:lnTo>
                <a:cubicBezTo>
                  <a:pt x="20667" y="110889"/>
                  <a:pt x="21273" y="113163"/>
                  <a:pt x="22815" y="114704"/>
                </a:cubicBezTo>
                <a:cubicBezTo>
                  <a:pt x="24356" y="116245"/>
                  <a:pt x="26630" y="116852"/>
                  <a:pt x="28752" y="116245"/>
                </a:cubicBezTo>
                <a:lnTo>
                  <a:pt x="43860" y="111976"/>
                </a:lnTo>
                <a:cubicBezTo>
                  <a:pt x="44947" y="111672"/>
                  <a:pt x="46084" y="112329"/>
                  <a:pt x="46362" y="113416"/>
                </a:cubicBezTo>
                <a:lnTo>
                  <a:pt x="50227" y="128625"/>
                </a:lnTo>
                <a:cubicBezTo>
                  <a:pt x="50758" y="130748"/>
                  <a:pt x="52425" y="132415"/>
                  <a:pt x="54548" y="132996"/>
                </a:cubicBezTo>
                <a:cubicBezTo>
                  <a:pt x="56670" y="133577"/>
                  <a:pt x="58919" y="132946"/>
                  <a:pt x="60460" y="131379"/>
                </a:cubicBezTo>
                <a:lnTo>
                  <a:pt x="71400" y="120136"/>
                </a:lnTo>
                <a:cubicBezTo>
                  <a:pt x="72183" y="119328"/>
                  <a:pt x="73497" y="119328"/>
                  <a:pt x="74305" y="120136"/>
                </a:cubicBezTo>
                <a:lnTo>
                  <a:pt x="85220" y="131379"/>
                </a:lnTo>
                <a:cubicBezTo>
                  <a:pt x="86761" y="132946"/>
                  <a:pt x="89009" y="133577"/>
                  <a:pt x="91132" y="132996"/>
                </a:cubicBezTo>
                <a:cubicBezTo>
                  <a:pt x="93254" y="132415"/>
                  <a:pt x="94896" y="130748"/>
                  <a:pt x="95452" y="128625"/>
                </a:cubicBezTo>
                <a:lnTo>
                  <a:pt x="99318" y="113441"/>
                </a:lnTo>
                <a:cubicBezTo>
                  <a:pt x="99596" y="112329"/>
                  <a:pt x="100733" y="111672"/>
                  <a:pt x="101819" y="112001"/>
                </a:cubicBezTo>
                <a:lnTo>
                  <a:pt x="116928" y="116271"/>
                </a:lnTo>
                <a:cubicBezTo>
                  <a:pt x="119050" y="116877"/>
                  <a:pt x="121324" y="116271"/>
                  <a:pt x="122865" y="114730"/>
                </a:cubicBezTo>
                <a:cubicBezTo>
                  <a:pt x="124406" y="113188"/>
                  <a:pt x="125012" y="110914"/>
                  <a:pt x="124406" y="108792"/>
                </a:cubicBezTo>
                <a:lnTo>
                  <a:pt x="120136" y="93684"/>
                </a:lnTo>
                <a:cubicBezTo>
                  <a:pt x="119833" y="92597"/>
                  <a:pt x="120490" y="91460"/>
                  <a:pt x="121576" y="91182"/>
                </a:cubicBezTo>
                <a:lnTo>
                  <a:pt x="136786" y="87317"/>
                </a:lnTo>
                <a:cubicBezTo>
                  <a:pt x="138908" y="86786"/>
                  <a:pt x="140576" y="85119"/>
                  <a:pt x="141157" y="82996"/>
                </a:cubicBezTo>
                <a:cubicBezTo>
                  <a:pt x="141738" y="80874"/>
                  <a:pt x="141106" y="78600"/>
                  <a:pt x="139540" y="77084"/>
                </a:cubicBezTo>
                <a:lnTo>
                  <a:pt x="128297" y="66144"/>
                </a:lnTo>
                <a:cubicBezTo>
                  <a:pt x="127488" y="65361"/>
                  <a:pt x="127488" y="64047"/>
                  <a:pt x="128297" y="63239"/>
                </a:cubicBezTo>
                <a:lnTo>
                  <a:pt x="139540" y="52299"/>
                </a:lnTo>
                <a:cubicBezTo>
                  <a:pt x="141106" y="50758"/>
                  <a:pt x="141738" y="48509"/>
                  <a:pt x="141157" y="46387"/>
                </a:cubicBezTo>
                <a:cubicBezTo>
                  <a:pt x="140576" y="44265"/>
                  <a:pt x="138908" y="42622"/>
                  <a:pt x="136786" y="42067"/>
                </a:cubicBezTo>
                <a:lnTo>
                  <a:pt x="121576" y="38201"/>
                </a:lnTo>
                <a:cubicBezTo>
                  <a:pt x="120465" y="37923"/>
                  <a:pt x="119808" y="36786"/>
                  <a:pt x="120136" y="35700"/>
                </a:cubicBezTo>
                <a:lnTo>
                  <a:pt x="124406" y="20591"/>
                </a:lnTo>
                <a:cubicBezTo>
                  <a:pt x="125012" y="18469"/>
                  <a:pt x="124406" y="16195"/>
                  <a:pt x="122865" y="14654"/>
                </a:cubicBezTo>
                <a:cubicBezTo>
                  <a:pt x="121324" y="13113"/>
                  <a:pt x="119050" y="12506"/>
                  <a:pt x="116928" y="13113"/>
                </a:cubicBezTo>
                <a:lnTo>
                  <a:pt x="101819" y="17382"/>
                </a:lnTo>
                <a:cubicBezTo>
                  <a:pt x="100733" y="17686"/>
                  <a:pt x="99596" y="17029"/>
                  <a:pt x="99318" y="15942"/>
                </a:cubicBezTo>
                <a:lnTo>
                  <a:pt x="95452" y="707"/>
                </a:lnTo>
                <a:cubicBezTo>
                  <a:pt x="94922" y="-1415"/>
                  <a:pt x="93254" y="-3082"/>
                  <a:pt x="91132" y="-3663"/>
                </a:cubicBezTo>
                <a:cubicBezTo>
                  <a:pt x="89009" y="-4245"/>
                  <a:pt x="86761" y="-3613"/>
                  <a:pt x="85220" y="-2046"/>
                </a:cubicBezTo>
                <a:lnTo>
                  <a:pt x="74280" y="9222"/>
                </a:lnTo>
                <a:cubicBezTo>
                  <a:pt x="73497" y="10030"/>
                  <a:pt x="72183" y="10030"/>
                  <a:pt x="71374" y="9222"/>
                </a:cubicBezTo>
                <a:lnTo>
                  <a:pt x="60434" y="-2021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86" name="Text 84"/>
          <p:cNvSpPr/>
          <p:nvPr/>
        </p:nvSpPr>
        <p:spPr>
          <a:xfrm>
            <a:off x="8651075" y="4988371"/>
            <a:ext cx="1317836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TLS database connection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8295340" y="5311767"/>
            <a:ext cx="3403735" cy="355735"/>
          </a:xfrm>
          <a:custGeom>
            <a:avLst/>
            <a:gdLst/>
            <a:ahLst/>
            <a:cxnLst/>
            <a:rect l="l" t="t" r="r" b="b"/>
            <a:pathLst>
              <a:path w="3403735" h="355735">
                <a:moveTo>
                  <a:pt x="64680" y="0"/>
                </a:moveTo>
                <a:lnTo>
                  <a:pt x="3339055" y="0"/>
                </a:lnTo>
                <a:cubicBezTo>
                  <a:pt x="3374777" y="0"/>
                  <a:pt x="3403735" y="28958"/>
                  <a:pt x="3403735" y="64680"/>
                </a:cubicBezTo>
                <a:lnTo>
                  <a:pt x="3403735" y="291055"/>
                </a:lnTo>
                <a:cubicBezTo>
                  <a:pt x="3403735" y="326777"/>
                  <a:pt x="3374777" y="355735"/>
                  <a:pt x="3339055" y="355735"/>
                </a:cubicBezTo>
                <a:lnTo>
                  <a:pt x="64680" y="355735"/>
                </a:lnTo>
                <a:cubicBezTo>
                  <a:pt x="28982" y="355735"/>
                  <a:pt x="0" y="326753"/>
                  <a:pt x="0" y="291055"/>
                </a:cubicBezTo>
                <a:lnTo>
                  <a:pt x="0" y="64680"/>
                </a:lnTo>
                <a:cubicBezTo>
                  <a:pt x="0" y="28982"/>
                  <a:pt x="28982" y="0"/>
                  <a:pt x="6468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8408529" y="5424955"/>
            <a:ext cx="129358" cy="129358"/>
          </a:xfrm>
          <a:custGeom>
            <a:avLst/>
            <a:gdLst/>
            <a:ahLst/>
            <a:cxnLst/>
            <a:rect l="l" t="t" r="r" b="b"/>
            <a:pathLst>
              <a:path w="129358" h="129358">
                <a:moveTo>
                  <a:pt x="0" y="64679"/>
                </a:moveTo>
                <a:cubicBezTo>
                  <a:pt x="0" y="28982"/>
                  <a:pt x="28982" y="0"/>
                  <a:pt x="64679" y="0"/>
                </a:cubicBezTo>
                <a:cubicBezTo>
                  <a:pt x="100376" y="0"/>
                  <a:pt x="129358" y="28982"/>
                  <a:pt x="129358" y="64679"/>
                </a:cubicBezTo>
                <a:cubicBezTo>
                  <a:pt x="129358" y="100376"/>
                  <a:pt x="100376" y="129358"/>
                  <a:pt x="64679" y="129358"/>
                </a:cubicBezTo>
                <a:cubicBezTo>
                  <a:pt x="28982" y="129358"/>
                  <a:pt x="0" y="100376"/>
                  <a:pt x="0" y="64679"/>
                </a:cubicBezTo>
                <a:close/>
                <a:moveTo>
                  <a:pt x="72764" y="24255"/>
                </a:moveTo>
                <a:cubicBezTo>
                  <a:pt x="72764" y="19792"/>
                  <a:pt x="69141" y="16170"/>
                  <a:pt x="64679" y="16170"/>
                </a:cubicBezTo>
                <a:cubicBezTo>
                  <a:pt x="60217" y="16170"/>
                  <a:pt x="56594" y="19792"/>
                  <a:pt x="56594" y="24255"/>
                </a:cubicBezTo>
                <a:cubicBezTo>
                  <a:pt x="56594" y="28717"/>
                  <a:pt x="60217" y="32340"/>
                  <a:pt x="64679" y="32340"/>
                </a:cubicBezTo>
                <a:cubicBezTo>
                  <a:pt x="69141" y="32340"/>
                  <a:pt x="72764" y="28717"/>
                  <a:pt x="72764" y="24255"/>
                </a:cubicBezTo>
                <a:close/>
                <a:moveTo>
                  <a:pt x="64679" y="105103"/>
                </a:moveTo>
                <a:cubicBezTo>
                  <a:pt x="73598" y="105103"/>
                  <a:pt x="80849" y="97852"/>
                  <a:pt x="80849" y="88934"/>
                </a:cubicBezTo>
                <a:cubicBezTo>
                  <a:pt x="80849" y="84841"/>
                  <a:pt x="79333" y="81076"/>
                  <a:pt x="76806" y="78246"/>
                </a:cubicBezTo>
                <a:lnTo>
                  <a:pt x="94366" y="43153"/>
                </a:lnTo>
                <a:cubicBezTo>
                  <a:pt x="95856" y="40146"/>
                  <a:pt x="94644" y="36508"/>
                  <a:pt x="91662" y="35018"/>
                </a:cubicBezTo>
                <a:cubicBezTo>
                  <a:pt x="88681" y="33527"/>
                  <a:pt x="85018" y="34740"/>
                  <a:pt x="83527" y="37721"/>
                </a:cubicBezTo>
                <a:lnTo>
                  <a:pt x="65968" y="72814"/>
                </a:lnTo>
                <a:cubicBezTo>
                  <a:pt x="65538" y="72789"/>
                  <a:pt x="65109" y="72764"/>
                  <a:pt x="64679" y="72764"/>
                </a:cubicBezTo>
                <a:cubicBezTo>
                  <a:pt x="55760" y="72764"/>
                  <a:pt x="48509" y="80015"/>
                  <a:pt x="48509" y="88934"/>
                </a:cubicBezTo>
                <a:cubicBezTo>
                  <a:pt x="48509" y="97852"/>
                  <a:pt x="55760" y="105103"/>
                  <a:pt x="64679" y="105103"/>
                </a:cubicBezTo>
                <a:close/>
                <a:moveTo>
                  <a:pt x="44467" y="36382"/>
                </a:moveTo>
                <a:cubicBezTo>
                  <a:pt x="44467" y="31920"/>
                  <a:pt x="40844" y="28297"/>
                  <a:pt x="36382" y="28297"/>
                </a:cubicBezTo>
                <a:cubicBezTo>
                  <a:pt x="31920" y="28297"/>
                  <a:pt x="28297" y="31920"/>
                  <a:pt x="28297" y="36382"/>
                </a:cubicBezTo>
                <a:cubicBezTo>
                  <a:pt x="28297" y="40844"/>
                  <a:pt x="31920" y="44467"/>
                  <a:pt x="36382" y="44467"/>
                </a:cubicBezTo>
                <a:cubicBezTo>
                  <a:pt x="40844" y="44467"/>
                  <a:pt x="44467" y="40844"/>
                  <a:pt x="44467" y="36382"/>
                </a:cubicBezTo>
                <a:close/>
                <a:moveTo>
                  <a:pt x="24255" y="72764"/>
                </a:moveTo>
                <a:cubicBezTo>
                  <a:pt x="28717" y="72764"/>
                  <a:pt x="32340" y="69141"/>
                  <a:pt x="32340" y="64679"/>
                </a:cubicBezTo>
                <a:cubicBezTo>
                  <a:pt x="32340" y="60217"/>
                  <a:pt x="28717" y="56594"/>
                  <a:pt x="24255" y="56594"/>
                </a:cubicBezTo>
                <a:cubicBezTo>
                  <a:pt x="19792" y="56594"/>
                  <a:pt x="16170" y="60217"/>
                  <a:pt x="16170" y="64679"/>
                </a:cubicBezTo>
                <a:cubicBezTo>
                  <a:pt x="16170" y="69141"/>
                  <a:pt x="19792" y="72764"/>
                  <a:pt x="24255" y="72764"/>
                </a:cubicBezTo>
                <a:close/>
                <a:moveTo>
                  <a:pt x="113188" y="64679"/>
                </a:moveTo>
                <a:cubicBezTo>
                  <a:pt x="113188" y="60217"/>
                  <a:pt x="109566" y="56594"/>
                  <a:pt x="105103" y="56594"/>
                </a:cubicBezTo>
                <a:cubicBezTo>
                  <a:pt x="100641" y="56594"/>
                  <a:pt x="97019" y="60217"/>
                  <a:pt x="97019" y="64679"/>
                </a:cubicBezTo>
                <a:cubicBezTo>
                  <a:pt x="97019" y="69141"/>
                  <a:pt x="100641" y="72764"/>
                  <a:pt x="105103" y="72764"/>
                </a:cubicBezTo>
                <a:cubicBezTo>
                  <a:pt x="109566" y="72764"/>
                  <a:pt x="113188" y="69141"/>
                  <a:pt x="113188" y="64679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89" name="Text 87"/>
          <p:cNvSpPr/>
          <p:nvPr/>
        </p:nvSpPr>
        <p:spPr>
          <a:xfrm>
            <a:off x="8651075" y="5408785"/>
            <a:ext cx="1277411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Rate limiting 100req/min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8295340" y="5732180"/>
            <a:ext cx="3403735" cy="355735"/>
          </a:xfrm>
          <a:custGeom>
            <a:avLst/>
            <a:gdLst/>
            <a:ahLst/>
            <a:cxnLst/>
            <a:rect l="l" t="t" r="r" b="b"/>
            <a:pathLst>
              <a:path w="3403735" h="355735">
                <a:moveTo>
                  <a:pt x="64680" y="0"/>
                </a:moveTo>
                <a:lnTo>
                  <a:pt x="3339055" y="0"/>
                </a:lnTo>
                <a:cubicBezTo>
                  <a:pt x="3374777" y="0"/>
                  <a:pt x="3403735" y="28958"/>
                  <a:pt x="3403735" y="64680"/>
                </a:cubicBezTo>
                <a:lnTo>
                  <a:pt x="3403735" y="291055"/>
                </a:lnTo>
                <a:cubicBezTo>
                  <a:pt x="3403735" y="326777"/>
                  <a:pt x="3374777" y="355735"/>
                  <a:pt x="3339055" y="355735"/>
                </a:cubicBezTo>
                <a:lnTo>
                  <a:pt x="64680" y="355735"/>
                </a:lnTo>
                <a:cubicBezTo>
                  <a:pt x="28982" y="355735"/>
                  <a:pt x="0" y="326753"/>
                  <a:pt x="0" y="291055"/>
                </a:cubicBezTo>
                <a:lnTo>
                  <a:pt x="0" y="64680"/>
                </a:lnTo>
                <a:cubicBezTo>
                  <a:pt x="0" y="28982"/>
                  <a:pt x="28982" y="0"/>
                  <a:pt x="6468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8408529" y="5845369"/>
            <a:ext cx="129358" cy="129358"/>
          </a:xfrm>
          <a:custGeom>
            <a:avLst/>
            <a:gdLst/>
            <a:ahLst/>
            <a:cxnLst/>
            <a:rect l="l" t="t" r="r" b="b"/>
            <a:pathLst>
              <a:path w="129358" h="129358">
                <a:moveTo>
                  <a:pt x="8085" y="16170"/>
                </a:moveTo>
                <a:cubicBezTo>
                  <a:pt x="4826" y="16170"/>
                  <a:pt x="1870" y="18140"/>
                  <a:pt x="606" y="21172"/>
                </a:cubicBezTo>
                <a:cubicBezTo>
                  <a:pt x="-657" y="24204"/>
                  <a:pt x="51" y="27665"/>
                  <a:pt x="2375" y="29965"/>
                </a:cubicBezTo>
                <a:lnTo>
                  <a:pt x="48509" y="76124"/>
                </a:lnTo>
                <a:lnTo>
                  <a:pt x="48509" y="105103"/>
                </a:lnTo>
                <a:cubicBezTo>
                  <a:pt x="48509" y="107251"/>
                  <a:pt x="49368" y="109297"/>
                  <a:pt x="50884" y="110813"/>
                </a:cubicBezTo>
                <a:lnTo>
                  <a:pt x="67054" y="126983"/>
                </a:lnTo>
                <a:cubicBezTo>
                  <a:pt x="69378" y="129308"/>
                  <a:pt x="72840" y="129990"/>
                  <a:pt x="75872" y="128726"/>
                </a:cubicBezTo>
                <a:cubicBezTo>
                  <a:pt x="78903" y="127463"/>
                  <a:pt x="80849" y="124532"/>
                  <a:pt x="80849" y="121273"/>
                </a:cubicBezTo>
                <a:lnTo>
                  <a:pt x="80849" y="76124"/>
                </a:lnTo>
                <a:lnTo>
                  <a:pt x="126983" y="29990"/>
                </a:lnTo>
                <a:cubicBezTo>
                  <a:pt x="129308" y="27665"/>
                  <a:pt x="129990" y="24204"/>
                  <a:pt x="128726" y="21172"/>
                </a:cubicBezTo>
                <a:cubicBezTo>
                  <a:pt x="127463" y="18140"/>
                  <a:pt x="124532" y="16170"/>
                  <a:pt x="121273" y="16170"/>
                </a:cubicBezTo>
                <a:lnTo>
                  <a:pt x="8085" y="16170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92" name="Text 90"/>
          <p:cNvSpPr/>
          <p:nvPr/>
        </p:nvSpPr>
        <p:spPr>
          <a:xfrm>
            <a:off x="8651075" y="5829199"/>
            <a:ext cx="1616976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validation and sanitization</a:t>
            </a:r>
            <a:endParaRPr lang="en-US" sz="1600" dirty="0"/>
          </a:p>
        </p:txBody>
      </p:sp>
      <p:sp>
        <p:nvSpPr>
          <p:cNvPr id="93" name="Shape 91"/>
          <p:cNvSpPr/>
          <p:nvPr/>
        </p:nvSpPr>
        <p:spPr>
          <a:xfrm>
            <a:off x="327438" y="6391098"/>
            <a:ext cx="11537125" cy="460838"/>
          </a:xfrm>
          <a:custGeom>
            <a:avLst/>
            <a:gdLst/>
            <a:ahLst/>
            <a:cxnLst/>
            <a:rect l="l" t="t" r="r" b="b"/>
            <a:pathLst>
              <a:path w="11537125" h="460838">
                <a:moveTo>
                  <a:pt x="97020" y="0"/>
                </a:moveTo>
                <a:lnTo>
                  <a:pt x="11440104" y="0"/>
                </a:lnTo>
                <a:cubicBezTo>
                  <a:pt x="11493687" y="0"/>
                  <a:pt x="11537125" y="43437"/>
                  <a:pt x="11537125" y="97020"/>
                </a:cubicBezTo>
                <a:lnTo>
                  <a:pt x="11537125" y="363818"/>
                </a:lnTo>
                <a:cubicBezTo>
                  <a:pt x="11537125" y="417401"/>
                  <a:pt x="11493687" y="460838"/>
                  <a:pt x="11440104" y="460838"/>
                </a:cubicBezTo>
                <a:lnTo>
                  <a:pt x="97020" y="460838"/>
                </a:lnTo>
                <a:cubicBezTo>
                  <a:pt x="43437" y="460838"/>
                  <a:pt x="0" y="417401"/>
                  <a:pt x="0" y="363818"/>
                </a:cubicBezTo>
                <a:lnTo>
                  <a:pt x="0" y="97020"/>
                </a:lnTo>
                <a:cubicBezTo>
                  <a:pt x="0" y="43473"/>
                  <a:pt x="43473" y="0"/>
                  <a:pt x="97020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60000"/>
                </a:srgbClr>
              </a:gs>
              <a:gs pos="100000">
                <a:srgbClr val="0F172B">
                  <a:alpha val="60000"/>
                </a:srgbClr>
              </a:gs>
            </a:gsLst>
            <a:lin ang="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832487" y="6540668"/>
            <a:ext cx="141485" cy="161698"/>
          </a:xfrm>
          <a:custGeom>
            <a:avLst/>
            <a:gdLst/>
            <a:ahLst/>
            <a:cxnLst/>
            <a:rect l="l" t="t" r="r" b="b"/>
            <a:pathLst>
              <a:path w="141485" h="161698">
                <a:moveTo>
                  <a:pt x="138833" y="74564"/>
                </a:moveTo>
                <a:lnTo>
                  <a:pt x="77059" y="12791"/>
                </a:lnTo>
                <a:cubicBezTo>
                  <a:pt x="75354" y="11054"/>
                  <a:pt x="73017" y="10106"/>
                  <a:pt x="70616" y="10106"/>
                </a:cubicBezTo>
                <a:cubicBezTo>
                  <a:pt x="68216" y="10106"/>
                  <a:pt x="65879" y="11054"/>
                  <a:pt x="64174" y="12759"/>
                </a:cubicBezTo>
                <a:lnTo>
                  <a:pt x="51320" y="25581"/>
                </a:lnTo>
                <a:lnTo>
                  <a:pt x="67585" y="41846"/>
                </a:lnTo>
                <a:cubicBezTo>
                  <a:pt x="76143" y="38972"/>
                  <a:pt x="84228" y="47151"/>
                  <a:pt x="81291" y="55647"/>
                </a:cubicBezTo>
                <a:lnTo>
                  <a:pt x="96987" y="71343"/>
                </a:lnTo>
                <a:cubicBezTo>
                  <a:pt x="107788" y="67616"/>
                  <a:pt x="116315" y="81133"/>
                  <a:pt x="108198" y="89250"/>
                </a:cubicBezTo>
                <a:cubicBezTo>
                  <a:pt x="99829" y="97619"/>
                  <a:pt x="86028" y="88334"/>
                  <a:pt x="90513" y="77470"/>
                </a:cubicBezTo>
                <a:lnTo>
                  <a:pt x="75891" y="62847"/>
                </a:lnTo>
                <a:lnTo>
                  <a:pt x="75891" y="101345"/>
                </a:lnTo>
                <a:cubicBezTo>
                  <a:pt x="83881" y="105293"/>
                  <a:pt x="82933" y="114546"/>
                  <a:pt x="78764" y="118715"/>
                </a:cubicBezTo>
                <a:cubicBezTo>
                  <a:pt x="76743" y="120736"/>
                  <a:pt x="73964" y="121905"/>
                  <a:pt x="71090" y="121905"/>
                </a:cubicBezTo>
                <a:cubicBezTo>
                  <a:pt x="68216" y="121905"/>
                  <a:pt x="65469" y="120768"/>
                  <a:pt x="63416" y="118715"/>
                </a:cubicBezTo>
                <a:cubicBezTo>
                  <a:pt x="57857" y="113157"/>
                  <a:pt x="59910" y="103903"/>
                  <a:pt x="66953" y="101029"/>
                </a:cubicBezTo>
                <a:lnTo>
                  <a:pt x="66953" y="62184"/>
                </a:lnTo>
                <a:cubicBezTo>
                  <a:pt x="60384" y="59500"/>
                  <a:pt x="59184" y="52489"/>
                  <a:pt x="61079" y="47972"/>
                </a:cubicBezTo>
                <a:lnTo>
                  <a:pt x="45035" y="31897"/>
                </a:lnTo>
                <a:lnTo>
                  <a:pt x="2684" y="74248"/>
                </a:lnTo>
                <a:cubicBezTo>
                  <a:pt x="947" y="75985"/>
                  <a:pt x="0" y="78291"/>
                  <a:pt x="0" y="80691"/>
                </a:cubicBezTo>
                <a:cubicBezTo>
                  <a:pt x="0" y="83091"/>
                  <a:pt x="947" y="85428"/>
                  <a:pt x="2684" y="87134"/>
                </a:cubicBezTo>
                <a:lnTo>
                  <a:pt x="64458" y="148939"/>
                </a:lnTo>
                <a:cubicBezTo>
                  <a:pt x="66163" y="150644"/>
                  <a:pt x="68469" y="151592"/>
                  <a:pt x="70901" y="151592"/>
                </a:cubicBezTo>
                <a:cubicBezTo>
                  <a:pt x="73332" y="151592"/>
                  <a:pt x="75638" y="150644"/>
                  <a:pt x="77343" y="148939"/>
                </a:cubicBezTo>
                <a:lnTo>
                  <a:pt x="138833" y="87449"/>
                </a:lnTo>
                <a:cubicBezTo>
                  <a:pt x="140538" y="85744"/>
                  <a:pt x="141485" y="83407"/>
                  <a:pt x="141485" y="81007"/>
                </a:cubicBezTo>
                <a:cubicBezTo>
                  <a:pt x="141485" y="78607"/>
                  <a:pt x="140538" y="76269"/>
                  <a:pt x="138833" y="74564"/>
                </a:cubicBezTo>
                <a:close/>
              </a:path>
            </a:pathLst>
          </a:custGeom>
          <a:solidFill>
            <a:srgbClr val="00D3F2"/>
          </a:solidFill>
          <a:ln/>
        </p:spPr>
      </p:sp>
      <p:sp>
        <p:nvSpPr>
          <p:cNvPr id="95" name="Text 93"/>
          <p:cNvSpPr/>
          <p:nvPr/>
        </p:nvSpPr>
        <p:spPr>
          <a:xfrm>
            <a:off x="3068970" y="6524499"/>
            <a:ext cx="759979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 + GitHub</a:t>
            </a:r>
            <a:endParaRPr lang="en-US" sz="1600" dirty="0"/>
          </a:p>
        </p:txBody>
      </p:sp>
      <p:sp>
        <p:nvSpPr>
          <p:cNvPr id="96" name="Shape 94"/>
          <p:cNvSpPr/>
          <p:nvPr/>
        </p:nvSpPr>
        <p:spPr>
          <a:xfrm>
            <a:off x="4021344" y="6524499"/>
            <a:ext cx="8085" cy="194037"/>
          </a:xfrm>
          <a:custGeom>
            <a:avLst/>
            <a:gdLst/>
            <a:ahLst/>
            <a:cxnLst/>
            <a:rect l="l" t="t" r="r" b="b"/>
            <a:pathLst>
              <a:path w="8085" h="194037">
                <a:moveTo>
                  <a:pt x="0" y="0"/>
                </a:moveTo>
                <a:lnTo>
                  <a:pt x="8085" y="0"/>
                </a:lnTo>
                <a:lnTo>
                  <a:pt x="8085" y="194037"/>
                </a:lnTo>
                <a:lnTo>
                  <a:pt x="0" y="194037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  <a:ln/>
        </p:spPr>
      </p:sp>
      <p:sp>
        <p:nvSpPr>
          <p:cNvPr id="97" name="Shape 95"/>
          <p:cNvSpPr/>
          <p:nvPr/>
        </p:nvSpPr>
        <p:spPr>
          <a:xfrm>
            <a:off x="4288145" y="6540668"/>
            <a:ext cx="202122" cy="161698"/>
          </a:xfrm>
          <a:custGeom>
            <a:avLst/>
            <a:gdLst/>
            <a:ahLst/>
            <a:cxnLst/>
            <a:rect l="l" t="t" r="r" b="b"/>
            <a:pathLst>
              <a:path w="202122" h="161698">
                <a:moveTo>
                  <a:pt x="110504" y="74627"/>
                </a:moveTo>
                <a:lnTo>
                  <a:pt x="89628" y="74627"/>
                </a:lnTo>
                <a:lnTo>
                  <a:pt x="89628" y="55868"/>
                </a:lnTo>
                <a:lnTo>
                  <a:pt x="110504" y="55868"/>
                </a:lnTo>
                <a:lnTo>
                  <a:pt x="110504" y="74627"/>
                </a:lnTo>
                <a:close/>
                <a:moveTo>
                  <a:pt x="110504" y="10106"/>
                </a:moveTo>
                <a:lnTo>
                  <a:pt x="89628" y="10106"/>
                </a:lnTo>
                <a:lnTo>
                  <a:pt x="89628" y="29276"/>
                </a:lnTo>
                <a:lnTo>
                  <a:pt x="110504" y="29276"/>
                </a:lnTo>
                <a:lnTo>
                  <a:pt x="110504" y="10106"/>
                </a:lnTo>
                <a:close/>
                <a:moveTo>
                  <a:pt x="135201" y="55836"/>
                </a:moveTo>
                <a:lnTo>
                  <a:pt x="114325" y="55836"/>
                </a:lnTo>
                <a:lnTo>
                  <a:pt x="114325" y="74596"/>
                </a:lnTo>
                <a:lnTo>
                  <a:pt x="135201" y="74596"/>
                </a:lnTo>
                <a:lnTo>
                  <a:pt x="135201" y="55836"/>
                </a:lnTo>
                <a:close/>
                <a:moveTo>
                  <a:pt x="85839" y="33066"/>
                </a:moveTo>
                <a:lnTo>
                  <a:pt x="64963" y="33066"/>
                </a:lnTo>
                <a:lnTo>
                  <a:pt x="64963" y="52046"/>
                </a:lnTo>
                <a:lnTo>
                  <a:pt x="85839" y="52046"/>
                </a:lnTo>
                <a:lnTo>
                  <a:pt x="85839" y="33066"/>
                </a:lnTo>
                <a:close/>
                <a:moveTo>
                  <a:pt x="110504" y="33066"/>
                </a:moveTo>
                <a:lnTo>
                  <a:pt x="89628" y="33066"/>
                </a:lnTo>
                <a:lnTo>
                  <a:pt x="89628" y="52046"/>
                </a:lnTo>
                <a:lnTo>
                  <a:pt x="110504" y="52046"/>
                </a:lnTo>
                <a:lnTo>
                  <a:pt x="110504" y="33066"/>
                </a:lnTo>
                <a:close/>
                <a:moveTo>
                  <a:pt x="197922" y="64647"/>
                </a:moveTo>
                <a:cubicBezTo>
                  <a:pt x="193374" y="61584"/>
                  <a:pt x="182889" y="60479"/>
                  <a:pt x="174836" y="61995"/>
                </a:cubicBezTo>
                <a:cubicBezTo>
                  <a:pt x="173793" y="54415"/>
                  <a:pt x="169561" y="47814"/>
                  <a:pt x="161856" y="41877"/>
                </a:cubicBezTo>
                <a:lnTo>
                  <a:pt x="157434" y="38940"/>
                </a:lnTo>
                <a:lnTo>
                  <a:pt x="154497" y="43361"/>
                </a:lnTo>
                <a:cubicBezTo>
                  <a:pt x="148686" y="52141"/>
                  <a:pt x="147107" y="66606"/>
                  <a:pt x="153328" y="76143"/>
                </a:cubicBezTo>
                <a:cubicBezTo>
                  <a:pt x="150581" y="77627"/>
                  <a:pt x="145180" y="79649"/>
                  <a:pt x="138043" y="79522"/>
                </a:cubicBezTo>
                <a:lnTo>
                  <a:pt x="758" y="79522"/>
                </a:lnTo>
                <a:cubicBezTo>
                  <a:pt x="-1990" y="95566"/>
                  <a:pt x="2590" y="116410"/>
                  <a:pt x="14654" y="130716"/>
                </a:cubicBezTo>
                <a:cubicBezTo>
                  <a:pt x="26371" y="144580"/>
                  <a:pt x="43930" y="151623"/>
                  <a:pt x="66890" y="151623"/>
                </a:cubicBezTo>
                <a:cubicBezTo>
                  <a:pt x="116599" y="151623"/>
                  <a:pt x="153392" y="128726"/>
                  <a:pt x="170604" y="87134"/>
                </a:cubicBezTo>
                <a:cubicBezTo>
                  <a:pt x="177362" y="87260"/>
                  <a:pt x="191953" y="87165"/>
                  <a:pt x="199438" y="72859"/>
                </a:cubicBezTo>
                <a:cubicBezTo>
                  <a:pt x="199911" y="72069"/>
                  <a:pt x="201522" y="68690"/>
                  <a:pt x="202122" y="67458"/>
                </a:cubicBezTo>
                <a:lnTo>
                  <a:pt x="197922" y="64647"/>
                </a:lnTo>
                <a:close/>
                <a:moveTo>
                  <a:pt x="36508" y="55836"/>
                </a:moveTo>
                <a:lnTo>
                  <a:pt x="15664" y="55836"/>
                </a:lnTo>
                <a:lnTo>
                  <a:pt x="15664" y="74596"/>
                </a:lnTo>
                <a:lnTo>
                  <a:pt x="36540" y="74596"/>
                </a:lnTo>
                <a:lnTo>
                  <a:pt x="36540" y="55836"/>
                </a:lnTo>
                <a:lnTo>
                  <a:pt x="36508" y="55836"/>
                </a:lnTo>
                <a:close/>
                <a:moveTo>
                  <a:pt x="61173" y="55836"/>
                </a:moveTo>
                <a:lnTo>
                  <a:pt x="40298" y="55836"/>
                </a:lnTo>
                <a:lnTo>
                  <a:pt x="40298" y="74596"/>
                </a:lnTo>
                <a:lnTo>
                  <a:pt x="61173" y="74596"/>
                </a:lnTo>
                <a:lnTo>
                  <a:pt x="61173" y="55836"/>
                </a:lnTo>
                <a:close/>
                <a:moveTo>
                  <a:pt x="85839" y="55836"/>
                </a:moveTo>
                <a:lnTo>
                  <a:pt x="64963" y="55836"/>
                </a:lnTo>
                <a:lnTo>
                  <a:pt x="64963" y="74596"/>
                </a:lnTo>
                <a:lnTo>
                  <a:pt x="85839" y="74596"/>
                </a:lnTo>
                <a:lnTo>
                  <a:pt x="85839" y="55836"/>
                </a:lnTo>
                <a:close/>
                <a:moveTo>
                  <a:pt x="61173" y="33066"/>
                </a:moveTo>
                <a:lnTo>
                  <a:pt x="40298" y="33066"/>
                </a:lnTo>
                <a:lnTo>
                  <a:pt x="40298" y="52046"/>
                </a:lnTo>
                <a:lnTo>
                  <a:pt x="61173" y="52046"/>
                </a:lnTo>
                <a:lnTo>
                  <a:pt x="61173" y="33066"/>
                </a:lnTo>
                <a:close/>
              </a:path>
            </a:pathLst>
          </a:custGeom>
          <a:solidFill>
            <a:srgbClr val="C27AFF"/>
          </a:solidFill>
          <a:ln/>
        </p:spPr>
      </p:sp>
      <p:sp>
        <p:nvSpPr>
          <p:cNvPr id="98" name="Text 96"/>
          <p:cNvSpPr/>
          <p:nvPr/>
        </p:nvSpPr>
        <p:spPr>
          <a:xfrm>
            <a:off x="4554946" y="6524499"/>
            <a:ext cx="1148053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Docker + Compose</a:t>
            </a:r>
            <a:endParaRPr lang="en-US" sz="1600" dirty="0"/>
          </a:p>
        </p:txBody>
      </p:sp>
      <p:sp>
        <p:nvSpPr>
          <p:cNvPr id="99" name="Shape 97"/>
          <p:cNvSpPr/>
          <p:nvPr/>
        </p:nvSpPr>
        <p:spPr>
          <a:xfrm>
            <a:off x="5897289" y="6524499"/>
            <a:ext cx="8085" cy="194037"/>
          </a:xfrm>
          <a:custGeom>
            <a:avLst/>
            <a:gdLst/>
            <a:ahLst/>
            <a:cxnLst/>
            <a:rect l="l" t="t" r="r" b="b"/>
            <a:pathLst>
              <a:path w="8085" h="194037">
                <a:moveTo>
                  <a:pt x="0" y="0"/>
                </a:moveTo>
                <a:lnTo>
                  <a:pt x="8085" y="0"/>
                </a:lnTo>
                <a:lnTo>
                  <a:pt x="8085" y="194037"/>
                </a:lnTo>
                <a:lnTo>
                  <a:pt x="0" y="194037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  <a:ln/>
        </p:spPr>
      </p:sp>
      <p:sp>
        <p:nvSpPr>
          <p:cNvPr id="100" name="Shape 98"/>
          <p:cNvSpPr/>
          <p:nvPr/>
        </p:nvSpPr>
        <p:spPr>
          <a:xfrm>
            <a:off x="6184302" y="6540668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40424" y="101061"/>
                </a:moveTo>
                <a:lnTo>
                  <a:pt x="7737" y="101061"/>
                </a:lnTo>
                <a:cubicBezTo>
                  <a:pt x="-126" y="101061"/>
                  <a:pt x="-4958" y="92502"/>
                  <a:pt x="-916" y="85744"/>
                </a:cubicBezTo>
                <a:lnTo>
                  <a:pt x="15791" y="57889"/>
                </a:lnTo>
                <a:cubicBezTo>
                  <a:pt x="18538" y="53310"/>
                  <a:pt x="23465" y="50531"/>
                  <a:pt x="28802" y="50531"/>
                </a:cubicBezTo>
                <a:lnTo>
                  <a:pt x="58805" y="50531"/>
                </a:lnTo>
                <a:cubicBezTo>
                  <a:pt x="82838" y="9822"/>
                  <a:pt x="118684" y="7769"/>
                  <a:pt x="142654" y="11275"/>
                </a:cubicBezTo>
                <a:cubicBezTo>
                  <a:pt x="146696" y="11875"/>
                  <a:pt x="149855" y="15033"/>
                  <a:pt x="150423" y="19044"/>
                </a:cubicBezTo>
                <a:cubicBezTo>
                  <a:pt x="153929" y="43014"/>
                  <a:pt x="151876" y="78859"/>
                  <a:pt x="111167" y="102893"/>
                </a:cubicBezTo>
                <a:lnTo>
                  <a:pt x="111167" y="132895"/>
                </a:lnTo>
                <a:cubicBezTo>
                  <a:pt x="111167" y="138233"/>
                  <a:pt x="108388" y="143159"/>
                  <a:pt x="103809" y="145907"/>
                </a:cubicBezTo>
                <a:lnTo>
                  <a:pt x="75954" y="162613"/>
                </a:lnTo>
                <a:cubicBezTo>
                  <a:pt x="69227" y="166656"/>
                  <a:pt x="60637" y="161792"/>
                  <a:pt x="60637" y="153960"/>
                </a:cubicBezTo>
                <a:lnTo>
                  <a:pt x="60637" y="121273"/>
                </a:lnTo>
                <a:cubicBezTo>
                  <a:pt x="60637" y="110125"/>
                  <a:pt x="51573" y="101061"/>
                  <a:pt x="40424" y="101061"/>
                </a:cubicBezTo>
                <a:lnTo>
                  <a:pt x="40393" y="101061"/>
                </a:lnTo>
                <a:close/>
                <a:moveTo>
                  <a:pt x="126326" y="50531"/>
                </a:moveTo>
                <a:cubicBezTo>
                  <a:pt x="126326" y="42164"/>
                  <a:pt x="119534" y="35371"/>
                  <a:pt x="111167" y="35371"/>
                </a:cubicBezTo>
                <a:cubicBezTo>
                  <a:pt x="102801" y="35371"/>
                  <a:pt x="96008" y="42164"/>
                  <a:pt x="96008" y="50531"/>
                </a:cubicBezTo>
                <a:cubicBezTo>
                  <a:pt x="96008" y="58897"/>
                  <a:pt x="102801" y="65690"/>
                  <a:pt x="111167" y="65690"/>
                </a:cubicBezTo>
                <a:cubicBezTo>
                  <a:pt x="119534" y="65690"/>
                  <a:pt x="126326" y="58897"/>
                  <a:pt x="126326" y="50531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101" name="Text 99"/>
          <p:cNvSpPr/>
          <p:nvPr/>
        </p:nvSpPr>
        <p:spPr>
          <a:xfrm>
            <a:off x="6430891" y="6524499"/>
            <a:ext cx="929761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 Actions</a:t>
            </a:r>
            <a:endParaRPr lang="en-US" sz="1600" dirty="0"/>
          </a:p>
        </p:txBody>
      </p:sp>
      <p:sp>
        <p:nvSpPr>
          <p:cNvPr id="102" name="Shape 100"/>
          <p:cNvSpPr/>
          <p:nvPr/>
        </p:nvSpPr>
        <p:spPr>
          <a:xfrm>
            <a:off x="7556584" y="6524499"/>
            <a:ext cx="8085" cy="194037"/>
          </a:xfrm>
          <a:custGeom>
            <a:avLst/>
            <a:gdLst/>
            <a:ahLst/>
            <a:cxnLst/>
            <a:rect l="l" t="t" r="r" b="b"/>
            <a:pathLst>
              <a:path w="8085" h="194037">
                <a:moveTo>
                  <a:pt x="0" y="0"/>
                </a:moveTo>
                <a:lnTo>
                  <a:pt x="8085" y="0"/>
                </a:lnTo>
                <a:lnTo>
                  <a:pt x="8085" y="194037"/>
                </a:lnTo>
                <a:lnTo>
                  <a:pt x="0" y="194037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  <a:ln/>
        </p:spPr>
      </p:sp>
      <p:sp>
        <p:nvSpPr>
          <p:cNvPr id="103" name="Shape 101"/>
          <p:cNvSpPr/>
          <p:nvPr/>
        </p:nvSpPr>
        <p:spPr>
          <a:xfrm>
            <a:off x="7853704" y="6540668"/>
            <a:ext cx="141485" cy="161698"/>
          </a:xfrm>
          <a:custGeom>
            <a:avLst/>
            <a:gdLst/>
            <a:ahLst/>
            <a:cxnLst/>
            <a:rect l="l" t="t" r="r" b="b"/>
            <a:pathLst>
              <a:path w="141485" h="161698">
                <a:moveTo>
                  <a:pt x="121273" y="161698"/>
                </a:moveTo>
                <a:lnTo>
                  <a:pt x="30318" y="161698"/>
                </a:lnTo>
                <a:cubicBezTo>
                  <a:pt x="13580" y="161698"/>
                  <a:pt x="0" y="148118"/>
                  <a:pt x="0" y="131379"/>
                </a:cubicBezTo>
                <a:lnTo>
                  <a:pt x="0" y="30318"/>
                </a:lnTo>
                <a:cubicBezTo>
                  <a:pt x="0" y="13580"/>
                  <a:pt x="13580" y="0"/>
                  <a:pt x="30318" y="0"/>
                </a:cubicBezTo>
                <a:lnTo>
                  <a:pt x="126326" y="0"/>
                </a:lnTo>
                <a:cubicBezTo>
                  <a:pt x="134695" y="0"/>
                  <a:pt x="141485" y="6790"/>
                  <a:pt x="141485" y="15159"/>
                </a:cubicBezTo>
                <a:lnTo>
                  <a:pt x="141485" y="106114"/>
                </a:lnTo>
                <a:cubicBezTo>
                  <a:pt x="141485" y="112715"/>
                  <a:pt x="137253" y="118336"/>
                  <a:pt x="131379" y="120421"/>
                </a:cubicBezTo>
                <a:lnTo>
                  <a:pt x="131379" y="141485"/>
                </a:lnTo>
                <a:cubicBezTo>
                  <a:pt x="136969" y="141485"/>
                  <a:pt x="141485" y="146002"/>
                  <a:pt x="141485" y="151592"/>
                </a:cubicBezTo>
                <a:cubicBezTo>
                  <a:pt x="141485" y="157181"/>
                  <a:pt x="136969" y="161698"/>
                  <a:pt x="131379" y="161698"/>
                </a:cubicBezTo>
                <a:lnTo>
                  <a:pt x="121273" y="161698"/>
                </a:lnTo>
                <a:close/>
                <a:moveTo>
                  <a:pt x="30318" y="121273"/>
                </a:moveTo>
                <a:cubicBezTo>
                  <a:pt x="24728" y="121273"/>
                  <a:pt x="20212" y="125789"/>
                  <a:pt x="20212" y="131379"/>
                </a:cubicBezTo>
                <a:cubicBezTo>
                  <a:pt x="20212" y="136969"/>
                  <a:pt x="24728" y="141485"/>
                  <a:pt x="30318" y="141485"/>
                </a:cubicBezTo>
                <a:lnTo>
                  <a:pt x="111167" y="141485"/>
                </a:lnTo>
                <a:lnTo>
                  <a:pt x="111167" y="121273"/>
                </a:lnTo>
                <a:lnTo>
                  <a:pt x="30318" y="121273"/>
                </a:lnTo>
                <a:close/>
                <a:moveTo>
                  <a:pt x="40424" y="48004"/>
                </a:moveTo>
                <a:cubicBezTo>
                  <a:pt x="40424" y="52204"/>
                  <a:pt x="43804" y="55584"/>
                  <a:pt x="48004" y="55584"/>
                </a:cubicBezTo>
                <a:lnTo>
                  <a:pt x="103588" y="55584"/>
                </a:lnTo>
                <a:cubicBezTo>
                  <a:pt x="107788" y="55584"/>
                  <a:pt x="111167" y="52204"/>
                  <a:pt x="111167" y="48004"/>
                </a:cubicBezTo>
                <a:cubicBezTo>
                  <a:pt x="111167" y="43804"/>
                  <a:pt x="107788" y="40424"/>
                  <a:pt x="103588" y="40424"/>
                </a:cubicBezTo>
                <a:lnTo>
                  <a:pt x="48004" y="40424"/>
                </a:lnTo>
                <a:cubicBezTo>
                  <a:pt x="43804" y="40424"/>
                  <a:pt x="40424" y="43804"/>
                  <a:pt x="40424" y="48004"/>
                </a:cubicBezTo>
                <a:close/>
                <a:moveTo>
                  <a:pt x="48004" y="70743"/>
                </a:moveTo>
                <a:cubicBezTo>
                  <a:pt x="43804" y="70743"/>
                  <a:pt x="40424" y="74122"/>
                  <a:pt x="40424" y="78322"/>
                </a:cubicBezTo>
                <a:cubicBezTo>
                  <a:pt x="40424" y="82523"/>
                  <a:pt x="43804" y="85902"/>
                  <a:pt x="48004" y="85902"/>
                </a:cubicBezTo>
                <a:lnTo>
                  <a:pt x="103588" y="85902"/>
                </a:lnTo>
                <a:cubicBezTo>
                  <a:pt x="107788" y="85902"/>
                  <a:pt x="111167" y="82523"/>
                  <a:pt x="111167" y="78322"/>
                </a:cubicBezTo>
                <a:cubicBezTo>
                  <a:pt x="111167" y="74122"/>
                  <a:pt x="107788" y="70743"/>
                  <a:pt x="103588" y="70743"/>
                </a:cubicBezTo>
                <a:lnTo>
                  <a:pt x="48004" y="70743"/>
                </a:ln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104" name="Text 102"/>
          <p:cNvSpPr/>
          <p:nvPr/>
        </p:nvSpPr>
        <p:spPr>
          <a:xfrm>
            <a:off x="8090186" y="6524499"/>
            <a:ext cx="1358260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Sphinx Documentation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428625"/>
            <a:ext cx="47625" cy="317500"/>
          </a:xfrm>
          <a:custGeom>
            <a:avLst/>
            <a:gdLst/>
            <a:ahLst/>
            <a:cxnLst/>
            <a:rect l="l" t="t" r="r" b="b"/>
            <a:pathLst>
              <a:path w="47625" h="317500">
                <a:moveTo>
                  <a:pt x="23813" y="0"/>
                </a:moveTo>
                <a:lnTo>
                  <a:pt x="23813" y="0"/>
                </a:lnTo>
                <a:cubicBezTo>
                  <a:pt x="36955" y="0"/>
                  <a:pt x="47625" y="10670"/>
                  <a:pt x="47625" y="23813"/>
                </a:cubicBezTo>
                <a:lnTo>
                  <a:pt x="47625" y="293688"/>
                </a:lnTo>
                <a:cubicBezTo>
                  <a:pt x="47625" y="306830"/>
                  <a:pt x="36955" y="317500"/>
                  <a:pt x="23813" y="317500"/>
                </a:cubicBezTo>
                <a:lnTo>
                  <a:pt x="23813" y="317500"/>
                </a:lnTo>
                <a:cubicBezTo>
                  <a:pt x="10670" y="317500"/>
                  <a:pt x="0" y="306830"/>
                  <a:pt x="0" y="293688"/>
                </a:cubicBezTo>
                <a:lnTo>
                  <a:pt x="0" y="23813"/>
                </a:lnTo>
                <a:cubicBezTo>
                  <a:pt x="0" y="10670"/>
                  <a:pt x="10670" y="0"/>
                  <a:pt x="2381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460375" y="317500"/>
            <a:ext cx="342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00D3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 PROPOSITION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0375" y="539750"/>
            <a:ext cx="35004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Value Proposition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1469" y="857250"/>
            <a:ext cx="3762375" cy="3214688"/>
          </a:xfrm>
          <a:custGeom>
            <a:avLst/>
            <a:gdLst/>
            <a:ahLst/>
            <a:cxnLst/>
            <a:rect l="l" t="t" r="r" b="b"/>
            <a:pathLst>
              <a:path w="3762375" h="3214688">
                <a:moveTo>
                  <a:pt x="127012" y="0"/>
                </a:moveTo>
                <a:lnTo>
                  <a:pt x="3635363" y="0"/>
                </a:lnTo>
                <a:cubicBezTo>
                  <a:pt x="3705510" y="0"/>
                  <a:pt x="3762375" y="56865"/>
                  <a:pt x="3762375" y="127012"/>
                </a:cubicBezTo>
                <a:lnTo>
                  <a:pt x="3762375" y="3087675"/>
                </a:lnTo>
                <a:cubicBezTo>
                  <a:pt x="3762375" y="3157822"/>
                  <a:pt x="3705510" y="3214688"/>
                  <a:pt x="3635363" y="3214688"/>
                </a:cubicBezTo>
                <a:lnTo>
                  <a:pt x="127012" y="3214688"/>
                </a:lnTo>
                <a:cubicBezTo>
                  <a:pt x="56865" y="3214688"/>
                  <a:pt x="0" y="3157822"/>
                  <a:pt x="0" y="3087675"/>
                </a:cubicBezTo>
                <a:lnTo>
                  <a:pt x="0" y="127012"/>
                </a:lnTo>
                <a:cubicBezTo>
                  <a:pt x="0" y="56912"/>
                  <a:pt x="56912" y="0"/>
                  <a:pt x="127012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187" y="101996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585391" y="1131094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11869" y="372"/>
                </a:moveTo>
                <a:cubicBezTo>
                  <a:pt x="106598" y="-1147"/>
                  <a:pt x="101110" y="1922"/>
                  <a:pt x="99591" y="7193"/>
                </a:cubicBezTo>
                <a:lnTo>
                  <a:pt x="59903" y="146100"/>
                </a:lnTo>
                <a:cubicBezTo>
                  <a:pt x="58384" y="151371"/>
                  <a:pt x="61454" y="156859"/>
                  <a:pt x="66725" y="158378"/>
                </a:cubicBezTo>
                <a:cubicBezTo>
                  <a:pt x="71996" y="159897"/>
                  <a:pt x="77484" y="156828"/>
                  <a:pt x="79003" y="151557"/>
                </a:cubicBezTo>
                <a:lnTo>
                  <a:pt x="118690" y="12650"/>
                </a:lnTo>
                <a:cubicBezTo>
                  <a:pt x="120210" y="7379"/>
                  <a:pt x="117140" y="1891"/>
                  <a:pt x="111869" y="372"/>
                </a:cubicBezTo>
                <a:close/>
                <a:moveTo>
                  <a:pt x="131899" y="42571"/>
                </a:moveTo>
                <a:cubicBezTo>
                  <a:pt x="128023" y="46447"/>
                  <a:pt x="128023" y="52741"/>
                  <a:pt x="131899" y="56617"/>
                </a:cubicBezTo>
                <a:lnTo>
                  <a:pt x="154657" y="79375"/>
                </a:lnTo>
                <a:lnTo>
                  <a:pt x="131899" y="102133"/>
                </a:lnTo>
                <a:cubicBezTo>
                  <a:pt x="128023" y="106009"/>
                  <a:pt x="128023" y="112303"/>
                  <a:pt x="131899" y="116179"/>
                </a:cubicBezTo>
                <a:cubicBezTo>
                  <a:pt x="135775" y="120055"/>
                  <a:pt x="142069" y="120055"/>
                  <a:pt x="145945" y="116179"/>
                </a:cubicBezTo>
                <a:lnTo>
                  <a:pt x="175710" y="86413"/>
                </a:lnTo>
                <a:cubicBezTo>
                  <a:pt x="179586" y="82538"/>
                  <a:pt x="179586" y="76243"/>
                  <a:pt x="175710" y="72368"/>
                </a:cubicBezTo>
                <a:lnTo>
                  <a:pt x="145945" y="42602"/>
                </a:lnTo>
                <a:cubicBezTo>
                  <a:pt x="142069" y="38726"/>
                  <a:pt x="135775" y="38726"/>
                  <a:pt x="131899" y="42602"/>
                </a:cubicBezTo>
                <a:close/>
                <a:moveTo>
                  <a:pt x="46726" y="42571"/>
                </a:moveTo>
                <a:cubicBezTo>
                  <a:pt x="42850" y="38695"/>
                  <a:pt x="36556" y="38695"/>
                  <a:pt x="32680" y="42571"/>
                </a:cubicBezTo>
                <a:lnTo>
                  <a:pt x="2915" y="72337"/>
                </a:lnTo>
                <a:cubicBezTo>
                  <a:pt x="-961" y="76212"/>
                  <a:pt x="-961" y="82507"/>
                  <a:pt x="2915" y="86382"/>
                </a:cubicBezTo>
                <a:lnTo>
                  <a:pt x="32680" y="116148"/>
                </a:lnTo>
                <a:cubicBezTo>
                  <a:pt x="36556" y="120024"/>
                  <a:pt x="42850" y="120024"/>
                  <a:pt x="46726" y="116148"/>
                </a:cubicBezTo>
                <a:cubicBezTo>
                  <a:pt x="50602" y="112272"/>
                  <a:pt x="50602" y="105978"/>
                  <a:pt x="46726" y="102102"/>
                </a:cubicBezTo>
                <a:lnTo>
                  <a:pt x="23968" y="79375"/>
                </a:lnTo>
                <a:lnTo>
                  <a:pt x="46695" y="56617"/>
                </a:lnTo>
                <a:cubicBezTo>
                  <a:pt x="50571" y="52741"/>
                  <a:pt x="50571" y="46447"/>
                  <a:pt x="46695" y="4257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60438" y="1099344"/>
            <a:ext cx="1428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Wallet Developers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4187" y="1527969"/>
            <a:ext cx="3436938" cy="730250"/>
          </a:xfrm>
          <a:custGeom>
            <a:avLst/>
            <a:gdLst/>
            <a:ahLst/>
            <a:cxnLst/>
            <a:rect l="l" t="t" r="r" b="b"/>
            <a:pathLst>
              <a:path w="3436938" h="730250">
                <a:moveTo>
                  <a:pt x="63503" y="0"/>
                </a:moveTo>
                <a:lnTo>
                  <a:pt x="3373435" y="0"/>
                </a:lnTo>
                <a:cubicBezTo>
                  <a:pt x="3408506" y="0"/>
                  <a:pt x="3436938" y="28431"/>
                  <a:pt x="3436938" y="63503"/>
                </a:cubicBezTo>
                <a:lnTo>
                  <a:pt x="3436938" y="666747"/>
                </a:lnTo>
                <a:cubicBezTo>
                  <a:pt x="3436938" y="701819"/>
                  <a:pt x="3408506" y="730250"/>
                  <a:pt x="3373435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95313" y="165496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7938" y="7938"/>
                </a:moveTo>
                <a:cubicBezTo>
                  <a:pt x="12328" y="7938"/>
                  <a:pt x="15875" y="11485"/>
                  <a:pt x="15875" y="15875"/>
                </a:cubicBezTo>
                <a:lnTo>
                  <a:pt x="15875" y="99219"/>
                </a:lnTo>
                <a:cubicBezTo>
                  <a:pt x="15875" y="101402"/>
                  <a:pt x="17661" y="103188"/>
                  <a:pt x="19844" y="103188"/>
                </a:cubicBezTo>
                <a:lnTo>
                  <a:pt x="119063" y="103188"/>
                </a:lnTo>
                <a:cubicBezTo>
                  <a:pt x="123453" y="103188"/>
                  <a:pt x="127000" y="106735"/>
                  <a:pt x="127000" y="111125"/>
                </a:cubicBezTo>
                <a:cubicBezTo>
                  <a:pt x="127000" y="115515"/>
                  <a:pt x="123453" y="119063"/>
                  <a:pt x="119063" y="119063"/>
                </a:cubicBezTo>
                <a:lnTo>
                  <a:pt x="19844" y="119063"/>
                </a:lnTo>
                <a:cubicBezTo>
                  <a:pt x="8880" y="119063"/>
                  <a:pt x="0" y="110182"/>
                  <a:pt x="0" y="99219"/>
                </a:cubicBezTo>
                <a:lnTo>
                  <a:pt x="0" y="15875"/>
                </a:lnTo>
                <a:cubicBezTo>
                  <a:pt x="0" y="11485"/>
                  <a:pt x="3547" y="7938"/>
                  <a:pt x="7938" y="7938"/>
                </a:cubicBezTo>
                <a:close/>
                <a:moveTo>
                  <a:pt x="31750" y="23812"/>
                </a:moveTo>
                <a:cubicBezTo>
                  <a:pt x="31750" y="19422"/>
                  <a:pt x="35297" y="15875"/>
                  <a:pt x="39688" y="15875"/>
                </a:cubicBezTo>
                <a:lnTo>
                  <a:pt x="87313" y="15875"/>
                </a:lnTo>
                <a:cubicBezTo>
                  <a:pt x="91703" y="15875"/>
                  <a:pt x="95250" y="19422"/>
                  <a:pt x="95250" y="23812"/>
                </a:cubicBezTo>
                <a:cubicBezTo>
                  <a:pt x="95250" y="28203"/>
                  <a:pt x="91703" y="31750"/>
                  <a:pt x="87313" y="31750"/>
                </a:cubicBezTo>
                <a:lnTo>
                  <a:pt x="39688" y="31750"/>
                </a:lnTo>
                <a:cubicBezTo>
                  <a:pt x="35297" y="31750"/>
                  <a:pt x="31750" y="28203"/>
                  <a:pt x="31750" y="23812"/>
                </a:cubicBezTo>
                <a:close/>
                <a:moveTo>
                  <a:pt x="39688" y="43656"/>
                </a:moveTo>
                <a:lnTo>
                  <a:pt x="71438" y="43656"/>
                </a:lnTo>
                <a:cubicBezTo>
                  <a:pt x="75828" y="43656"/>
                  <a:pt x="79375" y="47203"/>
                  <a:pt x="79375" y="51594"/>
                </a:cubicBezTo>
                <a:cubicBezTo>
                  <a:pt x="79375" y="55984"/>
                  <a:pt x="75828" y="59531"/>
                  <a:pt x="71438" y="59531"/>
                </a:cubicBezTo>
                <a:lnTo>
                  <a:pt x="39688" y="59531"/>
                </a:lnTo>
                <a:cubicBezTo>
                  <a:pt x="35297" y="59531"/>
                  <a:pt x="31750" y="55984"/>
                  <a:pt x="31750" y="51594"/>
                </a:cubicBezTo>
                <a:cubicBezTo>
                  <a:pt x="31750" y="47203"/>
                  <a:pt x="35297" y="43656"/>
                  <a:pt x="39688" y="43656"/>
                </a:cubicBezTo>
                <a:close/>
                <a:moveTo>
                  <a:pt x="39688" y="71438"/>
                </a:moveTo>
                <a:lnTo>
                  <a:pt x="103188" y="71438"/>
                </a:lnTo>
                <a:cubicBezTo>
                  <a:pt x="107578" y="71438"/>
                  <a:pt x="111125" y="74985"/>
                  <a:pt x="111125" y="79375"/>
                </a:cubicBezTo>
                <a:cubicBezTo>
                  <a:pt x="111125" y="83765"/>
                  <a:pt x="107578" y="87313"/>
                  <a:pt x="103188" y="87313"/>
                </a:cubicBezTo>
                <a:lnTo>
                  <a:pt x="39688" y="87313"/>
                </a:lnTo>
                <a:cubicBezTo>
                  <a:pt x="35297" y="87313"/>
                  <a:pt x="31750" y="83765"/>
                  <a:pt x="31750" y="79375"/>
                </a:cubicBezTo>
                <a:cubicBezTo>
                  <a:pt x="31750" y="74985"/>
                  <a:pt x="35297" y="71438"/>
                  <a:pt x="39688" y="71438"/>
                </a:cubicBezTo>
                <a:close/>
              </a:path>
            </a:pathLst>
          </a:custGeom>
          <a:solidFill>
            <a:srgbClr val="00D3F2"/>
          </a:solidFill>
          <a:ln/>
        </p:spPr>
      </p:sp>
      <p:sp>
        <p:nvSpPr>
          <p:cNvPr id="11" name="Text 9"/>
          <p:cNvSpPr/>
          <p:nvPr/>
        </p:nvSpPr>
        <p:spPr>
          <a:xfrm>
            <a:off x="801688" y="1623219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Privacy Benchmarking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9438" y="1845469"/>
            <a:ext cx="3302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Quantitatively evaluate wallet privacy protection level, identify improvement space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4187" y="2353469"/>
            <a:ext cx="3436938" cy="730250"/>
          </a:xfrm>
          <a:custGeom>
            <a:avLst/>
            <a:gdLst/>
            <a:ahLst/>
            <a:cxnLst/>
            <a:rect l="l" t="t" r="r" b="b"/>
            <a:pathLst>
              <a:path w="3436938" h="730250">
                <a:moveTo>
                  <a:pt x="63503" y="0"/>
                </a:moveTo>
                <a:lnTo>
                  <a:pt x="3373435" y="0"/>
                </a:lnTo>
                <a:cubicBezTo>
                  <a:pt x="3408506" y="0"/>
                  <a:pt x="3436938" y="28431"/>
                  <a:pt x="3436938" y="63503"/>
                </a:cubicBezTo>
                <a:lnTo>
                  <a:pt x="3436938" y="666747"/>
                </a:lnTo>
                <a:cubicBezTo>
                  <a:pt x="3436938" y="701819"/>
                  <a:pt x="3408506" y="730250"/>
                  <a:pt x="3373435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87375" y="2480469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47625" y="23812"/>
                </a:moveTo>
                <a:cubicBezTo>
                  <a:pt x="47625" y="10666"/>
                  <a:pt x="58291" y="0"/>
                  <a:pt x="71438" y="0"/>
                </a:cubicBezTo>
                <a:cubicBezTo>
                  <a:pt x="84584" y="0"/>
                  <a:pt x="95250" y="10666"/>
                  <a:pt x="95250" y="23812"/>
                </a:cubicBezTo>
                <a:lnTo>
                  <a:pt x="95250" y="24705"/>
                </a:lnTo>
                <a:cubicBezTo>
                  <a:pt x="95250" y="28600"/>
                  <a:pt x="92100" y="31750"/>
                  <a:pt x="88205" y="31750"/>
                </a:cubicBezTo>
                <a:lnTo>
                  <a:pt x="54694" y="31750"/>
                </a:lnTo>
                <a:cubicBezTo>
                  <a:pt x="50800" y="31750"/>
                  <a:pt x="47650" y="28600"/>
                  <a:pt x="47650" y="24705"/>
                </a:cubicBezTo>
                <a:lnTo>
                  <a:pt x="47650" y="23812"/>
                </a:lnTo>
                <a:close/>
                <a:moveTo>
                  <a:pt x="133350" y="26988"/>
                </a:moveTo>
                <a:cubicBezTo>
                  <a:pt x="135979" y="30485"/>
                  <a:pt x="135260" y="35471"/>
                  <a:pt x="131763" y="38100"/>
                </a:cubicBezTo>
                <a:lnTo>
                  <a:pt x="107504" y="56282"/>
                </a:lnTo>
                <a:cubicBezTo>
                  <a:pt x="108818" y="58489"/>
                  <a:pt x="109810" y="60920"/>
                  <a:pt x="110430" y="63500"/>
                </a:cubicBezTo>
                <a:lnTo>
                  <a:pt x="134938" y="63500"/>
                </a:lnTo>
                <a:cubicBezTo>
                  <a:pt x="139328" y="63500"/>
                  <a:pt x="142875" y="67047"/>
                  <a:pt x="142875" y="71438"/>
                </a:cubicBezTo>
                <a:cubicBezTo>
                  <a:pt x="142875" y="75828"/>
                  <a:pt x="139328" y="79375"/>
                  <a:pt x="134938" y="79375"/>
                </a:cubicBezTo>
                <a:lnTo>
                  <a:pt x="111125" y="79375"/>
                </a:lnTo>
                <a:lnTo>
                  <a:pt x="111125" y="87313"/>
                </a:lnTo>
                <a:cubicBezTo>
                  <a:pt x="111125" y="87957"/>
                  <a:pt x="111100" y="88627"/>
                  <a:pt x="111075" y="89272"/>
                </a:cubicBezTo>
                <a:lnTo>
                  <a:pt x="131763" y="104775"/>
                </a:lnTo>
                <a:cubicBezTo>
                  <a:pt x="135260" y="107404"/>
                  <a:pt x="135979" y="112390"/>
                  <a:pt x="133350" y="115888"/>
                </a:cubicBezTo>
                <a:cubicBezTo>
                  <a:pt x="130721" y="119385"/>
                  <a:pt x="125735" y="120104"/>
                  <a:pt x="122238" y="117475"/>
                </a:cubicBezTo>
                <a:lnTo>
                  <a:pt x="106586" y="105742"/>
                </a:lnTo>
                <a:cubicBezTo>
                  <a:pt x="100831" y="116706"/>
                  <a:pt x="90091" y="124644"/>
                  <a:pt x="77391" y="126554"/>
                </a:cubicBezTo>
                <a:lnTo>
                  <a:pt x="77391" y="69453"/>
                </a:lnTo>
                <a:cubicBezTo>
                  <a:pt x="77391" y="66154"/>
                  <a:pt x="74737" y="63500"/>
                  <a:pt x="71438" y="63500"/>
                </a:cubicBezTo>
                <a:cubicBezTo>
                  <a:pt x="68138" y="63500"/>
                  <a:pt x="65484" y="66154"/>
                  <a:pt x="65484" y="69453"/>
                </a:cubicBezTo>
                <a:lnTo>
                  <a:pt x="65484" y="126554"/>
                </a:lnTo>
                <a:cubicBezTo>
                  <a:pt x="52784" y="124644"/>
                  <a:pt x="42044" y="116706"/>
                  <a:pt x="36289" y="105742"/>
                </a:cubicBezTo>
                <a:lnTo>
                  <a:pt x="20638" y="117475"/>
                </a:lnTo>
                <a:cubicBezTo>
                  <a:pt x="17140" y="120104"/>
                  <a:pt x="12154" y="119385"/>
                  <a:pt x="9525" y="115888"/>
                </a:cubicBezTo>
                <a:cubicBezTo>
                  <a:pt x="6896" y="112390"/>
                  <a:pt x="7615" y="107404"/>
                  <a:pt x="11113" y="104775"/>
                </a:cubicBezTo>
                <a:lnTo>
                  <a:pt x="31800" y="89272"/>
                </a:lnTo>
                <a:cubicBezTo>
                  <a:pt x="31775" y="88627"/>
                  <a:pt x="31750" y="87982"/>
                  <a:pt x="31750" y="87313"/>
                </a:cubicBezTo>
                <a:lnTo>
                  <a:pt x="31750" y="79375"/>
                </a:lnTo>
                <a:lnTo>
                  <a:pt x="7938" y="79375"/>
                </a:lnTo>
                <a:cubicBezTo>
                  <a:pt x="3547" y="79375"/>
                  <a:pt x="0" y="75828"/>
                  <a:pt x="0" y="71438"/>
                </a:cubicBezTo>
                <a:cubicBezTo>
                  <a:pt x="0" y="67047"/>
                  <a:pt x="3547" y="63500"/>
                  <a:pt x="7938" y="63500"/>
                </a:cubicBezTo>
                <a:lnTo>
                  <a:pt x="32445" y="63500"/>
                </a:lnTo>
                <a:cubicBezTo>
                  <a:pt x="33065" y="60920"/>
                  <a:pt x="34057" y="58489"/>
                  <a:pt x="35371" y="56282"/>
                </a:cubicBezTo>
                <a:lnTo>
                  <a:pt x="11113" y="38100"/>
                </a:lnTo>
                <a:cubicBezTo>
                  <a:pt x="7615" y="35471"/>
                  <a:pt x="6896" y="30485"/>
                  <a:pt x="9525" y="26988"/>
                </a:cubicBezTo>
                <a:cubicBezTo>
                  <a:pt x="12154" y="23490"/>
                  <a:pt x="17140" y="22771"/>
                  <a:pt x="20637" y="25400"/>
                </a:cubicBezTo>
                <a:lnTo>
                  <a:pt x="47625" y="45641"/>
                </a:lnTo>
                <a:cubicBezTo>
                  <a:pt x="50676" y="44376"/>
                  <a:pt x="54025" y="43656"/>
                  <a:pt x="57547" y="43656"/>
                </a:cubicBezTo>
                <a:lnTo>
                  <a:pt x="85328" y="43656"/>
                </a:lnTo>
                <a:cubicBezTo>
                  <a:pt x="88850" y="43656"/>
                  <a:pt x="92199" y="44351"/>
                  <a:pt x="95250" y="45641"/>
                </a:cubicBezTo>
                <a:lnTo>
                  <a:pt x="122238" y="25400"/>
                </a:lnTo>
                <a:cubicBezTo>
                  <a:pt x="125735" y="22771"/>
                  <a:pt x="130721" y="23490"/>
                  <a:pt x="133350" y="26988"/>
                </a:cubicBezTo>
                <a:close/>
              </a:path>
            </a:pathLst>
          </a:custGeom>
          <a:solidFill>
            <a:srgbClr val="00D3F2"/>
          </a:solidFill>
          <a:ln/>
        </p:spPr>
      </p:sp>
      <p:sp>
        <p:nvSpPr>
          <p:cNvPr id="15" name="Text 13"/>
          <p:cNvSpPr/>
          <p:nvPr/>
        </p:nvSpPr>
        <p:spPr>
          <a:xfrm>
            <a:off x="801688" y="2448719"/>
            <a:ext cx="1627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Vulnerability Identification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9438" y="2670969"/>
            <a:ext cx="3302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Discover potential privacy leakage patterns and security weaknesses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4187" y="3178969"/>
            <a:ext cx="3436938" cy="730250"/>
          </a:xfrm>
          <a:custGeom>
            <a:avLst/>
            <a:gdLst/>
            <a:ahLst/>
            <a:cxnLst/>
            <a:rect l="l" t="t" r="r" b="b"/>
            <a:pathLst>
              <a:path w="3436938" h="730250">
                <a:moveTo>
                  <a:pt x="63503" y="0"/>
                </a:moveTo>
                <a:lnTo>
                  <a:pt x="3373435" y="0"/>
                </a:lnTo>
                <a:cubicBezTo>
                  <a:pt x="3408506" y="0"/>
                  <a:pt x="3436938" y="28431"/>
                  <a:pt x="3436938" y="63503"/>
                </a:cubicBezTo>
                <a:lnTo>
                  <a:pt x="3436938" y="666747"/>
                </a:lnTo>
                <a:cubicBezTo>
                  <a:pt x="3436938" y="701819"/>
                  <a:pt x="3408506" y="730250"/>
                  <a:pt x="3373435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03250" y="3305969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95250" y="127000"/>
                </a:moveTo>
                <a:lnTo>
                  <a:pt x="23812" y="127000"/>
                </a:lnTo>
                <a:cubicBezTo>
                  <a:pt x="10666" y="127000"/>
                  <a:pt x="0" y="116334"/>
                  <a:pt x="0" y="103188"/>
                </a:cubicBezTo>
                <a:lnTo>
                  <a:pt x="0" y="23812"/>
                </a:lnTo>
                <a:cubicBezTo>
                  <a:pt x="0" y="10666"/>
                  <a:pt x="10666" y="0"/>
                  <a:pt x="23812" y="0"/>
                </a:cubicBezTo>
                <a:lnTo>
                  <a:pt x="99219" y="0"/>
                </a:lnTo>
                <a:cubicBezTo>
                  <a:pt x="105792" y="0"/>
                  <a:pt x="111125" y="5333"/>
                  <a:pt x="111125" y="11906"/>
                </a:cubicBezTo>
                <a:lnTo>
                  <a:pt x="111125" y="83344"/>
                </a:lnTo>
                <a:cubicBezTo>
                  <a:pt x="111125" y="88528"/>
                  <a:pt x="107801" y="92943"/>
                  <a:pt x="103188" y="94580"/>
                </a:cubicBezTo>
                <a:lnTo>
                  <a:pt x="103188" y="111125"/>
                </a:lnTo>
                <a:cubicBezTo>
                  <a:pt x="107578" y="111125"/>
                  <a:pt x="111125" y="114672"/>
                  <a:pt x="111125" y="119063"/>
                </a:cubicBezTo>
                <a:cubicBezTo>
                  <a:pt x="111125" y="123453"/>
                  <a:pt x="107578" y="127000"/>
                  <a:pt x="103188" y="127000"/>
                </a:cubicBezTo>
                <a:lnTo>
                  <a:pt x="95250" y="127000"/>
                </a:lnTo>
                <a:close/>
                <a:moveTo>
                  <a:pt x="23812" y="95250"/>
                </a:moveTo>
                <a:cubicBezTo>
                  <a:pt x="19422" y="95250"/>
                  <a:pt x="15875" y="98797"/>
                  <a:pt x="15875" y="103188"/>
                </a:cubicBezTo>
                <a:cubicBezTo>
                  <a:pt x="15875" y="107578"/>
                  <a:pt x="19422" y="111125"/>
                  <a:pt x="23812" y="111125"/>
                </a:cubicBezTo>
                <a:lnTo>
                  <a:pt x="87313" y="111125"/>
                </a:lnTo>
                <a:lnTo>
                  <a:pt x="87313" y="95250"/>
                </a:lnTo>
                <a:lnTo>
                  <a:pt x="23812" y="95250"/>
                </a:lnTo>
                <a:close/>
                <a:moveTo>
                  <a:pt x="31750" y="37703"/>
                </a:moveTo>
                <a:cubicBezTo>
                  <a:pt x="31750" y="41002"/>
                  <a:pt x="34404" y="43656"/>
                  <a:pt x="37703" y="43656"/>
                </a:cubicBezTo>
                <a:lnTo>
                  <a:pt x="81359" y="43656"/>
                </a:lnTo>
                <a:cubicBezTo>
                  <a:pt x="84658" y="43656"/>
                  <a:pt x="87313" y="41002"/>
                  <a:pt x="87313" y="37703"/>
                </a:cubicBezTo>
                <a:cubicBezTo>
                  <a:pt x="87313" y="34404"/>
                  <a:pt x="84658" y="31750"/>
                  <a:pt x="81359" y="31750"/>
                </a:cubicBezTo>
                <a:lnTo>
                  <a:pt x="37703" y="31750"/>
                </a:lnTo>
                <a:cubicBezTo>
                  <a:pt x="34404" y="31750"/>
                  <a:pt x="31750" y="34404"/>
                  <a:pt x="31750" y="37703"/>
                </a:cubicBezTo>
                <a:close/>
                <a:moveTo>
                  <a:pt x="37703" y="55563"/>
                </a:moveTo>
                <a:cubicBezTo>
                  <a:pt x="34404" y="55563"/>
                  <a:pt x="31750" y="58217"/>
                  <a:pt x="31750" y="61516"/>
                </a:cubicBezTo>
                <a:cubicBezTo>
                  <a:pt x="31750" y="64815"/>
                  <a:pt x="34404" y="67469"/>
                  <a:pt x="37703" y="67469"/>
                </a:cubicBezTo>
                <a:lnTo>
                  <a:pt x="81359" y="67469"/>
                </a:lnTo>
                <a:cubicBezTo>
                  <a:pt x="84658" y="67469"/>
                  <a:pt x="87313" y="64815"/>
                  <a:pt x="87313" y="61516"/>
                </a:cubicBezTo>
                <a:cubicBezTo>
                  <a:pt x="87313" y="58217"/>
                  <a:pt x="84658" y="55563"/>
                  <a:pt x="81359" y="55563"/>
                </a:cubicBezTo>
                <a:lnTo>
                  <a:pt x="37703" y="55563"/>
                </a:lnTo>
                <a:close/>
              </a:path>
            </a:pathLst>
          </a:custGeom>
          <a:solidFill>
            <a:srgbClr val="00D3F2"/>
          </a:solidFill>
          <a:ln/>
        </p:spPr>
      </p:sp>
      <p:sp>
        <p:nvSpPr>
          <p:cNvPr id="19" name="Text 17"/>
          <p:cNvSpPr/>
          <p:nvPr/>
        </p:nvSpPr>
        <p:spPr>
          <a:xfrm>
            <a:off x="801688" y="3274219"/>
            <a:ext cx="136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Guide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9438" y="3496468"/>
            <a:ext cx="3302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Provide specific privacy enhancement implementation recommendations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16053" y="857250"/>
            <a:ext cx="3762375" cy="3214688"/>
          </a:xfrm>
          <a:custGeom>
            <a:avLst/>
            <a:gdLst/>
            <a:ahLst/>
            <a:cxnLst/>
            <a:rect l="l" t="t" r="r" b="b"/>
            <a:pathLst>
              <a:path w="3762375" h="3214688">
                <a:moveTo>
                  <a:pt x="127012" y="0"/>
                </a:moveTo>
                <a:lnTo>
                  <a:pt x="3635363" y="0"/>
                </a:lnTo>
                <a:cubicBezTo>
                  <a:pt x="3705510" y="0"/>
                  <a:pt x="3762375" y="56865"/>
                  <a:pt x="3762375" y="127012"/>
                </a:cubicBezTo>
                <a:lnTo>
                  <a:pt x="3762375" y="3087675"/>
                </a:lnTo>
                <a:cubicBezTo>
                  <a:pt x="3762375" y="3157822"/>
                  <a:pt x="3705510" y="3214688"/>
                  <a:pt x="3635363" y="3214688"/>
                </a:cubicBezTo>
                <a:lnTo>
                  <a:pt x="127012" y="3214688"/>
                </a:lnTo>
                <a:cubicBezTo>
                  <a:pt x="56865" y="3214688"/>
                  <a:pt x="0" y="3157822"/>
                  <a:pt x="0" y="3087675"/>
                </a:cubicBezTo>
                <a:lnTo>
                  <a:pt x="0" y="127012"/>
                </a:lnTo>
                <a:cubicBezTo>
                  <a:pt x="0" y="56912"/>
                  <a:pt x="56912" y="0"/>
                  <a:pt x="127012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8771" y="101996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  <a:ln/>
        </p:spPr>
      </p:sp>
      <p:sp>
        <p:nvSpPr>
          <p:cNvPr id="23" name="Shape 21"/>
          <p:cNvSpPr/>
          <p:nvPr/>
        </p:nvSpPr>
        <p:spPr>
          <a:xfrm>
            <a:off x="4470053" y="1131094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99219" y="4961"/>
                </a:moveTo>
                <a:cubicBezTo>
                  <a:pt x="117016" y="4961"/>
                  <a:pt x="131465" y="19410"/>
                  <a:pt x="131465" y="37207"/>
                </a:cubicBezTo>
                <a:cubicBezTo>
                  <a:pt x="131465" y="55004"/>
                  <a:pt x="117016" y="69453"/>
                  <a:pt x="99219" y="69453"/>
                </a:cubicBezTo>
                <a:cubicBezTo>
                  <a:pt x="81422" y="69453"/>
                  <a:pt x="66973" y="55004"/>
                  <a:pt x="66973" y="37207"/>
                </a:cubicBezTo>
                <a:cubicBezTo>
                  <a:pt x="66973" y="19410"/>
                  <a:pt x="81422" y="4961"/>
                  <a:pt x="99219" y="4961"/>
                </a:cubicBezTo>
                <a:close/>
                <a:moveTo>
                  <a:pt x="29766" y="27285"/>
                </a:moveTo>
                <a:cubicBezTo>
                  <a:pt x="42087" y="27285"/>
                  <a:pt x="52090" y="37288"/>
                  <a:pt x="52090" y="49609"/>
                </a:cubicBezTo>
                <a:cubicBezTo>
                  <a:pt x="52090" y="61930"/>
                  <a:pt x="42087" y="71934"/>
                  <a:pt x="29766" y="71934"/>
                </a:cubicBezTo>
                <a:cubicBezTo>
                  <a:pt x="17445" y="71934"/>
                  <a:pt x="7441" y="61930"/>
                  <a:pt x="7441" y="49609"/>
                </a:cubicBezTo>
                <a:cubicBezTo>
                  <a:pt x="7441" y="37288"/>
                  <a:pt x="17445" y="27285"/>
                  <a:pt x="29766" y="27285"/>
                </a:cubicBezTo>
                <a:close/>
                <a:moveTo>
                  <a:pt x="0" y="128984"/>
                </a:moveTo>
                <a:cubicBezTo>
                  <a:pt x="0" y="107063"/>
                  <a:pt x="17766" y="89297"/>
                  <a:pt x="39688" y="89297"/>
                </a:cubicBezTo>
                <a:cubicBezTo>
                  <a:pt x="43656" y="89297"/>
                  <a:pt x="47501" y="89886"/>
                  <a:pt x="51129" y="90971"/>
                </a:cubicBezTo>
                <a:cubicBezTo>
                  <a:pt x="40928" y="102381"/>
                  <a:pt x="34727" y="117450"/>
                  <a:pt x="34727" y="133945"/>
                </a:cubicBezTo>
                <a:lnTo>
                  <a:pt x="34727" y="138906"/>
                </a:lnTo>
                <a:cubicBezTo>
                  <a:pt x="34727" y="142441"/>
                  <a:pt x="35471" y="145790"/>
                  <a:pt x="36804" y="148828"/>
                </a:cubicBezTo>
                <a:lnTo>
                  <a:pt x="9922" y="148828"/>
                </a:lnTo>
                <a:cubicBezTo>
                  <a:pt x="4434" y="148828"/>
                  <a:pt x="0" y="144394"/>
                  <a:pt x="0" y="138906"/>
                </a:cubicBezTo>
                <a:lnTo>
                  <a:pt x="0" y="128984"/>
                </a:lnTo>
                <a:close/>
                <a:moveTo>
                  <a:pt x="161634" y="148828"/>
                </a:moveTo>
                <a:cubicBezTo>
                  <a:pt x="162967" y="145790"/>
                  <a:pt x="163711" y="142441"/>
                  <a:pt x="163711" y="138906"/>
                </a:cubicBezTo>
                <a:lnTo>
                  <a:pt x="163711" y="133945"/>
                </a:lnTo>
                <a:cubicBezTo>
                  <a:pt x="163711" y="117450"/>
                  <a:pt x="157510" y="102381"/>
                  <a:pt x="147309" y="90971"/>
                </a:cubicBezTo>
                <a:cubicBezTo>
                  <a:pt x="150937" y="89886"/>
                  <a:pt x="154781" y="89297"/>
                  <a:pt x="158750" y="89297"/>
                </a:cubicBezTo>
                <a:cubicBezTo>
                  <a:pt x="180671" y="89297"/>
                  <a:pt x="198438" y="107063"/>
                  <a:pt x="198438" y="128984"/>
                </a:cubicBezTo>
                <a:lnTo>
                  <a:pt x="198438" y="138906"/>
                </a:lnTo>
                <a:cubicBezTo>
                  <a:pt x="198438" y="144394"/>
                  <a:pt x="194004" y="148828"/>
                  <a:pt x="188516" y="148828"/>
                </a:cubicBezTo>
                <a:lnTo>
                  <a:pt x="161634" y="148828"/>
                </a:lnTo>
                <a:close/>
                <a:moveTo>
                  <a:pt x="146348" y="49609"/>
                </a:moveTo>
                <a:cubicBezTo>
                  <a:pt x="146348" y="37288"/>
                  <a:pt x="156351" y="27285"/>
                  <a:pt x="168672" y="27285"/>
                </a:cubicBezTo>
                <a:cubicBezTo>
                  <a:pt x="180993" y="27285"/>
                  <a:pt x="190996" y="37288"/>
                  <a:pt x="190996" y="49609"/>
                </a:cubicBezTo>
                <a:cubicBezTo>
                  <a:pt x="190996" y="61930"/>
                  <a:pt x="180993" y="71934"/>
                  <a:pt x="168672" y="71934"/>
                </a:cubicBezTo>
                <a:cubicBezTo>
                  <a:pt x="156351" y="71934"/>
                  <a:pt x="146348" y="61930"/>
                  <a:pt x="146348" y="49609"/>
                </a:cubicBezTo>
                <a:close/>
                <a:moveTo>
                  <a:pt x="49609" y="133945"/>
                </a:moveTo>
                <a:cubicBezTo>
                  <a:pt x="49609" y="106536"/>
                  <a:pt x="71810" y="84336"/>
                  <a:pt x="99219" y="84336"/>
                </a:cubicBezTo>
                <a:cubicBezTo>
                  <a:pt x="126628" y="84336"/>
                  <a:pt x="148828" y="106536"/>
                  <a:pt x="148828" y="133945"/>
                </a:cubicBezTo>
                <a:lnTo>
                  <a:pt x="148828" y="138906"/>
                </a:lnTo>
                <a:cubicBezTo>
                  <a:pt x="148828" y="144394"/>
                  <a:pt x="144394" y="148828"/>
                  <a:pt x="138906" y="148828"/>
                </a:cubicBezTo>
                <a:lnTo>
                  <a:pt x="59531" y="148828"/>
                </a:lnTo>
                <a:cubicBezTo>
                  <a:pt x="54043" y="148828"/>
                  <a:pt x="49609" y="144394"/>
                  <a:pt x="49609" y="138906"/>
                </a:cubicBezTo>
                <a:lnTo>
                  <a:pt x="49609" y="13394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855021" y="1099344"/>
            <a:ext cx="833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 Users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78771" y="1527969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63499" y="0"/>
                </a:moveTo>
                <a:lnTo>
                  <a:pt x="3373438" y="0"/>
                </a:lnTo>
                <a:cubicBezTo>
                  <a:pt x="3408508" y="0"/>
                  <a:pt x="3436938" y="28430"/>
                  <a:pt x="3436938" y="63499"/>
                </a:cubicBezTo>
                <a:lnTo>
                  <a:pt x="3436938" y="508001"/>
                </a:lnTo>
                <a:cubicBezTo>
                  <a:pt x="3436938" y="543070"/>
                  <a:pt x="3408508" y="571500"/>
                  <a:pt x="33734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481959" y="1654969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71438" y="7938"/>
                </a:moveTo>
                <a:cubicBezTo>
                  <a:pt x="51395" y="7938"/>
                  <a:pt x="35347" y="17066"/>
                  <a:pt x="23664" y="27930"/>
                </a:cubicBezTo>
                <a:cubicBezTo>
                  <a:pt x="12055" y="38720"/>
                  <a:pt x="4291" y="51594"/>
                  <a:pt x="595" y="60449"/>
                </a:cubicBezTo>
                <a:cubicBezTo>
                  <a:pt x="-223" y="62409"/>
                  <a:pt x="-223" y="64591"/>
                  <a:pt x="595" y="66551"/>
                </a:cubicBezTo>
                <a:cubicBezTo>
                  <a:pt x="4291" y="75406"/>
                  <a:pt x="12055" y="88305"/>
                  <a:pt x="23664" y="99070"/>
                </a:cubicBezTo>
                <a:cubicBezTo>
                  <a:pt x="35347" y="109910"/>
                  <a:pt x="51395" y="119063"/>
                  <a:pt x="71438" y="119063"/>
                </a:cubicBezTo>
                <a:cubicBezTo>
                  <a:pt x="91480" y="119063"/>
                  <a:pt x="107528" y="109934"/>
                  <a:pt x="119211" y="99070"/>
                </a:cubicBezTo>
                <a:cubicBezTo>
                  <a:pt x="130820" y="88280"/>
                  <a:pt x="138584" y="75406"/>
                  <a:pt x="142280" y="66551"/>
                </a:cubicBezTo>
                <a:cubicBezTo>
                  <a:pt x="143098" y="64591"/>
                  <a:pt x="143098" y="62409"/>
                  <a:pt x="142280" y="60449"/>
                </a:cubicBezTo>
                <a:cubicBezTo>
                  <a:pt x="138584" y="51594"/>
                  <a:pt x="130820" y="38695"/>
                  <a:pt x="119211" y="27930"/>
                </a:cubicBezTo>
                <a:cubicBezTo>
                  <a:pt x="107528" y="17090"/>
                  <a:pt x="91480" y="7937"/>
                  <a:pt x="71438" y="7937"/>
                </a:cubicBezTo>
                <a:close/>
                <a:moveTo>
                  <a:pt x="35719" y="63500"/>
                </a:moveTo>
                <a:cubicBezTo>
                  <a:pt x="35719" y="43786"/>
                  <a:pt x="51724" y="27781"/>
                  <a:pt x="71438" y="27781"/>
                </a:cubicBezTo>
                <a:cubicBezTo>
                  <a:pt x="91151" y="27781"/>
                  <a:pt x="107156" y="43786"/>
                  <a:pt x="107156" y="63500"/>
                </a:cubicBezTo>
                <a:cubicBezTo>
                  <a:pt x="107156" y="83214"/>
                  <a:pt x="91151" y="99219"/>
                  <a:pt x="71438" y="99219"/>
                </a:cubicBezTo>
                <a:cubicBezTo>
                  <a:pt x="51724" y="99219"/>
                  <a:pt x="35719" y="83214"/>
                  <a:pt x="35719" y="63500"/>
                </a:cubicBezTo>
                <a:close/>
                <a:moveTo>
                  <a:pt x="71438" y="47625"/>
                </a:moveTo>
                <a:cubicBezTo>
                  <a:pt x="71438" y="56381"/>
                  <a:pt x="64319" y="63500"/>
                  <a:pt x="55563" y="63500"/>
                </a:cubicBezTo>
                <a:cubicBezTo>
                  <a:pt x="52710" y="63500"/>
                  <a:pt x="50031" y="62756"/>
                  <a:pt x="47699" y="61416"/>
                </a:cubicBezTo>
                <a:cubicBezTo>
                  <a:pt x="47451" y="64120"/>
                  <a:pt x="47675" y="66898"/>
                  <a:pt x="48419" y="69652"/>
                </a:cubicBezTo>
                <a:cubicBezTo>
                  <a:pt x="51817" y="82352"/>
                  <a:pt x="64889" y="89892"/>
                  <a:pt x="77589" y="86494"/>
                </a:cubicBezTo>
                <a:cubicBezTo>
                  <a:pt x="90289" y="83096"/>
                  <a:pt x="97830" y="70024"/>
                  <a:pt x="94431" y="57324"/>
                </a:cubicBezTo>
                <a:cubicBezTo>
                  <a:pt x="91405" y="45988"/>
                  <a:pt x="80665" y="38770"/>
                  <a:pt x="69354" y="39762"/>
                </a:cubicBezTo>
                <a:cubicBezTo>
                  <a:pt x="70669" y="42069"/>
                  <a:pt x="71438" y="44748"/>
                  <a:pt x="71438" y="47625"/>
                </a:cubicBezTo>
                <a:close/>
              </a:path>
            </a:pathLst>
          </a:custGeom>
          <a:solidFill>
            <a:srgbClr val="C27AFF"/>
          </a:solidFill>
          <a:ln/>
        </p:spPr>
      </p:sp>
      <p:sp>
        <p:nvSpPr>
          <p:cNvPr id="27" name="Text 25"/>
          <p:cNvSpPr/>
          <p:nvPr/>
        </p:nvSpPr>
        <p:spPr>
          <a:xfrm>
            <a:off x="4696271" y="1623219"/>
            <a:ext cx="20240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Privacy Awareness Enhancement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74021" y="1845469"/>
            <a:ext cx="330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 privacy risks in wallet-RPC communication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378771" y="2194719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63499" y="0"/>
                </a:moveTo>
                <a:lnTo>
                  <a:pt x="3373438" y="0"/>
                </a:lnTo>
                <a:cubicBezTo>
                  <a:pt x="3408508" y="0"/>
                  <a:pt x="3436938" y="28430"/>
                  <a:pt x="3436938" y="63499"/>
                </a:cubicBezTo>
                <a:lnTo>
                  <a:pt x="3436938" y="508001"/>
                </a:lnTo>
                <a:cubicBezTo>
                  <a:pt x="3436938" y="543070"/>
                  <a:pt x="3408508" y="571500"/>
                  <a:pt x="33734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489896" y="232171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4641" y="0"/>
                  <a:pt x="65782" y="248"/>
                  <a:pt x="66824" y="719"/>
                </a:cubicBezTo>
                <a:lnTo>
                  <a:pt x="113556" y="20538"/>
                </a:lnTo>
                <a:cubicBezTo>
                  <a:pt x="119013" y="22845"/>
                  <a:pt x="123081" y="28228"/>
                  <a:pt x="123056" y="34727"/>
                </a:cubicBezTo>
                <a:cubicBezTo>
                  <a:pt x="122932" y="59333"/>
                  <a:pt x="112812" y="104353"/>
                  <a:pt x="70073" y="124817"/>
                </a:cubicBezTo>
                <a:cubicBezTo>
                  <a:pt x="65931" y="126802"/>
                  <a:pt x="61119" y="126802"/>
                  <a:pt x="56976" y="124817"/>
                </a:cubicBezTo>
                <a:cubicBezTo>
                  <a:pt x="14213" y="104353"/>
                  <a:pt x="4118" y="59333"/>
                  <a:pt x="3994" y="34727"/>
                </a:cubicBezTo>
                <a:cubicBezTo>
                  <a:pt x="3969" y="28228"/>
                  <a:pt x="8037" y="22845"/>
                  <a:pt x="13494" y="20538"/>
                </a:cubicBezTo>
                <a:lnTo>
                  <a:pt x="60201" y="719"/>
                </a:lnTo>
                <a:cubicBezTo>
                  <a:pt x="61243" y="248"/>
                  <a:pt x="62359" y="0"/>
                  <a:pt x="63500" y="0"/>
                </a:cubicBezTo>
                <a:close/>
                <a:moveTo>
                  <a:pt x="63500" y="16570"/>
                </a:moveTo>
                <a:lnTo>
                  <a:pt x="63500" y="110356"/>
                </a:lnTo>
                <a:cubicBezTo>
                  <a:pt x="97730" y="93787"/>
                  <a:pt x="106933" y="57076"/>
                  <a:pt x="107156" y="35099"/>
                </a:cubicBezTo>
                <a:lnTo>
                  <a:pt x="63500" y="16594"/>
                </a:lnTo>
                <a:lnTo>
                  <a:pt x="63500" y="16594"/>
                </a:lnTo>
                <a:close/>
              </a:path>
            </a:pathLst>
          </a:custGeom>
          <a:solidFill>
            <a:srgbClr val="C27AFF"/>
          </a:solidFill>
          <a:ln/>
        </p:spPr>
      </p:sp>
      <p:sp>
        <p:nvSpPr>
          <p:cNvPr id="31" name="Text 29"/>
          <p:cNvSpPr/>
          <p:nvPr/>
        </p:nvSpPr>
        <p:spPr>
          <a:xfrm>
            <a:off x="4696271" y="2289969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Wallet Selection Guidance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74021" y="2512219"/>
            <a:ext cx="330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Choose more secure tools based on privacy assessment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8771" y="2861469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63499" y="0"/>
                </a:moveTo>
                <a:lnTo>
                  <a:pt x="3373438" y="0"/>
                </a:lnTo>
                <a:cubicBezTo>
                  <a:pt x="3408508" y="0"/>
                  <a:pt x="3436938" y="28430"/>
                  <a:pt x="3436938" y="63499"/>
                </a:cubicBezTo>
                <a:lnTo>
                  <a:pt x="3436938" y="508001"/>
                </a:lnTo>
                <a:cubicBezTo>
                  <a:pt x="3436938" y="543070"/>
                  <a:pt x="3408508" y="571500"/>
                  <a:pt x="33734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489896" y="298846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48394" y="2356"/>
                </a:moveTo>
                <a:cubicBezTo>
                  <a:pt x="49138" y="-1315"/>
                  <a:pt x="52388" y="-3969"/>
                  <a:pt x="56158" y="-3969"/>
                </a:cubicBezTo>
                <a:lnTo>
                  <a:pt x="70991" y="-3969"/>
                </a:lnTo>
                <a:cubicBezTo>
                  <a:pt x="74761" y="-3969"/>
                  <a:pt x="78011" y="-1315"/>
                  <a:pt x="78755" y="2356"/>
                </a:cubicBezTo>
                <a:lnTo>
                  <a:pt x="82352" y="19720"/>
                </a:lnTo>
                <a:cubicBezTo>
                  <a:pt x="85849" y="21208"/>
                  <a:pt x="89123" y="23118"/>
                  <a:pt x="92100" y="25375"/>
                </a:cubicBezTo>
                <a:lnTo>
                  <a:pt x="108917" y="19794"/>
                </a:lnTo>
                <a:cubicBezTo>
                  <a:pt x="112489" y="18604"/>
                  <a:pt x="116408" y="20092"/>
                  <a:pt x="118294" y="23366"/>
                </a:cubicBezTo>
                <a:lnTo>
                  <a:pt x="125710" y="36215"/>
                </a:lnTo>
                <a:cubicBezTo>
                  <a:pt x="127595" y="39489"/>
                  <a:pt x="126926" y="43607"/>
                  <a:pt x="124098" y="46112"/>
                </a:cubicBezTo>
                <a:lnTo>
                  <a:pt x="110877" y="57869"/>
                </a:lnTo>
                <a:cubicBezTo>
                  <a:pt x="111100" y="59705"/>
                  <a:pt x="111199" y="61590"/>
                  <a:pt x="111199" y="63500"/>
                </a:cubicBezTo>
                <a:cubicBezTo>
                  <a:pt x="111199" y="65410"/>
                  <a:pt x="111075" y="67295"/>
                  <a:pt x="110877" y="69131"/>
                </a:cubicBezTo>
                <a:lnTo>
                  <a:pt x="124123" y="80913"/>
                </a:lnTo>
                <a:cubicBezTo>
                  <a:pt x="126950" y="83418"/>
                  <a:pt x="127595" y="87561"/>
                  <a:pt x="125735" y="90810"/>
                </a:cubicBezTo>
                <a:lnTo>
                  <a:pt x="118318" y="103659"/>
                </a:lnTo>
                <a:cubicBezTo>
                  <a:pt x="116433" y="106908"/>
                  <a:pt x="112514" y="108421"/>
                  <a:pt x="108942" y="107231"/>
                </a:cubicBezTo>
                <a:lnTo>
                  <a:pt x="92125" y="101650"/>
                </a:lnTo>
                <a:cubicBezTo>
                  <a:pt x="89123" y="103907"/>
                  <a:pt x="85849" y="105792"/>
                  <a:pt x="82376" y="107305"/>
                </a:cubicBezTo>
                <a:lnTo>
                  <a:pt x="78804" y="124644"/>
                </a:lnTo>
                <a:cubicBezTo>
                  <a:pt x="78036" y="128339"/>
                  <a:pt x="74786" y="130969"/>
                  <a:pt x="71041" y="130969"/>
                </a:cubicBezTo>
                <a:lnTo>
                  <a:pt x="56207" y="130969"/>
                </a:lnTo>
                <a:cubicBezTo>
                  <a:pt x="52437" y="130969"/>
                  <a:pt x="49188" y="128315"/>
                  <a:pt x="48444" y="124644"/>
                </a:cubicBezTo>
                <a:lnTo>
                  <a:pt x="44872" y="107305"/>
                </a:lnTo>
                <a:cubicBezTo>
                  <a:pt x="41374" y="105817"/>
                  <a:pt x="38125" y="103907"/>
                  <a:pt x="35123" y="101650"/>
                </a:cubicBezTo>
                <a:lnTo>
                  <a:pt x="18231" y="107231"/>
                </a:lnTo>
                <a:cubicBezTo>
                  <a:pt x="14660" y="108421"/>
                  <a:pt x="10740" y="106933"/>
                  <a:pt x="8855" y="103659"/>
                </a:cubicBezTo>
                <a:lnTo>
                  <a:pt x="1439" y="90810"/>
                </a:lnTo>
                <a:cubicBezTo>
                  <a:pt x="-446" y="87536"/>
                  <a:pt x="223" y="83418"/>
                  <a:pt x="3051" y="80913"/>
                </a:cubicBezTo>
                <a:lnTo>
                  <a:pt x="16297" y="69131"/>
                </a:lnTo>
                <a:cubicBezTo>
                  <a:pt x="16073" y="67295"/>
                  <a:pt x="15974" y="65410"/>
                  <a:pt x="15974" y="63500"/>
                </a:cubicBezTo>
                <a:cubicBezTo>
                  <a:pt x="15974" y="61590"/>
                  <a:pt x="16098" y="59705"/>
                  <a:pt x="16297" y="57869"/>
                </a:cubicBezTo>
                <a:lnTo>
                  <a:pt x="3051" y="46087"/>
                </a:lnTo>
                <a:cubicBezTo>
                  <a:pt x="223" y="43582"/>
                  <a:pt x="-422" y="39439"/>
                  <a:pt x="1439" y="36190"/>
                </a:cubicBezTo>
                <a:lnTo>
                  <a:pt x="8855" y="23341"/>
                </a:lnTo>
                <a:cubicBezTo>
                  <a:pt x="10740" y="20067"/>
                  <a:pt x="14660" y="18579"/>
                  <a:pt x="18231" y="19769"/>
                </a:cubicBezTo>
                <a:lnTo>
                  <a:pt x="35049" y="25350"/>
                </a:lnTo>
                <a:cubicBezTo>
                  <a:pt x="38050" y="23093"/>
                  <a:pt x="41325" y="21208"/>
                  <a:pt x="44797" y="19695"/>
                </a:cubicBezTo>
                <a:lnTo>
                  <a:pt x="48394" y="2356"/>
                </a:lnTo>
                <a:close/>
                <a:moveTo>
                  <a:pt x="63574" y="83344"/>
                </a:moveTo>
                <a:cubicBezTo>
                  <a:pt x="70664" y="83317"/>
                  <a:pt x="77201" y="79510"/>
                  <a:pt x="80722" y="73357"/>
                </a:cubicBezTo>
                <a:cubicBezTo>
                  <a:pt x="84244" y="67204"/>
                  <a:pt x="84216" y="59640"/>
                  <a:pt x="80648" y="53514"/>
                </a:cubicBezTo>
                <a:cubicBezTo>
                  <a:pt x="77080" y="47387"/>
                  <a:pt x="70515" y="43630"/>
                  <a:pt x="63426" y="43656"/>
                </a:cubicBezTo>
                <a:cubicBezTo>
                  <a:pt x="56336" y="43683"/>
                  <a:pt x="49799" y="47490"/>
                  <a:pt x="46278" y="53643"/>
                </a:cubicBezTo>
                <a:cubicBezTo>
                  <a:pt x="42756" y="59796"/>
                  <a:pt x="42784" y="67360"/>
                  <a:pt x="46352" y="73486"/>
                </a:cubicBezTo>
                <a:cubicBezTo>
                  <a:pt x="49920" y="79613"/>
                  <a:pt x="56485" y="83370"/>
                  <a:pt x="63574" y="83344"/>
                </a:cubicBezTo>
                <a:close/>
              </a:path>
            </a:pathLst>
          </a:custGeom>
          <a:solidFill>
            <a:srgbClr val="C27AFF"/>
          </a:solidFill>
          <a:ln/>
        </p:spPr>
      </p:sp>
      <p:sp>
        <p:nvSpPr>
          <p:cNvPr id="35" name="Text 33"/>
          <p:cNvSpPr/>
          <p:nvPr/>
        </p:nvSpPr>
        <p:spPr>
          <a:xfrm>
            <a:off x="4696271" y="2956719"/>
            <a:ext cx="20081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Configuration Recommendations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474021" y="3178969"/>
            <a:ext cx="330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Obtain personalized privacy protection configuration solutions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110761" y="857250"/>
            <a:ext cx="3762375" cy="3214688"/>
          </a:xfrm>
          <a:custGeom>
            <a:avLst/>
            <a:gdLst/>
            <a:ahLst/>
            <a:cxnLst/>
            <a:rect l="l" t="t" r="r" b="b"/>
            <a:pathLst>
              <a:path w="3762375" h="3214688">
                <a:moveTo>
                  <a:pt x="127012" y="0"/>
                </a:moveTo>
                <a:lnTo>
                  <a:pt x="3635363" y="0"/>
                </a:lnTo>
                <a:cubicBezTo>
                  <a:pt x="3705510" y="0"/>
                  <a:pt x="3762375" y="56865"/>
                  <a:pt x="3762375" y="127012"/>
                </a:cubicBezTo>
                <a:lnTo>
                  <a:pt x="3762375" y="3087675"/>
                </a:lnTo>
                <a:cubicBezTo>
                  <a:pt x="3762375" y="3157822"/>
                  <a:pt x="3705510" y="3214688"/>
                  <a:pt x="3635363" y="3214688"/>
                </a:cubicBezTo>
                <a:lnTo>
                  <a:pt x="127012" y="3214688"/>
                </a:lnTo>
                <a:cubicBezTo>
                  <a:pt x="56865" y="3214688"/>
                  <a:pt x="0" y="3157822"/>
                  <a:pt x="0" y="3087675"/>
                </a:cubicBezTo>
                <a:lnTo>
                  <a:pt x="0" y="127012"/>
                </a:lnTo>
                <a:cubicBezTo>
                  <a:pt x="0" y="56912"/>
                  <a:pt x="56912" y="0"/>
                  <a:pt x="127012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73479" y="101996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  <a:ln/>
        </p:spPr>
      </p:sp>
      <p:sp>
        <p:nvSpPr>
          <p:cNvPr id="39" name="Shape 37"/>
          <p:cNvSpPr/>
          <p:nvPr/>
        </p:nvSpPr>
        <p:spPr>
          <a:xfrm>
            <a:off x="8394526" y="1131094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9844" y="9922"/>
                </a:moveTo>
                <a:cubicBezTo>
                  <a:pt x="8899" y="9922"/>
                  <a:pt x="0" y="18821"/>
                  <a:pt x="0" y="29766"/>
                </a:cubicBezTo>
                <a:lnTo>
                  <a:pt x="0" y="49609"/>
                </a:lnTo>
                <a:cubicBezTo>
                  <a:pt x="0" y="60554"/>
                  <a:pt x="8899" y="69453"/>
                  <a:pt x="19844" y="69453"/>
                </a:cubicBezTo>
                <a:lnTo>
                  <a:pt x="119062" y="69453"/>
                </a:lnTo>
                <a:cubicBezTo>
                  <a:pt x="130008" y="69453"/>
                  <a:pt x="138906" y="60554"/>
                  <a:pt x="138906" y="49609"/>
                </a:cubicBezTo>
                <a:lnTo>
                  <a:pt x="138906" y="29766"/>
                </a:lnTo>
                <a:cubicBezTo>
                  <a:pt x="138906" y="18821"/>
                  <a:pt x="130008" y="9922"/>
                  <a:pt x="119062" y="9922"/>
                </a:cubicBezTo>
                <a:lnTo>
                  <a:pt x="19844" y="9922"/>
                </a:lnTo>
                <a:close/>
                <a:moveTo>
                  <a:pt x="86816" y="32246"/>
                </a:moveTo>
                <a:cubicBezTo>
                  <a:pt x="90923" y="32246"/>
                  <a:pt x="94258" y="35580"/>
                  <a:pt x="94258" y="39688"/>
                </a:cubicBezTo>
                <a:cubicBezTo>
                  <a:pt x="94258" y="43795"/>
                  <a:pt x="90923" y="47129"/>
                  <a:pt x="86816" y="47129"/>
                </a:cubicBezTo>
                <a:cubicBezTo>
                  <a:pt x="82709" y="47129"/>
                  <a:pt x="79375" y="43795"/>
                  <a:pt x="79375" y="39688"/>
                </a:cubicBezTo>
                <a:cubicBezTo>
                  <a:pt x="79375" y="35580"/>
                  <a:pt x="82709" y="32246"/>
                  <a:pt x="86816" y="32246"/>
                </a:cubicBezTo>
                <a:close/>
                <a:moveTo>
                  <a:pt x="104180" y="39688"/>
                </a:moveTo>
                <a:cubicBezTo>
                  <a:pt x="104180" y="35580"/>
                  <a:pt x="107514" y="32246"/>
                  <a:pt x="111621" y="32246"/>
                </a:cubicBezTo>
                <a:cubicBezTo>
                  <a:pt x="115728" y="32246"/>
                  <a:pt x="119062" y="35580"/>
                  <a:pt x="119062" y="39688"/>
                </a:cubicBezTo>
                <a:cubicBezTo>
                  <a:pt x="119062" y="43795"/>
                  <a:pt x="115728" y="47129"/>
                  <a:pt x="111621" y="47129"/>
                </a:cubicBezTo>
                <a:cubicBezTo>
                  <a:pt x="107514" y="47129"/>
                  <a:pt x="104180" y="43795"/>
                  <a:pt x="104180" y="39688"/>
                </a:cubicBezTo>
                <a:close/>
                <a:moveTo>
                  <a:pt x="19844" y="89297"/>
                </a:moveTo>
                <a:cubicBezTo>
                  <a:pt x="8899" y="89297"/>
                  <a:pt x="0" y="98196"/>
                  <a:pt x="0" y="109141"/>
                </a:cubicBezTo>
                <a:lnTo>
                  <a:pt x="0" y="128984"/>
                </a:lnTo>
                <a:cubicBezTo>
                  <a:pt x="0" y="139929"/>
                  <a:pt x="8899" y="148828"/>
                  <a:pt x="19844" y="148828"/>
                </a:cubicBezTo>
                <a:lnTo>
                  <a:pt x="119062" y="148828"/>
                </a:lnTo>
                <a:cubicBezTo>
                  <a:pt x="130008" y="148828"/>
                  <a:pt x="138906" y="139929"/>
                  <a:pt x="138906" y="128984"/>
                </a:cubicBezTo>
                <a:lnTo>
                  <a:pt x="138906" y="109141"/>
                </a:lnTo>
                <a:cubicBezTo>
                  <a:pt x="138906" y="98196"/>
                  <a:pt x="130008" y="89297"/>
                  <a:pt x="119062" y="89297"/>
                </a:cubicBezTo>
                <a:lnTo>
                  <a:pt x="19844" y="89297"/>
                </a:lnTo>
                <a:close/>
                <a:moveTo>
                  <a:pt x="86816" y="111621"/>
                </a:moveTo>
                <a:cubicBezTo>
                  <a:pt x="90923" y="111621"/>
                  <a:pt x="94258" y="114955"/>
                  <a:pt x="94258" y="119062"/>
                </a:cubicBezTo>
                <a:cubicBezTo>
                  <a:pt x="94258" y="123170"/>
                  <a:pt x="90923" y="126504"/>
                  <a:pt x="86816" y="126504"/>
                </a:cubicBezTo>
                <a:cubicBezTo>
                  <a:pt x="82709" y="126504"/>
                  <a:pt x="79375" y="123170"/>
                  <a:pt x="79375" y="119062"/>
                </a:cubicBezTo>
                <a:cubicBezTo>
                  <a:pt x="79375" y="114955"/>
                  <a:pt x="82709" y="111621"/>
                  <a:pt x="86816" y="111621"/>
                </a:cubicBezTo>
                <a:close/>
                <a:moveTo>
                  <a:pt x="104180" y="119062"/>
                </a:moveTo>
                <a:cubicBezTo>
                  <a:pt x="104180" y="114955"/>
                  <a:pt x="107514" y="111621"/>
                  <a:pt x="111621" y="111621"/>
                </a:cubicBezTo>
                <a:cubicBezTo>
                  <a:pt x="115728" y="111621"/>
                  <a:pt x="119062" y="114955"/>
                  <a:pt x="119062" y="119062"/>
                </a:cubicBezTo>
                <a:cubicBezTo>
                  <a:pt x="119062" y="123170"/>
                  <a:pt x="115728" y="126504"/>
                  <a:pt x="111621" y="126504"/>
                </a:cubicBezTo>
                <a:cubicBezTo>
                  <a:pt x="107514" y="126504"/>
                  <a:pt x="104180" y="123170"/>
                  <a:pt x="104180" y="11906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8749729" y="1099344"/>
            <a:ext cx="1143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RPC Providers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73479" y="1527969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63499" y="0"/>
                </a:moveTo>
                <a:lnTo>
                  <a:pt x="3373438" y="0"/>
                </a:lnTo>
                <a:cubicBezTo>
                  <a:pt x="3408508" y="0"/>
                  <a:pt x="3436938" y="28430"/>
                  <a:pt x="3436938" y="63499"/>
                </a:cubicBezTo>
                <a:lnTo>
                  <a:pt x="3436938" y="508001"/>
                </a:lnTo>
                <a:cubicBezTo>
                  <a:pt x="3436938" y="543070"/>
                  <a:pt x="3408508" y="571500"/>
                  <a:pt x="33734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400479" y="1654969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77242" y="7938"/>
                </a:moveTo>
                <a:lnTo>
                  <a:pt x="79375" y="7938"/>
                </a:lnTo>
                <a:cubicBezTo>
                  <a:pt x="88131" y="7938"/>
                  <a:pt x="95250" y="15056"/>
                  <a:pt x="95250" y="23812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23812"/>
                </a:lnTo>
                <a:cubicBezTo>
                  <a:pt x="0" y="15056"/>
                  <a:pt x="7119" y="7938"/>
                  <a:pt x="15875" y="7938"/>
                </a:cubicBezTo>
                <a:lnTo>
                  <a:pt x="18008" y="7938"/>
                </a:lnTo>
                <a:cubicBezTo>
                  <a:pt x="20737" y="3200"/>
                  <a:pt x="25871" y="0"/>
                  <a:pt x="31750" y="0"/>
                </a:cubicBezTo>
                <a:lnTo>
                  <a:pt x="63500" y="0"/>
                </a:lnTo>
                <a:cubicBezTo>
                  <a:pt x="69379" y="0"/>
                  <a:pt x="74513" y="3200"/>
                  <a:pt x="77242" y="7938"/>
                </a:cubicBezTo>
                <a:close/>
                <a:moveTo>
                  <a:pt x="61516" y="27781"/>
                </a:moveTo>
                <a:cubicBezTo>
                  <a:pt x="64815" y="27781"/>
                  <a:pt x="67469" y="25127"/>
                  <a:pt x="67469" y="21828"/>
                </a:cubicBezTo>
                <a:cubicBezTo>
                  <a:pt x="67469" y="18529"/>
                  <a:pt x="64815" y="15875"/>
                  <a:pt x="61516" y="15875"/>
                </a:cubicBezTo>
                <a:lnTo>
                  <a:pt x="33734" y="15875"/>
                </a:lnTo>
                <a:cubicBezTo>
                  <a:pt x="30435" y="15875"/>
                  <a:pt x="27781" y="18529"/>
                  <a:pt x="27781" y="21828"/>
                </a:cubicBezTo>
                <a:cubicBezTo>
                  <a:pt x="27781" y="25127"/>
                  <a:pt x="30435" y="27781"/>
                  <a:pt x="33734" y="27781"/>
                </a:cubicBezTo>
                <a:lnTo>
                  <a:pt x="61516" y="27781"/>
                </a:lnTo>
                <a:close/>
                <a:moveTo>
                  <a:pt x="68560" y="64666"/>
                </a:moveTo>
                <a:cubicBezTo>
                  <a:pt x="70296" y="61888"/>
                  <a:pt x="69453" y="58217"/>
                  <a:pt x="66675" y="56455"/>
                </a:cubicBezTo>
                <a:cubicBezTo>
                  <a:pt x="63897" y="54694"/>
                  <a:pt x="60226" y="55563"/>
                  <a:pt x="58465" y="58341"/>
                </a:cubicBezTo>
                <a:lnTo>
                  <a:pt x="43235" y="82724"/>
                </a:lnTo>
                <a:lnTo>
                  <a:pt x="36537" y="73794"/>
                </a:lnTo>
                <a:cubicBezTo>
                  <a:pt x="34553" y="71165"/>
                  <a:pt x="30832" y="70619"/>
                  <a:pt x="28203" y="72603"/>
                </a:cubicBezTo>
                <a:cubicBezTo>
                  <a:pt x="25574" y="74588"/>
                  <a:pt x="25028" y="78308"/>
                  <a:pt x="27012" y="80938"/>
                </a:cubicBezTo>
                <a:lnTo>
                  <a:pt x="38919" y="96813"/>
                </a:lnTo>
                <a:cubicBezTo>
                  <a:pt x="40084" y="98375"/>
                  <a:pt x="41970" y="99268"/>
                  <a:pt x="43929" y="99194"/>
                </a:cubicBezTo>
                <a:cubicBezTo>
                  <a:pt x="45889" y="99120"/>
                  <a:pt x="47675" y="98078"/>
                  <a:pt x="48716" y="96391"/>
                </a:cubicBezTo>
                <a:lnTo>
                  <a:pt x="68560" y="64641"/>
                </a:ln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43" name="Text 41"/>
          <p:cNvSpPr/>
          <p:nvPr/>
        </p:nvSpPr>
        <p:spPr>
          <a:xfrm>
            <a:off x="8590979" y="1623219"/>
            <a:ext cx="849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Privacy Audit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368729" y="1845469"/>
            <a:ext cx="330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Evaluate service privacy protection capability, establish user trust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273479" y="2194719"/>
            <a:ext cx="3436938" cy="730250"/>
          </a:xfrm>
          <a:custGeom>
            <a:avLst/>
            <a:gdLst/>
            <a:ahLst/>
            <a:cxnLst/>
            <a:rect l="l" t="t" r="r" b="b"/>
            <a:pathLst>
              <a:path w="3436938" h="730250">
                <a:moveTo>
                  <a:pt x="63503" y="0"/>
                </a:moveTo>
                <a:lnTo>
                  <a:pt x="3373435" y="0"/>
                </a:lnTo>
                <a:cubicBezTo>
                  <a:pt x="3408506" y="0"/>
                  <a:pt x="3436938" y="28431"/>
                  <a:pt x="3436938" y="63503"/>
                </a:cubicBezTo>
                <a:lnTo>
                  <a:pt x="3436938" y="666747"/>
                </a:lnTo>
                <a:cubicBezTo>
                  <a:pt x="3436938" y="701819"/>
                  <a:pt x="3408506" y="730250"/>
                  <a:pt x="3373435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376667" y="2321719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71438" y="7938"/>
                </a:moveTo>
                <a:cubicBezTo>
                  <a:pt x="51395" y="7938"/>
                  <a:pt x="35347" y="17066"/>
                  <a:pt x="23664" y="27930"/>
                </a:cubicBezTo>
                <a:cubicBezTo>
                  <a:pt x="12055" y="38720"/>
                  <a:pt x="4291" y="51594"/>
                  <a:pt x="595" y="60449"/>
                </a:cubicBezTo>
                <a:cubicBezTo>
                  <a:pt x="-223" y="62409"/>
                  <a:pt x="-223" y="64591"/>
                  <a:pt x="595" y="66551"/>
                </a:cubicBezTo>
                <a:cubicBezTo>
                  <a:pt x="4291" y="75406"/>
                  <a:pt x="12055" y="88305"/>
                  <a:pt x="23664" y="99070"/>
                </a:cubicBezTo>
                <a:cubicBezTo>
                  <a:pt x="35347" y="109910"/>
                  <a:pt x="51395" y="119063"/>
                  <a:pt x="71438" y="119063"/>
                </a:cubicBezTo>
                <a:cubicBezTo>
                  <a:pt x="91480" y="119063"/>
                  <a:pt x="107528" y="109934"/>
                  <a:pt x="119211" y="99070"/>
                </a:cubicBezTo>
                <a:cubicBezTo>
                  <a:pt x="130820" y="88280"/>
                  <a:pt x="138584" y="75406"/>
                  <a:pt x="142280" y="66551"/>
                </a:cubicBezTo>
                <a:cubicBezTo>
                  <a:pt x="143098" y="64591"/>
                  <a:pt x="143098" y="62409"/>
                  <a:pt x="142280" y="60449"/>
                </a:cubicBezTo>
                <a:cubicBezTo>
                  <a:pt x="138584" y="51594"/>
                  <a:pt x="130820" y="38695"/>
                  <a:pt x="119211" y="27930"/>
                </a:cubicBezTo>
                <a:cubicBezTo>
                  <a:pt x="107528" y="17090"/>
                  <a:pt x="91480" y="7937"/>
                  <a:pt x="71438" y="7937"/>
                </a:cubicBezTo>
                <a:close/>
                <a:moveTo>
                  <a:pt x="35719" y="63500"/>
                </a:moveTo>
                <a:cubicBezTo>
                  <a:pt x="35719" y="43786"/>
                  <a:pt x="51724" y="27781"/>
                  <a:pt x="71438" y="27781"/>
                </a:cubicBezTo>
                <a:cubicBezTo>
                  <a:pt x="91151" y="27781"/>
                  <a:pt x="107156" y="43786"/>
                  <a:pt x="107156" y="63500"/>
                </a:cubicBezTo>
                <a:cubicBezTo>
                  <a:pt x="107156" y="83214"/>
                  <a:pt x="91151" y="99219"/>
                  <a:pt x="71438" y="99219"/>
                </a:cubicBezTo>
                <a:cubicBezTo>
                  <a:pt x="51724" y="99219"/>
                  <a:pt x="35719" y="83214"/>
                  <a:pt x="35719" y="63500"/>
                </a:cubicBezTo>
                <a:close/>
                <a:moveTo>
                  <a:pt x="71438" y="47625"/>
                </a:moveTo>
                <a:cubicBezTo>
                  <a:pt x="71438" y="56381"/>
                  <a:pt x="64319" y="63500"/>
                  <a:pt x="55563" y="63500"/>
                </a:cubicBezTo>
                <a:cubicBezTo>
                  <a:pt x="52710" y="63500"/>
                  <a:pt x="50031" y="62756"/>
                  <a:pt x="47699" y="61416"/>
                </a:cubicBezTo>
                <a:cubicBezTo>
                  <a:pt x="47451" y="64120"/>
                  <a:pt x="47675" y="66898"/>
                  <a:pt x="48419" y="69652"/>
                </a:cubicBezTo>
                <a:cubicBezTo>
                  <a:pt x="51817" y="82352"/>
                  <a:pt x="64889" y="89892"/>
                  <a:pt x="77589" y="86494"/>
                </a:cubicBezTo>
                <a:cubicBezTo>
                  <a:pt x="90289" y="83096"/>
                  <a:pt x="97830" y="70024"/>
                  <a:pt x="94431" y="57324"/>
                </a:cubicBezTo>
                <a:cubicBezTo>
                  <a:pt x="91405" y="45988"/>
                  <a:pt x="80665" y="38770"/>
                  <a:pt x="69354" y="39762"/>
                </a:cubicBezTo>
                <a:cubicBezTo>
                  <a:pt x="70669" y="42069"/>
                  <a:pt x="71438" y="44748"/>
                  <a:pt x="71438" y="47625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47" name="Text 45"/>
          <p:cNvSpPr/>
          <p:nvPr/>
        </p:nvSpPr>
        <p:spPr>
          <a:xfrm>
            <a:off x="8590979" y="2289969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Transparency Enhancement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368729" y="2512219"/>
            <a:ext cx="3302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Publicize privacy practices, enhance service differentiation competitiveness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21469" y="4121639"/>
            <a:ext cx="3762375" cy="2738438"/>
          </a:xfrm>
          <a:custGeom>
            <a:avLst/>
            <a:gdLst/>
            <a:ahLst/>
            <a:cxnLst/>
            <a:rect l="l" t="t" r="r" b="b"/>
            <a:pathLst>
              <a:path w="3762375" h="2738438">
                <a:moveTo>
                  <a:pt x="127009" y="0"/>
                </a:moveTo>
                <a:lnTo>
                  <a:pt x="3635366" y="0"/>
                </a:lnTo>
                <a:cubicBezTo>
                  <a:pt x="3705511" y="0"/>
                  <a:pt x="3762375" y="56864"/>
                  <a:pt x="3762375" y="127009"/>
                </a:cubicBezTo>
                <a:lnTo>
                  <a:pt x="3762375" y="2611429"/>
                </a:lnTo>
                <a:cubicBezTo>
                  <a:pt x="3762375" y="2681574"/>
                  <a:pt x="3705511" y="2738438"/>
                  <a:pt x="3635366" y="2738437"/>
                </a:cubicBezTo>
                <a:lnTo>
                  <a:pt x="127009" y="2738438"/>
                </a:lnTo>
                <a:cubicBezTo>
                  <a:pt x="56864" y="2738437"/>
                  <a:pt x="0" y="2681574"/>
                  <a:pt x="0" y="2611429"/>
                </a:cubicBezTo>
                <a:lnTo>
                  <a:pt x="0" y="127009"/>
                </a:lnTo>
                <a:cubicBezTo>
                  <a:pt x="0" y="56911"/>
                  <a:pt x="56911" y="0"/>
                  <a:pt x="127009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4187" y="428435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E7000B"/>
              </a:gs>
            </a:gsLst>
            <a:lin ang="2700000" scaled="1"/>
          </a:gradFill>
          <a:ln/>
        </p:spPr>
      </p:sp>
      <p:sp>
        <p:nvSpPr>
          <p:cNvPr id="51" name="Shape 49"/>
          <p:cNvSpPr/>
          <p:nvPr/>
        </p:nvSpPr>
        <p:spPr>
          <a:xfrm>
            <a:off x="585391" y="4395483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4883" y="60709"/>
                </a:moveTo>
                <a:lnTo>
                  <a:pt x="79747" y="87406"/>
                </a:lnTo>
                <a:cubicBezTo>
                  <a:pt x="82786" y="88646"/>
                  <a:pt x="86010" y="89297"/>
                  <a:pt x="89297" y="89297"/>
                </a:cubicBezTo>
                <a:cubicBezTo>
                  <a:pt x="92583" y="89297"/>
                  <a:pt x="95808" y="88646"/>
                  <a:pt x="98847" y="87406"/>
                </a:cubicBezTo>
                <a:lnTo>
                  <a:pt x="174005" y="56462"/>
                </a:lnTo>
                <a:cubicBezTo>
                  <a:pt x="176795" y="55314"/>
                  <a:pt x="178594" y="52617"/>
                  <a:pt x="178594" y="49609"/>
                </a:cubicBezTo>
                <a:cubicBezTo>
                  <a:pt x="178594" y="46602"/>
                  <a:pt x="176795" y="43904"/>
                  <a:pt x="174005" y="42757"/>
                </a:cubicBezTo>
                <a:lnTo>
                  <a:pt x="98847" y="11813"/>
                </a:lnTo>
                <a:cubicBezTo>
                  <a:pt x="95808" y="10573"/>
                  <a:pt x="92583" y="9922"/>
                  <a:pt x="89297" y="9922"/>
                </a:cubicBezTo>
                <a:cubicBezTo>
                  <a:pt x="86010" y="9922"/>
                  <a:pt x="82786" y="10573"/>
                  <a:pt x="79747" y="11813"/>
                </a:cubicBezTo>
                <a:lnTo>
                  <a:pt x="4589" y="42757"/>
                </a:lnTo>
                <a:cubicBezTo>
                  <a:pt x="1798" y="43904"/>
                  <a:pt x="0" y="46602"/>
                  <a:pt x="0" y="49609"/>
                </a:cubicBezTo>
                <a:lnTo>
                  <a:pt x="0" y="141387"/>
                </a:lnTo>
                <a:cubicBezTo>
                  <a:pt x="0" y="145510"/>
                  <a:pt x="3318" y="148828"/>
                  <a:pt x="7441" y="148828"/>
                </a:cubicBezTo>
                <a:cubicBezTo>
                  <a:pt x="11565" y="148828"/>
                  <a:pt x="14883" y="145510"/>
                  <a:pt x="14883" y="141387"/>
                </a:cubicBezTo>
                <a:lnTo>
                  <a:pt x="14883" y="60709"/>
                </a:lnTo>
                <a:close/>
                <a:moveTo>
                  <a:pt x="29766" y="82941"/>
                </a:moveTo>
                <a:lnTo>
                  <a:pt x="29766" y="119062"/>
                </a:lnTo>
                <a:cubicBezTo>
                  <a:pt x="29766" y="135496"/>
                  <a:pt x="56431" y="148828"/>
                  <a:pt x="89297" y="148828"/>
                </a:cubicBezTo>
                <a:cubicBezTo>
                  <a:pt x="122163" y="148828"/>
                  <a:pt x="148828" y="135496"/>
                  <a:pt x="148828" y="119062"/>
                </a:cubicBezTo>
                <a:lnTo>
                  <a:pt x="148828" y="82910"/>
                </a:lnTo>
                <a:lnTo>
                  <a:pt x="104521" y="101172"/>
                </a:lnTo>
                <a:cubicBezTo>
                  <a:pt x="99684" y="103156"/>
                  <a:pt x="94537" y="104180"/>
                  <a:pt x="89297" y="104180"/>
                </a:cubicBezTo>
                <a:cubicBezTo>
                  <a:pt x="84057" y="104180"/>
                  <a:pt x="78910" y="103156"/>
                  <a:pt x="74073" y="101172"/>
                </a:cubicBezTo>
                <a:lnTo>
                  <a:pt x="29766" y="8291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960438" y="4363733"/>
            <a:ext cx="1539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Academic Research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84187" y="4792358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63499" y="0"/>
                </a:moveTo>
                <a:lnTo>
                  <a:pt x="3373438" y="0"/>
                </a:lnTo>
                <a:cubicBezTo>
                  <a:pt x="3408508" y="0"/>
                  <a:pt x="3436938" y="28430"/>
                  <a:pt x="3436938" y="63499"/>
                </a:cubicBezTo>
                <a:lnTo>
                  <a:pt x="3436938" y="508001"/>
                </a:lnTo>
                <a:cubicBezTo>
                  <a:pt x="3436938" y="543070"/>
                  <a:pt x="3408508" y="571500"/>
                  <a:pt x="33734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03250" y="4919358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71438" y="0"/>
                </a:moveTo>
                <a:lnTo>
                  <a:pt x="31750" y="0"/>
                </a:lnTo>
                <a:cubicBezTo>
                  <a:pt x="27360" y="0"/>
                  <a:pt x="23812" y="3547"/>
                  <a:pt x="23812" y="7938"/>
                </a:cubicBezTo>
                <a:cubicBezTo>
                  <a:pt x="23812" y="12328"/>
                  <a:pt x="27360" y="15875"/>
                  <a:pt x="31750" y="15875"/>
                </a:cubicBezTo>
                <a:lnTo>
                  <a:pt x="31750" y="53454"/>
                </a:lnTo>
                <a:lnTo>
                  <a:pt x="1860" y="105742"/>
                </a:lnTo>
                <a:cubicBezTo>
                  <a:pt x="645" y="107900"/>
                  <a:pt x="0" y="110306"/>
                  <a:pt x="0" y="112787"/>
                </a:cubicBezTo>
                <a:cubicBezTo>
                  <a:pt x="0" y="120650"/>
                  <a:pt x="6350" y="127000"/>
                  <a:pt x="14213" y="127000"/>
                </a:cubicBezTo>
                <a:lnTo>
                  <a:pt x="96912" y="127000"/>
                </a:lnTo>
                <a:cubicBezTo>
                  <a:pt x="104750" y="127000"/>
                  <a:pt x="111125" y="120650"/>
                  <a:pt x="111125" y="112787"/>
                </a:cubicBezTo>
                <a:cubicBezTo>
                  <a:pt x="111125" y="110306"/>
                  <a:pt x="110480" y="107876"/>
                  <a:pt x="109265" y="105742"/>
                </a:cubicBezTo>
                <a:lnTo>
                  <a:pt x="79375" y="53454"/>
                </a:lnTo>
                <a:lnTo>
                  <a:pt x="79375" y="15875"/>
                </a:lnTo>
                <a:cubicBezTo>
                  <a:pt x="83765" y="15875"/>
                  <a:pt x="87313" y="12328"/>
                  <a:pt x="87313" y="7938"/>
                </a:cubicBezTo>
                <a:cubicBezTo>
                  <a:pt x="87313" y="3547"/>
                  <a:pt x="83765" y="0"/>
                  <a:pt x="79375" y="0"/>
                </a:cubicBezTo>
                <a:lnTo>
                  <a:pt x="71438" y="0"/>
                </a:lnTo>
                <a:close/>
                <a:moveTo>
                  <a:pt x="47625" y="53454"/>
                </a:moveTo>
                <a:lnTo>
                  <a:pt x="47625" y="15875"/>
                </a:lnTo>
                <a:lnTo>
                  <a:pt x="63500" y="15875"/>
                </a:lnTo>
                <a:lnTo>
                  <a:pt x="63500" y="53454"/>
                </a:lnTo>
                <a:cubicBezTo>
                  <a:pt x="63500" y="56207"/>
                  <a:pt x="64219" y="58936"/>
                  <a:pt x="65584" y="61342"/>
                </a:cubicBezTo>
                <a:lnTo>
                  <a:pt x="75902" y="79375"/>
                </a:lnTo>
                <a:lnTo>
                  <a:pt x="35223" y="79375"/>
                </a:lnTo>
                <a:lnTo>
                  <a:pt x="45541" y="61342"/>
                </a:lnTo>
                <a:cubicBezTo>
                  <a:pt x="46906" y="58936"/>
                  <a:pt x="47625" y="56232"/>
                  <a:pt x="47625" y="53454"/>
                </a:cubicBez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55" name="Text 53"/>
          <p:cNvSpPr/>
          <p:nvPr/>
        </p:nvSpPr>
        <p:spPr>
          <a:xfrm>
            <a:off x="801688" y="4887608"/>
            <a:ext cx="1722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 Establishment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79438" y="5109858"/>
            <a:ext cx="330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Blockchain privacy leakage quantitative assessment methodology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84187" y="5459108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63499" y="0"/>
                </a:moveTo>
                <a:lnTo>
                  <a:pt x="3373438" y="0"/>
                </a:lnTo>
                <a:cubicBezTo>
                  <a:pt x="3408508" y="0"/>
                  <a:pt x="3436938" y="28430"/>
                  <a:pt x="3436938" y="63499"/>
                </a:cubicBezTo>
                <a:lnTo>
                  <a:pt x="3436938" y="508001"/>
                </a:lnTo>
                <a:cubicBezTo>
                  <a:pt x="3436938" y="543070"/>
                  <a:pt x="3408508" y="571500"/>
                  <a:pt x="33734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03250" y="5586108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11125" y="51048"/>
                </a:moveTo>
                <a:cubicBezTo>
                  <a:pt x="107454" y="53479"/>
                  <a:pt x="103237" y="55438"/>
                  <a:pt x="98847" y="57001"/>
                </a:cubicBezTo>
                <a:cubicBezTo>
                  <a:pt x="87188" y="61168"/>
                  <a:pt x="71884" y="63500"/>
                  <a:pt x="55563" y="63500"/>
                </a:cubicBezTo>
                <a:cubicBezTo>
                  <a:pt x="39241" y="63500"/>
                  <a:pt x="23912" y="61144"/>
                  <a:pt x="12278" y="57001"/>
                </a:cubicBezTo>
                <a:cubicBezTo>
                  <a:pt x="7913" y="55438"/>
                  <a:pt x="3671" y="53479"/>
                  <a:pt x="0" y="51048"/>
                </a:cubicBezTo>
                <a:lnTo>
                  <a:pt x="0" y="71438"/>
                </a:lnTo>
                <a:cubicBezTo>
                  <a:pt x="0" y="82401"/>
                  <a:pt x="24879" y="91281"/>
                  <a:pt x="55563" y="91281"/>
                </a:cubicBezTo>
                <a:cubicBezTo>
                  <a:pt x="86246" y="91281"/>
                  <a:pt x="111125" y="82401"/>
                  <a:pt x="111125" y="71438"/>
                </a:cubicBezTo>
                <a:lnTo>
                  <a:pt x="111125" y="51048"/>
                </a:lnTo>
                <a:close/>
                <a:moveTo>
                  <a:pt x="111125" y="31750"/>
                </a:moveTo>
                <a:lnTo>
                  <a:pt x="111125" y="19844"/>
                </a:lnTo>
                <a:cubicBezTo>
                  <a:pt x="111125" y="8880"/>
                  <a:pt x="86246" y="0"/>
                  <a:pt x="55563" y="0"/>
                </a:cubicBezTo>
                <a:cubicBezTo>
                  <a:pt x="24879" y="0"/>
                  <a:pt x="0" y="8880"/>
                  <a:pt x="0" y="19844"/>
                </a:cubicBezTo>
                <a:lnTo>
                  <a:pt x="0" y="31750"/>
                </a:lnTo>
                <a:cubicBezTo>
                  <a:pt x="0" y="42714"/>
                  <a:pt x="24879" y="51594"/>
                  <a:pt x="55563" y="51594"/>
                </a:cubicBezTo>
                <a:cubicBezTo>
                  <a:pt x="86246" y="51594"/>
                  <a:pt x="111125" y="42714"/>
                  <a:pt x="111125" y="31750"/>
                </a:cubicBezTo>
                <a:close/>
                <a:moveTo>
                  <a:pt x="98847" y="96689"/>
                </a:moveTo>
                <a:cubicBezTo>
                  <a:pt x="87213" y="100831"/>
                  <a:pt x="71909" y="103188"/>
                  <a:pt x="55563" y="103188"/>
                </a:cubicBezTo>
                <a:cubicBezTo>
                  <a:pt x="39216" y="103188"/>
                  <a:pt x="23912" y="100831"/>
                  <a:pt x="12278" y="96689"/>
                </a:cubicBezTo>
                <a:cubicBezTo>
                  <a:pt x="7913" y="95126"/>
                  <a:pt x="3671" y="93166"/>
                  <a:pt x="0" y="90736"/>
                </a:cubicBezTo>
                <a:lnTo>
                  <a:pt x="0" y="107156"/>
                </a:lnTo>
                <a:cubicBezTo>
                  <a:pt x="0" y="118120"/>
                  <a:pt x="24879" y="127000"/>
                  <a:pt x="55563" y="127000"/>
                </a:cubicBezTo>
                <a:cubicBezTo>
                  <a:pt x="86246" y="127000"/>
                  <a:pt x="111125" y="118120"/>
                  <a:pt x="111125" y="107156"/>
                </a:cubicBezTo>
                <a:lnTo>
                  <a:pt x="111125" y="90736"/>
                </a:lnTo>
                <a:cubicBezTo>
                  <a:pt x="107454" y="93166"/>
                  <a:pt x="103237" y="95126"/>
                  <a:pt x="98847" y="96689"/>
                </a:cubicBez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59" name="Text 57"/>
          <p:cNvSpPr/>
          <p:nvPr/>
        </p:nvSpPr>
        <p:spPr>
          <a:xfrm>
            <a:off x="801688" y="5554358"/>
            <a:ext cx="1293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Contribution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579438" y="5776608"/>
            <a:ext cx="330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Provide real privacy leakage datasets for research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84187" y="6125858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63499" y="0"/>
                </a:moveTo>
                <a:lnTo>
                  <a:pt x="3373438" y="0"/>
                </a:lnTo>
                <a:cubicBezTo>
                  <a:pt x="3408508" y="0"/>
                  <a:pt x="3436938" y="28430"/>
                  <a:pt x="3436938" y="63499"/>
                </a:cubicBezTo>
                <a:lnTo>
                  <a:pt x="3436938" y="508001"/>
                </a:lnTo>
                <a:cubicBezTo>
                  <a:pt x="3436938" y="543070"/>
                  <a:pt x="3408508" y="571500"/>
                  <a:pt x="33734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611188" y="6252858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0" y="15875"/>
                </a:moveTo>
                <a:cubicBezTo>
                  <a:pt x="0" y="7119"/>
                  <a:pt x="7119" y="0"/>
                  <a:pt x="15875" y="0"/>
                </a:cubicBezTo>
                <a:lnTo>
                  <a:pt x="52958" y="0"/>
                </a:lnTo>
                <a:cubicBezTo>
                  <a:pt x="57175" y="0"/>
                  <a:pt x="61218" y="1662"/>
                  <a:pt x="64195" y="4638"/>
                </a:cubicBezTo>
                <a:lnTo>
                  <a:pt x="90612" y="31080"/>
                </a:lnTo>
                <a:cubicBezTo>
                  <a:pt x="93588" y="34057"/>
                  <a:pt x="95250" y="38100"/>
                  <a:pt x="95250" y="42317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15875"/>
                </a:lnTo>
                <a:close/>
                <a:moveTo>
                  <a:pt x="51594" y="14511"/>
                </a:moveTo>
                <a:lnTo>
                  <a:pt x="51594" y="37703"/>
                </a:lnTo>
                <a:cubicBezTo>
                  <a:pt x="51594" y="41002"/>
                  <a:pt x="54248" y="43656"/>
                  <a:pt x="57547" y="43656"/>
                </a:cubicBezTo>
                <a:lnTo>
                  <a:pt x="80739" y="43656"/>
                </a:lnTo>
                <a:lnTo>
                  <a:pt x="51594" y="14511"/>
                </a:lnTo>
                <a:close/>
                <a:moveTo>
                  <a:pt x="29766" y="63500"/>
                </a:moveTo>
                <a:cubicBezTo>
                  <a:pt x="26467" y="63500"/>
                  <a:pt x="23812" y="66154"/>
                  <a:pt x="23812" y="69453"/>
                </a:cubicBezTo>
                <a:cubicBezTo>
                  <a:pt x="23812" y="72752"/>
                  <a:pt x="26467" y="75406"/>
                  <a:pt x="29766" y="75406"/>
                </a:cubicBezTo>
                <a:lnTo>
                  <a:pt x="65484" y="75406"/>
                </a:lnTo>
                <a:cubicBezTo>
                  <a:pt x="68783" y="75406"/>
                  <a:pt x="71438" y="72752"/>
                  <a:pt x="71438" y="69453"/>
                </a:cubicBezTo>
                <a:cubicBezTo>
                  <a:pt x="71438" y="66154"/>
                  <a:pt x="68783" y="63500"/>
                  <a:pt x="65484" y="63500"/>
                </a:cubicBezTo>
                <a:lnTo>
                  <a:pt x="29766" y="63500"/>
                </a:lnTo>
                <a:close/>
                <a:moveTo>
                  <a:pt x="29766" y="87313"/>
                </a:moveTo>
                <a:cubicBezTo>
                  <a:pt x="26467" y="87313"/>
                  <a:pt x="23812" y="89967"/>
                  <a:pt x="23812" y="93266"/>
                </a:cubicBezTo>
                <a:cubicBezTo>
                  <a:pt x="23812" y="96565"/>
                  <a:pt x="26467" y="99219"/>
                  <a:pt x="29766" y="99219"/>
                </a:cubicBezTo>
                <a:lnTo>
                  <a:pt x="65484" y="99219"/>
                </a:lnTo>
                <a:cubicBezTo>
                  <a:pt x="68783" y="99219"/>
                  <a:pt x="71438" y="96565"/>
                  <a:pt x="71438" y="93266"/>
                </a:cubicBezTo>
                <a:cubicBezTo>
                  <a:pt x="71438" y="89967"/>
                  <a:pt x="68783" y="87313"/>
                  <a:pt x="65484" y="87313"/>
                </a:cubicBezTo>
                <a:lnTo>
                  <a:pt x="29766" y="87313"/>
                </a:ln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63" name="Text 61"/>
          <p:cNvSpPr/>
          <p:nvPr/>
        </p:nvSpPr>
        <p:spPr>
          <a:xfrm>
            <a:off x="801688" y="6221108"/>
            <a:ext cx="1214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Publishable Results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579438" y="6443358"/>
            <a:ext cx="330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Generate high-quality academic papers and research reports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4216053" y="4119490"/>
            <a:ext cx="7651750" cy="2738438"/>
          </a:xfrm>
          <a:custGeom>
            <a:avLst/>
            <a:gdLst/>
            <a:ahLst/>
            <a:cxnLst/>
            <a:rect l="l" t="t" r="r" b="b"/>
            <a:pathLst>
              <a:path w="7651750" h="2738438">
                <a:moveTo>
                  <a:pt x="127009" y="0"/>
                </a:moveTo>
                <a:lnTo>
                  <a:pt x="7524741" y="0"/>
                </a:lnTo>
                <a:cubicBezTo>
                  <a:pt x="7594886" y="0"/>
                  <a:pt x="7651750" y="56864"/>
                  <a:pt x="7651750" y="127009"/>
                </a:cubicBezTo>
                <a:lnTo>
                  <a:pt x="7651750" y="2611429"/>
                </a:lnTo>
                <a:cubicBezTo>
                  <a:pt x="7651750" y="2681574"/>
                  <a:pt x="7594886" y="2738438"/>
                  <a:pt x="7524741" y="2738437"/>
                </a:cubicBezTo>
                <a:lnTo>
                  <a:pt x="127009" y="2738438"/>
                </a:lnTo>
                <a:cubicBezTo>
                  <a:pt x="56864" y="2738437"/>
                  <a:pt x="0" y="2681574"/>
                  <a:pt x="0" y="2611429"/>
                </a:cubicBezTo>
                <a:lnTo>
                  <a:pt x="0" y="127009"/>
                </a:lnTo>
                <a:cubicBezTo>
                  <a:pt x="0" y="56911"/>
                  <a:pt x="56911" y="0"/>
                  <a:pt x="127009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378771" y="428220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F0B100"/>
              </a:gs>
              <a:gs pos="100000">
                <a:srgbClr val="E17100"/>
              </a:gs>
            </a:gsLst>
            <a:lin ang="2700000" scaled="1"/>
          </a:gradFill>
          <a:ln/>
        </p:spPr>
      </p:sp>
      <p:sp>
        <p:nvSpPr>
          <p:cNvPr id="67" name="Shape 65"/>
          <p:cNvSpPr/>
          <p:nvPr/>
        </p:nvSpPr>
        <p:spPr>
          <a:xfrm>
            <a:off x="4470053" y="4393334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19062" y="9922"/>
                </a:moveTo>
                <a:lnTo>
                  <a:pt x="158750" y="9922"/>
                </a:lnTo>
                <a:cubicBezTo>
                  <a:pt x="164238" y="9922"/>
                  <a:pt x="168672" y="14356"/>
                  <a:pt x="168672" y="19844"/>
                </a:cubicBezTo>
                <a:cubicBezTo>
                  <a:pt x="168672" y="25332"/>
                  <a:pt x="164238" y="29766"/>
                  <a:pt x="158750" y="29766"/>
                </a:cubicBezTo>
                <a:lnTo>
                  <a:pt x="123527" y="29766"/>
                </a:lnTo>
                <a:cubicBezTo>
                  <a:pt x="121915" y="37765"/>
                  <a:pt x="116427" y="44369"/>
                  <a:pt x="109141" y="47532"/>
                </a:cubicBezTo>
                <a:lnTo>
                  <a:pt x="109141" y="138906"/>
                </a:lnTo>
                <a:lnTo>
                  <a:pt x="158750" y="138906"/>
                </a:lnTo>
                <a:cubicBezTo>
                  <a:pt x="164238" y="138906"/>
                  <a:pt x="168672" y="143340"/>
                  <a:pt x="168672" y="148828"/>
                </a:cubicBezTo>
                <a:cubicBezTo>
                  <a:pt x="168672" y="154316"/>
                  <a:pt x="164238" y="158750"/>
                  <a:pt x="158750" y="158750"/>
                </a:cubicBezTo>
                <a:lnTo>
                  <a:pt x="39688" y="158750"/>
                </a:lnTo>
                <a:cubicBezTo>
                  <a:pt x="34199" y="158750"/>
                  <a:pt x="29766" y="154316"/>
                  <a:pt x="29766" y="148828"/>
                </a:cubicBezTo>
                <a:cubicBezTo>
                  <a:pt x="29766" y="143340"/>
                  <a:pt x="34199" y="138906"/>
                  <a:pt x="39688" y="138906"/>
                </a:cubicBezTo>
                <a:lnTo>
                  <a:pt x="89297" y="138906"/>
                </a:lnTo>
                <a:lnTo>
                  <a:pt x="89297" y="47532"/>
                </a:lnTo>
                <a:cubicBezTo>
                  <a:pt x="82010" y="44338"/>
                  <a:pt x="76522" y="37734"/>
                  <a:pt x="74910" y="29766"/>
                </a:cubicBezTo>
                <a:lnTo>
                  <a:pt x="39688" y="29766"/>
                </a:lnTo>
                <a:cubicBezTo>
                  <a:pt x="34199" y="29766"/>
                  <a:pt x="29766" y="25332"/>
                  <a:pt x="29766" y="19844"/>
                </a:cubicBezTo>
                <a:cubicBezTo>
                  <a:pt x="29766" y="14356"/>
                  <a:pt x="34199" y="9922"/>
                  <a:pt x="39688" y="9922"/>
                </a:cubicBezTo>
                <a:lnTo>
                  <a:pt x="79375" y="9922"/>
                </a:lnTo>
                <a:cubicBezTo>
                  <a:pt x="83902" y="3907"/>
                  <a:pt x="91095" y="0"/>
                  <a:pt x="99219" y="0"/>
                </a:cubicBezTo>
                <a:cubicBezTo>
                  <a:pt x="107342" y="0"/>
                  <a:pt x="114536" y="3907"/>
                  <a:pt x="119062" y="9922"/>
                </a:cubicBezTo>
                <a:close/>
                <a:moveTo>
                  <a:pt x="136302" y="99219"/>
                </a:moveTo>
                <a:lnTo>
                  <a:pt x="181198" y="99219"/>
                </a:lnTo>
                <a:lnTo>
                  <a:pt x="158750" y="60709"/>
                </a:lnTo>
                <a:lnTo>
                  <a:pt x="136302" y="99219"/>
                </a:lnTo>
                <a:close/>
                <a:moveTo>
                  <a:pt x="158750" y="128984"/>
                </a:moveTo>
                <a:cubicBezTo>
                  <a:pt x="139247" y="128984"/>
                  <a:pt x="123031" y="118442"/>
                  <a:pt x="119683" y="104521"/>
                </a:cubicBezTo>
                <a:cubicBezTo>
                  <a:pt x="118876" y="101110"/>
                  <a:pt x="119993" y="97606"/>
                  <a:pt x="121760" y="94568"/>
                </a:cubicBezTo>
                <a:lnTo>
                  <a:pt x="151278" y="43966"/>
                </a:lnTo>
                <a:cubicBezTo>
                  <a:pt x="152828" y="41300"/>
                  <a:pt x="155680" y="39688"/>
                  <a:pt x="158750" y="39688"/>
                </a:cubicBezTo>
                <a:cubicBezTo>
                  <a:pt x="161820" y="39688"/>
                  <a:pt x="164672" y="41331"/>
                  <a:pt x="166222" y="43966"/>
                </a:cubicBezTo>
                <a:lnTo>
                  <a:pt x="195740" y="94568"/>
                </a:lnTo>
                <a:cubicBezTo>
                  <a:pt x="197507" y="97606"/>
                  <a:pt x="198624" y="101110"/>
                  <a:pt x="197817" y="104521"/>
                </a:cubicBezTo>
                <a:cubicBezTo>
                  <a:pt x="194469" y="118411"/>
                  <a:pt x="178253" y="128984"/>
                  <a:pt x="158750" y="128984"/>
                </a:cubicBezTo>
                <a:close/>
                <a:moveTo>
                  <a:pt x="39315" y="60709"/>
                </a:moveTo>
                <a:lnTo>
                  <a:pt x="16867" y="99219"/>
                </a:lnTo>
                <a:lnTo>
                  <a:pt x="61795" y="99219"/>
                </a:lnTo>
                <a:lnTo>
                  <a:pt x="39315" y="60709"/>
                </a:lnTo>
                <a:close/>
                <a:moveTo>
                  <a:pt x="279" y="104521"/>
                </a:moveTo>
                <a:cubicBezTo>
                  <a:pt x="-527" y="101110"/>
                  <a:pt x="589" y="97606"/>
                  <a:pt x="2356" y="94568"/>
                </a:cubicBezTo>
                <a:lnTo>
                  <a:pt x="31874" y="43966"/>
                </a:lnTo>
                <a:cubicBezTo>
                  <a:pt x="33424" y="41300"/>
                  <a:pt x="36277" y="39688"/>
                  <a:pt x="39346" y="39688"/>
                </a:cubicBezTo>
                <a:cubicBezTo>
                  <a:pt x="42416" y="39688"/>
                  <a:pt x="45269" y="41331"/>
                  <a:pt x="46819" y="43966"/>
                </a:cubicBezTo>
                <a:lnTo>
                  <a:pt x="76336" y="94568"/>
                </a:lnTo>
                <a:cubicBezTo>
                  <a:pt x="78104" y="97606"/>
                  <a:pt x="79220" y="101110"/>
                  <a:pt x="78414" y="104521"/>
                </a:cubicBezTo>
                <a:cubicBezTo>
                  <a:pt x="75065" y="118411"/>
                  <a:pt x="58849" y="128984"/>
                  <a:pt x="39346" y="128984"/>
                </a:cubicBezTo>
                <a:cubicBezTo>
                  <a:pt x="19844" y="128984"/>
                  <a:pt x="3628" y="118442"/>
                  <a:pt x="279" y="10452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8" name="Text 66"/>
          <p:cNvSpPr/>
          <p:nvPr/>
        </p:nvSpPr>
        <p:spPr>
          <a:xfrm>
            <a:off x="4855021" y="4361584"/>
            <a:ext cx="1611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Regulatory Agencies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4378771" y="4790209"/>
            <a:ext cx="7389812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Provide privacy standard evidence and compliance assessment tools, promote establishment of industry privacy protection standards. Enable evidence-based policy making and regulatory oversight in the blockchain ecosystem.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36</TotalTime>
  <Words>1591</Words>
  <Application>Microsoft Macintosh PowerPoint</Application>
  <PresentationFormat>宽屏</PresentationFormat>
  <Paragraphs>387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Calibri Light</vt:lpstr>
      <vt:lpstr>Liter</vt:lpstr>
      <vt:lpstr>Arial</vt:lpstr>
      <vt:lpstr>Alimama ShuHeiTi</vt:lpstr>
      <vt:lpstr>Noto Sans SC</vt:lpstr>
      <vt:lpstr>MiSans</vt:lpstr>
      <vt:lpstr>Calibri</vt:lpstr>
      <vt:lpstr>Office 2013 - 2022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Wallet RPC Privacy Leakage Measurement System</dc:title>
  <dc:subject>Wallet RPC Privacy Leakage Measurement System</dc:subject>
  <dc:creator>Kimi</dc:creator>
  <cp:lastModifiedBy>Jone James</cp:lastModifiedBy>
  <cp:revision>2</cp:revision>
  <dcterms:created xsi:type="dcterms:W3CDTF">2026-03-07T06:20:20Z</dcterms:created>
  <dcterms:modified xsi:type="dcterms:W3CDTF">2026-03-07T06:56:28Z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{"Label":"Wallet RPC Privacy Leakage Measurement System","ContentProducer":"001191110108MACG2KBH8F10000","ProduceID":"19cc6f21-c5b2-886c-8000-00005371f4af","ReservedCode1":"","ContentPropagator":"001191110108MACG2KBH8F20000","PropagateID":"19cc6f21-c5b2-886c-8000-00005371f4af","ReservedCode2":""}</vt:lpwstr>
  </property>
</Properties>
</file>