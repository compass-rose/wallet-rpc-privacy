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12192000"/>
  <p:embeddedFontLst>
    <p:embeddedFont>
      <p:font typeface="MiSans" pitchFamily="2" charset="-122"/>
      <p:regular r:id="rId14"/>
    </p:embeddedFont>
    <p:embeddedFont>
      <p:font typeface="Noto Sans SC" panose="020B0200000000000000" pitchFamily="34" charset="-128"/>
      <p:regular r:id="rId15"/>
    </p:embeddedFont>
    <p:embeddedFont>
      <p:font typeface="Alimama ShuHeiTi"/>
      <p:regular r:id="rId16"/>
    </p:embeddedFont>
    <p:embeddedFont>
      <p:font typeface="Liter" panose="02000503030000020004" pitchFamily="2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8"/>
    <p:restoredTop sz="94614"/>
  </p:normalViewPr>
  <p:slideViewPr>
    <p:cSldViewPr snapToGrid="0" snapToObjects="1">
      <p:cViewPr varScale="1">
        <p:scale>
          <a:sx n="124" d="100"/>
          <a:sy n="124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434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848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141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1260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626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279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104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081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5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772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440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8131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65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kern="0" spc="52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kern="0" spc="5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SQLAlchemy 2.0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ORM and model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5.9+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ECharts + Axios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and API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Routing and page navigation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Implementation Status &amp; Demo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Local end-to-end deployment is already running for the presentation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537960" cy="324612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in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6391656" cy="28437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4233672"/>
            <a:ext cx="6318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service started successfully with FastAPI + Uvicorn on localhost:8000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1243584"/>
            <a:ext cx="4434840" cy="15727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is already running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Backend API: FastAPI service at http://localhost:8000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Frontend dashboard: React + Vite UI at http://localhost:5173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Database: MySQL 8.0 with async SQLAlchemy / aiomysql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API testing surface: Swagger /docs is accessible in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953512"/>
            <a:ext cx="4434840" cy="1527048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Why this slide matters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Confirms that the project is executable rather than only conceptual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Proves backend / frontend connectivity before live explanation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Provides the environment needed for later API and dashboard screenshots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Backend Port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Frontend Port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Database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MySQL 8.0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8584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 Endpoint</a:t>
            </a:r>
          </a:p>
          <a:p>
            <a:pPr>
              <a:defRPr sz="1800" b="1">
                <a:solidFill>
                  <a:srgbClr val="FFB300"/>
                </a:solidFill>
                <a:latin typeface="Aptos"/>
              </a:defRPr>
            </a:pPr>
            <a:r>
              <a:t>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Demo Mode</a:t>
            </a:r>
          </a:p>
          <a:p>
            <a:pPr>
              <a:defRPr sz="1800" b="1">
                <a:solidFill>
                  <a:srgbClr val="63DCFF"/>
                </a:solidFill>
                <a:latin typeface="Aptos"/>
              </a:defRPr>
            </a:pPr>
            <a:r>
              <a:t>Mock + Live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BACKEND API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FastAPI / Swagger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API layer exposes modular endpoints for session management, traffic analysis, and dashboard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25296"/>
            <a:ext cx="6446520" cy="45262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agg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98448"/>
            <a:ext cx="6300216" cy="4123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04688"/>
            <a:ext cx="62270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Swagger groups show that the backend service is registered and callable through OpenAPI.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1261872"/>
            <a:ext cx="4480560" cy="2057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Available API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sessions – create, list, and inspect monitoring sessions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traffic – query captured traffic metadata and packet records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leaks – retrieve leak events and leakage categories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assessments / analytics – compute risk scores and summaries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rules / dashboard – inspection rules and visualization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493008"/>
            <a:ext cx="4480560" cy="1554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this validates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API-first architecture, not a dashboard-only mockup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Independent debugging of each module in front of the audience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Clean separation between monitoring logic and presentation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Style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RESTful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9368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OpenAPI 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FRONTEND DASHBOARD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Visualization Dashboard Connected to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browser dashboard is already consuming dashboard APIs and rendering monitor / risk panels.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170432"/>
            <a:ext cx="11137392" cy="3584448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43584"/>
            <a:ext cx="10991088" cy="3182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07992"/>
            <a:ext cx="10917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Dashboard view with monitor status, risk metrics, packet/leak counters, refresh and report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3566160" cy="1078992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What is visible now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Active sessions, packet counts, leak counts and monitoring state are shown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Risk metrics already return structured values from backend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892040"/>
            <a:ext cx="3566160" cy="1078992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Current demo observation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The system is idle because data population is still minimal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Even so, the page proves live connectivity and response formatting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892040"/>
            <a:ext cx="3566160" cy="1078992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Presentation significance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The frontend is driven by backend APIs rather than static screenshots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B7C5D7"/>
                </a:solidFill>
                <a:latin typeface="Aptos"/>
              </a:defRPr>
            </a:pPr>
            <a:r>
              <a:t>• This provides a credible basis for a live explanation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End-to-End Pipeline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A clear execution order helps the audience understand how the modules interact in a real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Start services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Backend API + MySQL</a:t>
            </a:r>
          </a:p>
        </p:txBody>
      </p:sp>
      <p:sp>
        <p:nvSpPr>
          <p:cNvPr id="8" name="Chevron 7"/>
          <p:cNvSpPr/>
          <p:nvPr/>
        </p:nvSpPr>
        <p:spPr>
          <a:xfrm>
            <a:off x="2240280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Verify /docs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Swagger endpoint groups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1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Open dashboard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Frontend connectivity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4183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Create session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Session object to analyze</a:t>
            </a:r>
          </a:p>
        </p:txBody>
      </p:sp>
      <p:sp>
        <p:nvSpPr>
          <p:cNvPr id="14" name="Chevron 13"/>
          <p:cNvSpPr/>
          <p:nvPr/>
        </p:nvSpPr>
        <p:spPr>
          <a:xfrm>
            <a:off x="7946136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8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Run assessment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Traffic / leak / risk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8088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6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Refresh report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Visual outputs &amp;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0360"/>
            <a:ext cx="5486400" cy="22402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Execution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Input: wallet–RPC communication metadata, timestamps, methods, and session 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Processing: parsing → anonymization → rule matching → confidence scoring →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Output: sessions, leak events, risk labels, dashboard panels, and report-ready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880360"/>
            <a:ext cx="5376672" cy="22402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Suggested presenter 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1. Show backend startup success and the Swagger home page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2. Point to session / traffic / leaks / dashboard endpoint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3. Switch to the frontend and show monitor status +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4. Explain that later data population will drive charts and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Representative dashboard endpoints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/api/v1/dashboard/monitor/status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Current capture state, rate, and timestamps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/api/v1/dashboard/monitor/risk/metrics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Current risk level, average score, and trend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/api/v1/dashboard/monitor/leaks/stream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Real-time leak stream for live dashboard updates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/api/v1/dashboard/reports/timeline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Timeline-ready data for trend and event analysis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/api/v1/dashboard/reports/heatmap?heatmap_type=timeofday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Temporal distribution suitable for heatmap views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GET /api/v1/dashboard/charts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Chart-ready payloads for bars, lines, pies, and other views</a:t>
            </a:r>
          </a:p>
          <a:p>
            <a:pPr>
              <a:spcBef>
                <a:spcPts val="300"/>
              </a:spcBef>
              <a:defRPr sz="1150" b="1">
                <a:solidFill>
                  <a:srgbClr val="18C4FF"/>
                </a:solidFill>
                <a:latin typeface="Consolas"/>
              </a:defRPr>
            </a:pPr>
            <a:r>
              <a:t>POST /api/v1/dashboard/comprehensive-report</a:t>
            </a:r>
          </a:p>
          <a:p>
            <a:pPr>
              <a:spcAft>
                <a:spcPts val="200"/>
              </a:spcAft>
              <a:defRPr sz="1060" b="0">
                <a:solidFill>
                  <a:srgbClr val="B7C5D7"/>
                </a:solidFill>
                <a:latin typeface="Aptos"/>
              </a:defRPr>
            </a:pPr>
            <a:r>
              <a:t>Aggregated summary used for report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166360" cy="26974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r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307592"/>
            <a:ext cx="5020056" cy="2295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3685032"/>
            <a:ext cx="49469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Dashboard panels consuming monitor and risk APIs from the backend.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133087"/>
            <a:ext cx="5166360" cy="20299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the frontend receives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B7C5D7"/>
                </a:solidFill>
                <a:latin typeface="Aptos"/>
              </a:defRPr>
            </a:pPr>
            <a:r>
              <a:t>• Monitor status: capture state, rate, and last event 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B7C5D7"/>
                </a:solidFill>
                <a:latin typeface="Aptos"/>
              </a:defRPr>
            </a:pPr>
            <a:r>
              <a:t>• Risk metrics: current level, average score, trend, high-risk count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B7C5D7"/>
                </a:solidFill>
                <a:latin typeface="Aptos"/>
              </a:defRPr>
            </a:pPr>
            <a:r>
              <a:t>• Report controls: refresh, time window selection, comprehensive report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What the Running System Already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Three complementary views show that the project has moved from design into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in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35024"/>
            <a:ext cx="3511296" cy="1655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Service startup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wagge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335024"/>
            <a:ext cx="3511296" cy="1655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API groups exposed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_top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335024"/>
            <a:ext cx="3511296" cy="1655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65592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Dashboard connected to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End-to-end feasibility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Backend, database, and frontend can all run together in one local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API-driven design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Dashboard values come from backend routes instead of hardcoded slide mockups.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Practical quantification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The system is structured to convert traffic metadata into leak and risk outputs.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7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Extensible experiment base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The current prototype already supports future real-capture experiments and richer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From Local Validation to Richer Real-World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current prototype is already functional, but the next stage is broader experimental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61872"/>
            <a:ext cx="5486400" cy="22860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Current limitations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The current demo dataset is still small, so many dashboard counters remain near zero.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Real wallet traffic capture has been prepared, but not yet demonstrated with a larger controlled sample.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Cross-wallet / cross-provider comparisons still need more sessions and richer benchmarks.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Some views currently validate architecture and connectivity more strongly than statistical conclusions.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261872"/>
            <a:ext cx="5394960" cy="228600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Next steps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Run MetaMask / wallet proxy capture through rpc_proxy.py and the real-traffic pipeline.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Populate sessions, leaks, and assessment tables with larger experimental data.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Compare multiple wallets / RPC providers under the same measurement methodology.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Expand comprehensive report exports for reproducible course-demo evidence.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4160520"/>
            <a:ext cx="1965960" cy="960120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10" name="Chevron 9"/>
          <p:cNvSpPr/>
          <p:nvPr/>
        </p:nvSpPr>
        <p:spPr>
          <a:xfrm>
            <a:off x="2907791" y="4160520"/>
            <a:ext cx="1965960" cy="960120"/>
          </a:xfrm>
          <a:prstGeom prst="chevron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Real capture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5157216" y="4160520"/>
            <a:ext cx="1965960" cy="960120"/>
          </a:xfrm>
          <a:prstGeom prst="chevron">
            <a:avLst/>
          </a:prstGeom>
          <a:solidFill>
            <a:srgbClr val="2D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Larger dataset</a:t>
            </a:r>
          </a:p>
        </p:txBody>
      </p:sp>
      <p:sp>
        <p:nvSpPr>
          <p:cNvPr id="12" name="Chevron 11"/>
          <p:cNvSpPr/>
          <p:nvPr/>
        </p:nvSpPr>
        <p:spPr>
          <a:xfrm>
            <a:off x="7406640" y="4160520"/>
            <a:ext cx="1965960" cy="960120"/>
          </a:xfrm>
          <a:prstGeom prst="chevron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Benchmarking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656064" y="4160520"/>
            <a:ext cx="1965960" cy="960120"/>
          </a:xfrm>
          <a:prstGeom prst="chevron">
            <a:avLst/>
          </a:prstGeom>
          <a:solidFill>
            <a:srgbClr val="FF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Publishable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504688"/>
            <a:ext cx="10972800" cy="50292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150" b="0">
                <a:solidFill>
                  <a:srgbClr val="B7C5D7"/>
                </a:solidFill>
                <a:latin typeface="Aptos"/>
              </a:defRPr>
            </a:pPr>
            <a:r>
              <a:t>Roadmap message: the project is already runnable today, and the next improvement is to scale the amount and realism of evidence rather than redesign the entire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1591</Words>
  <Application>Microsoft Macintosh PowerPoint</Application>
  <PresentationFormat>宽屏</PresentationFormat>
  <Paragraphs>387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Calibri Light</vt:lpstr>
      <vt:lpstr>Liter</vt:lpstr>
      <vt:lpstr>Arial</vt:lpstr>
      <vt:lpstr>Alimama ShuHeiTi</vt:lpstr>
      <vt:lpstr>Noto Sans SC</vt:lpstr>
      <vt:lpstr>MiSans</vt:lpstr>
      <vt:lpstr>Calibri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subject>Wallet RPC Privacy Leakage Measurement System</dc:subject>
  <dc:creator>Kimi</dc:creator>
  <cp:lastModifiedBy>Jone James</cp:lastModifiedBy>
  <cp:revision>2</cp:revision>
  <dcterms:created xsi:type="dcterms:W3CDTF">2026-03-07T06:20:20Z</dcterms:created>
  <dcterms:modified xsi:type="dcterms:W3CDTF">2026-03-07T06:56:28Z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</Properties>
</file>